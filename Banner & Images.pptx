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728" r:id="rId2"/>
  </p:sldMasterIdLst>
  <p:notesMasterIdLst>
    <p:notesMasterId r:id="rId7"/>
  </p:notesMasterIdLst>
  <p:sldIdLst>
    <p:sldId id="2147480713" r:id="rId3"/>
    <p:sldId id="2147480714" r:id="rId4"/>
    <p:sldId id="2147480715" r:id="rId5"/>
    <p:sldId id="214748071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4660"/>
  </p:normalViewPr>
  <p:slideViewPr>
    <p:cSldViewPr snapToGrid="0">
      <p:cViewPr varScale="1">
        <p:scale>
          <a:sx n="93" d="100"/>
          <a:sy n="93" d="100"/>
        </p:scale>
        <p:origin x="119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on Markowitz" userId="18705cb6-46ab-4f22-9275-a7fe26e35bc2" providerId="ADAL" clId="{FF55DBB2-3582-4716-94AF-D8E527D64722}"/>
    <pc:docChg chg="delSld">
      <pc:chgData name="Alon Markowitz" userId="18705cb6-46ab-4f22-9275-a7fe26e35bc2" providerId="ADAL" clId="{FF55DBB2-3582-4716-94AF-D8E527D64722}" dt="2025-05-13T03:00:18.885" v="1" actId="47"/>
      <pc:docMkLst>
        <pc:docMk/>
      </pc:docMkLst>
      <pc:sldChg chg="del">
        <pc:chgData name="Alon Markowitz" userId="18705cb6-46ab-4f22-9275-a7fe26e35bc2" providerId="ADAL" clId="{FF55DBB2-3582-4716-94AF-D8E527D64722}" dt="2025-05-13T03:00:18.885" v="1" actId="47"/>
        <pc:sldMkLst>
          <pc:docMk/>
          <pc:sldMk cId="1287562429" sldId="2147479297"/>
        </pc:sldMkLst>
      </pc:sldChg>
      <pc:sldChg chg="del">
        <pc:chgData name="Alon Markowitz" userId="18705cb6-46ab-4f22-9275-a7fe26e35bc2" providerId="ADAL" clId="{FF55DBB2-3582-4716-94AF-D8E527D64722}" dt="2025-05-13T02:59:19.553" v="0" actId="47"/>
        <pc:sldMkLst>
          <pc:docMk/>
          <pc:sldMk cId="4110597990" sldId="21474807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F21B7F-D252-4687-8C8D-1C700E41ADC7}" type="datetimeFigureOut">
              <a:rPr lang="en-US" smtClean="0"/>
              <a:t>6/26/2025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199DE9-486D-4DC3-A024-097A82990672}" type="slidenum">
              <a:rPr lang="en-US" smtClean="0"/>
              <a:t>‹#›</a:t>
            </a:fld>
            <a:endParaRPr lang="en-US"/>
          </a:p>
        </p:txBody>
      </p:sp>
    </p:spTree>
    <p:extLst>
      <p:ext uri="{BB962C8B-B14F-4D97-AF65-F5344CB8AC3E}">
        <p14:creationId xmlns:p14="http://schemas.microsoft.com/office/powerpoint/2010/main" val="589842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1.png"/><Relationship Id="rId5" Type="http://schemas.openxmlformats.org/officeDocument/2006/relationships/image" Target="../media/image19.png"/><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1.png"/><Relationship Id="rId5" Type="http://schemas.openxmlformats.org/officeDocument/2006/relationships/image" Target="../media/image20.png"/><Relationship Id="rId4"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1.png"/><Relationship Id="rId5" Type="http://schemas.openxmlformats.org/officeDocument/2006/relationships/image" Target="../media/image11.png"/><Relationship Id="rId4"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21.png"/><Relationship Id="rId4"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2.png"/><Relationship Id="rId5" Type="http://schemas.openxmlformats.org/officeDocument/2006/relationships/image" Target="../media/image11.png"/><Relationship Id="rId4"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23.png"/><Relationship Id="rId4" Type="http://schemas.openxmlformats.org/officeDocument/2006/relationships/image" Target="../media/image11.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13.png"/><Relationship Id="rId4"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1.png"/><Relationship Id="rId4" Type="http://schemas.openxmlformats.org/officeDocument/2006/relationships/image" Target="../media/image5.pn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5.png"/></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4866444-3F7A-4465-80D0-53F58CC6E87C}"/>
              </a:ext>
            </a:extLst>
          </p:cNvPr>
          <p:cNvSpPr>
            <a:spLocks noGrp="1"/>
          </p:cNvSpPr>
          <p:nvPr>
            <p:ph type="sldNum" sz="quarter" idx="10"/>
          </p:nvPr>
        </p:nvSpPr>
        <p:spPr/>
        <p:txBody>
          <a:bodyPr/>
          <a:lstStyle/>
          <a:p>
            <a:fld id="{0B868178-02AE-42FC-958D-6B8F13B60175}" type="slidenum">
              <a:rPr lang="en-GB" smtClean="0"/>
              <a:pPr/>
              <a:t>‹#›</a:t>
            </a:fld>
            <a:endParaRPr lang="en-GB"/>
          </a:p>
        </p:txBody>
      </p:sp>
      <p:sp>
        <p:nvSpPr>
          <p:cNvPr id="4" name="Subtitle 2">
            <a:extLst>
              <a:ext uri="{FF2B5EF4-FFF2-40B4-BE49-F238E27FC236}">
                <a16:creationId xmlns:a16="http://schemas.microsoft.com/office/drawing/2014/main" id="{8010F704-5A90-4801-ABA6-775F6F3CAEEC}"/>
              </a:ext>
            </a:extLst>
          </p:cNvPr>
          <p:cNvSpPr>
            <a:spLocks noGrp="1"/>
          </p:cNvSpPr>
          <p:nvPr>
            <p:ph type="subTitle" idx="1"/>
          </p:nvPr>
        </p:nvSpPr>
        <p:spPr>
          <a:xfrm>
            <a:off x="630000" y="1106792"/>
            <a:ext cx="11010600" cy="450000"/>
          </a:xfrm>
        </p:spPr>
        <p:txBody>
          <a:bodyPr/>
          <a:lstStyle>
            <a:lvl1pPr marL="0" indent="0" algn="l">
              <a:lnSpc>
                <a:spcPct val="90000"/>
              </a:lnSpc>
              <a:spcAft>
                <a:spcPts val="0"/>
              </a:spcAft>
              <a:buNone/>
              <a:defRPr sz="2700" b="0" i="0">
                <a:solidFill>
                  <a:srgbClr val="878787"/>
                </a:solidFill>
                <a:latin typeface="Avenir Next LT Pro" panose="020B0504020202020204" pitchFamily="34" charset="77"/>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noProof="0"/>
              <a:t>Click to edit Master subtitle style</a:t>
            </a:r>
            <a:endParaRPr lang="en-GB" noProof="0"/>
          </a:p>
        </p:txBody>
      </p:sp>
      <p:sp>
        <p:nvSpPr>
          <p:cNvPr id="2" name="Title 1"/>
          <p:cNvSpPr>
            <a:spLocks noGrp="1"/>
          </p:cNvSpPr>
          <p:nvPr>
            <p:ph type="title"/>
          </p:nvPr>
        </p:nvSpPr>
        <p:spPr>
          <a:xfrm>
            <a:off x="630000" y="342726"/>
            <a:ext cx="11010536" cy="764066"/>
          </a:xfrm>
        </p:spPr>
        <p:txBody>
          <a:bodyPr/>
          <a:lstStyle/>
          <a:p>
            <a:r>
              <a:rPr lang="en-US" noProof="0"/>
              <a:t>Click to edit Master title style</a:t>
            </a:r>
            <a:endParaRPr lang="en-GB" noProof="0"/>
          </a:p>
        </p:txBody>
      </p:sp>
      <p:sp>
        <p:nvSpPr>
          <p:cNvPr id="7" name="Content Placeholder 2">
            <a:extLst>
              <a:ext uri="{FF2B5EF4-FFF2-40B4-BE49-F238E27FC236}">
                <a16:creationId xmlns:a16="http://schemas.microsoft.com/office/drawing/2014/main" id="{0A64A2A6-FD5D-E84F-AEE3-936BF710650C}"/>
              </a:ext>
            </a:extLst>
          </p:cNvPr>
          <p:cNvSpPr>
            <a:spLocks noGrp="1"/>
          </p:cNvSpPr>
          <p:nvPr>
            <p:ph idx="12"/>
          </p:nvPr>
        </p:nvSpPr>
        <p:spPr>
          <a:xfrm>
            <a:off x="630000" y="1818156"/>
            <a:ext cx="11010536" cy="4195561"/>
          </a:xfrm>
        </p:spPr>
        <p:txBody>
          <a:bodyPr/>
          <a:lstStyle>
            <a:lvl1pPr>
              <a:defRPr baseline="0">
                <a:latin typeface="+mn-lt"/>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128179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3BC111-1AED-46A9-9921-6B1054C1FDF6}"/>
              </a:ext>
            </a:extLst>
          </p:cNvPr>
          <p:cNvSpPr>
            <a:spLocks noGrp="1"/>
          </p:cNvSpPr>
          <p:nvPr>
            <p:ph type="sldNum" sz="quarter" idx="10"/>
          </p:nvPr>
        </p:nvSpPr>
        <p:spPr/>
        <p:txBody>
          <a:bodyPr/>
          <a:lstStyle/>
          <a:p>
            <a:fld id="{0B868178-02AE-42FC-958D-6B8F13B60175}" type="slidenum">
              <a:rPr lang="en-GB" smtClean="0"/>
              <a:pPr/>
              <a:t>‹#›</a:t>
            </a:fld>
            <a:endParaRPr lang="en-GB"/>
          </a:p>
        </p:txBody>
      </p:sp>
    </p:spTree>
    <p:extLst>
      <p:ext uri="{BB962C8B-B14F-4D97-AF65-F5344CB8AC3E}">
        <p14:creationId xmlns:p14="http://schemas.microsoft.com/office/powerpoint/2010/main" val="3339465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llet Text with Replaceable Background Image">
    <p:spTree>
      <p:nvGrpSpPr>
        <p:cNvPr id="1" name=""/>
        <p:cNvGrpSpPr/>
        <p:nvPr/>
      </p:nvGrpSpPr>
      <p:grpSpPr>
        <a:xfrm>
          <a:off x="0" y="0"/>
          <a:ext cx="0" cy="0"/>
          <a:chOff x="0" y="0"/>
          <a:chExt cx="0" cy="0"/>
        </a:xfrm>
      </p:grpSpPr>
      <p:sp>
        <p:nvSpPr>
          <p:cNvPr id="3" name="Content Placeholder 2"/>
          <p:cNvSpPr>
            <a:spLocks noGrp="1"/>
          </p:cNvSpPr>
          <p:nvPr>
            <p:ph idx="1"/>
          </p:nvPr>
        </p:nvSpPr>
        <p:spPr>
          <a:xfrm>
            <a:off x="630000" y="1197172"/>
            <a:ext cx="3600000" cy="3780000"/>
          </a:xfrm>
        </p:spPr>
        <p:txBody>
          <a:bodyPr/>
          <a:lstStyle>
            <a:lvl1pPr>
              <a:defRPr>
                <a:latin typeface="+mn-lt"/>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Slide Number Placeholder 5">
            <a:extLst>
              <a:ext uri="{FF2B5EF4-FFF2-40B4-BE49-F238E27FC236}">
                <a16:creationId xmlns:a16="http://schemas.microsoft.com/office/drawing/2014/main" id="{56D04FF1-EC98-4EC7-912D-A51B791503E4}"/>
              </a:ext>
            </a:extLst>
          </p:cNvPr>
          <p:cNvSpPr>
            <a:spLocks noGrp="1"/>
          </p:cNvSpPr>
          <p:nvPr>
            <p:ph type="sldNum" sz="quarter" idx="10"/>
          </p:nvPr>
        </p:nvSpPr>
        <p:spPr/>
        <p:txBody>
          <a:bodyPr/>
          <a:lstStyle/>
          <a:p>
            <a:fld id="{0B868178-02AE-42FC-958D-6B8F13B60175}" type="slidenum">
              <a:rPr lang="en-GB" smtClean="0"/>
              <a:pPr/>
              <a:t>‹#›</a:t>
            </a:fld>
            <a:endParaRPr lang="en-GB"/>
          </a:p>
        </p:txBody>
      </p:sp>
      <p:sp>
        <p:nvSpPr>
          <p:cNvPr id="13" name="Picture Placeholder 12">
            <a:extLst>
              <a:ext uri="{FF2B5EF4-FFF2-40B4-BE49-F238E27FC236}">
                <a16:creationId xmlns:a16="http://schemas.microsoft.com/office/drawing/2014/main" id="{28D19430-72D6-6C4E-A724-AF4C601F0D65}"/>
              </a:ext>
            </a:extLst>
          </p:cNvPr>
          <p:cNvSpPr>
            <a:spLocks noGrp="1"/>
          </p:cNvSpPr>
          <p:nvPr>
            <p:ph type="pic" sz="quarter" idx="12" hasCustomPrompt="1"/>
          </p:nvPr>
        </p:nvSpPr>
        <p:spPr>
          <a:xfrm>
            <a:off x="5701704" y="-7544"/>
            <a:ext cx="6500533" cy="6865544"/>
          </a:xfrm>
          <a:custGeom>
            <a:avLst/>
            <a:gdLst>
              <a:gd name="connsiteX0" fmla="*/ 8070901 w 13001065"/>
              <a:gd name="connsiteY0" fmla="*/ 0 h 13731087"/>
              <a:gd name="connsiteX1" fmla="*/ 8715183 w 13001065"/>
              <a:gd name="connsiteY1" fmla="*/ 1241 h 13731087"/>
              <a:gd name="connsiteX2" fmla="*/ 8715477 w 13001065"/>
              <a:gd name="connsiteY2" fmla="*/ 0 h 13731087"/>
              <a:gd name="connsiteX3" fmla="*/ 12988743 w 13001065"/>
              <a:gd name="connsiteY3" fmla="*/ 8230 h 13731087"/>
              <a:gd name="connsiteX4" fmla="*/ 13001065 w 13001065"/>
              <a:gd name="connsiteY4" fmla="*/ 8837218 h 13731087"/>
              <a:gd name="connsiteX5" fmla="*/ 9867585 w 13001065"/>
              <a:gd name="connsiteY5" fmla="*/ 13731087 h 13731087"/>
              <a:gd name="connsiteX6" fmla="*/ 9223007 w 13001065"/>
              <a:gd name="connsiteY6" fmla="*/ 13731087 h 13731087"/>
              <a:gd name="connsiteX7" fmla="*/ 644577 w 13001065"/>
              <a:gd name="connsiteY7" fmla="*/ 13731087 h 13731087"/>
              <a:gd name="connsiteX8" fmla="*/ 0 w 13001065"/>
              <a:gd name="connsiteY8" fmla="*/ 13731087 h 13731087"/>
              <a:gd name="connsiteX9" fmla="*/ 5335420 w 13001065"/>
              <a:gd name="connsiteY9" fmla="*/ 6858000 h 13731087"/>
              <a:gd name="connsiteX10" fmla="*/ 8070901 w 13001065"/>
              <a:gd name="connsiteY10" fmla="*/ 0 h 13731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001065" h="13731087">
                <a:moveTo>
                  <a:pt x="8070901" y="0"/>
                </a:moveTo>
                <a:lnTo>
                  <a:pt x="8715183" y="1241"/>
                </a:lnTo>
                <a:lnTo>
                  <a:pt x="8715477" y="0"/>
                </a:lnTo>
                <a:lnTo>
                  <a:pt x="12988743" y="8230"/>
                </a:lnTo>
                <a:cubicBezTo>
                  <a:pt x="12982581" y="-13716"/>
                  <a:pt x="12992441" y="8828989"/>
                  <a:pt x="13001065" y="8837218"/>
                </a:cubicBezTo>
                <a:cubicBezTo>
                  <a:pt x="12184117" y="10452963"/>
                  <a:pt x="10768321" y="12556997"/>
                  <a:pt x="9867585" y="13731087"/>
                </a:cubicBezTo>
                <a:lnTo>
                  <a:pt x="9223007" y="13731087"/>
                </a:lnTo>
                <a:lnTo>
                  <a:pt x="644577" y="13731087"/>
                </a:lnTo>
                <a:lnTo>
                  <a:pt x="0" y="13731087"/>
                </a:lnTo>
                <a:cubicBezTo>
                  <a:pt x="2847611" y="10917936"/>
                  <a:pt x="3989859" y="9145828"/>
                  <a:pt x="5335420" y="6858000"/>
                </a:cubicBezTo>
                <a:cubicBezTo>
                  <a:pt x="6779557" y="4349344"/>
                  <a:pt x="7743137" y="1415491"/>
                  <a:pt x="8070901" y="0"/>
                </a:cubicBezTo>
                <a:close/>
              </a:path>
            </a:pathLst>
          </a:custGeom>
          <a:gradFill>
            <a:gsLst>
              <a:gs pos="82000">
                <a:srgbClr val="9468E1"/>
              </a:gs>
              <a:gs pos="0">
                <a:schemeClr val="accent1"/>
              </a:gs>
            </a:gsLst>
            <a:lin ang="18900000" scaled="1"/>
          </a:gradFill>
        </p:spPr>
        <p:txBody>
          <a:bodyPr wrap="square" lIns="5400000" anchor="ctr" anchorCtr="1">
            <a:noAutofit/>
          </a:bodyPr>
          <a:lstStyle>
            <a:lvl1pPr marL="0" marR="0" indent="0" algn="ctr" defTabSz="457200" rtl="1" eaLnBrk="1" fontAlgn="auto" latinLnBrk="0" hangingPunct="1">
              <a:lnSpc>
                <a:spcPct val="100000"/>
              </a:lnSpc>
              <a:spcBef>
                <a:spcPts val="0"/>
              </a:spcBef>
              <a:spcAft>
                <a:spcPts val="900"/>
              </a:spcAft>
              <a:buClrTx/>
              <a:buSzTx/>
              <a:buFont typeface="Avenir Next LT Pro" panose="020B0504020202020204" pitchFamily="34" charset="0"/>
              <a:buNone/>
              <a:tabLst/>
              <a:defRPr>
                <a:solidFill>
                  <a:schemeClr val="bg1"/>
                </a:solidFill>
              </a:defRPr>
            </a:lvl1pPr>
          </a:lstStyle>
          <a:p>
            <a:pPr marL="0" marR="0" lvl="0" indent="0" algn="l" defTabSz="457200" rtl="0" eaLnBrk="1" fontAlgn="auto" latinLnBrk="0" hangingPunct="1">
              <a:lnSpc>
                <a:spcPct val="100000"/>
              </a:lnSpc>
              <a:spcBef>
                <a:spcPts val="0"/>
              </a:spcBef>
              <a:spcAft>
                <a:spcPts val="900"/>
              </a:spcAft>
              <a:buClrTx/>
              <a:buSzTx/>
              <a:buFont typeface="Avenir Next LT Pro" panose="020B0504020202020204" pitchFamily="34" charset="0"/>
              <a:buNone/>
              <a:tabLst/>
              <a:defRPr/>
            </a:pPr>
            <a:r>
              <a:rPr lang="en-US"/>
              <a:t>Click icon to </a:t>
            </a:r>
            <a:br>
              <a:rPr lang="en-US"/>
            </a:br>
            <a:r>
              <a:rPr lang="en-US"/>
              <a:t>add picture</a:t>
            </a:r>
            <a:endParaRPr lang="en-GB"/>
          </a:p>
        </p:txBody>
      </p:sp>
      <p:sp>
        <p:nvSpPr>
          <p:cNvPr id="14" name="Title 1">
            <a:extLst>
              <a:ext uri="{FF2B5EF4-FFF2-40B4-BE49-F238E27FC236}">
                <a16:creationId xmlns:a16="http://schemas.microsoft.com/office/drawing/2014/main" id="{F549308E-A7C6-254C-A7F0-E56205431A48}"/>
              </a:ext>
            </a:extLst>
          </p:cNvPr>
          <p:cNvSpPr>
            <a:spLocks noGrp="1"/>
          </p:cNvSpPr>
          <p:nvPr>
            <p:ph type="title"/>
          </p:nvPr>
        </p:nvSpPr>
        <p:spPr>
          <a:xfrm>
            <a:off x="630000" y="341416"/>
            <a:ext cx="11010536" cy="747325"/>
          </a:xfrm>
        </p:spPr>
        <p:txBody>
          <a:bodyPr/>
          <a:lstStyle>
            <a:lvl1pPr>
              <a:defRPr baseline="0"/>
            </a:lvl1pPr>
          </a:lstStyle>
          <a:p>
            <a:r>
              <a:rPr lang="en-US" noProof="0"/>
              <a:t>Click to edit Master title style</a:t>
            </a:r>
            <a:endParaRPr lang="en-GB" noProof="0"/>
          </a:p>
        </p:txBody>
      </p:sp>
    </p:spTree>
    <p:extLst>
      <p:ext uri="{BB962C8B-B14F-4D97-AF65-F5344CB8AC3E}">
        <p14:creationId xmlns:p14="http://schemas.microsoft.com/office/powerpoint/2010/main" val="2406691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Title Slide">
    <p:spTree>
      <p:nvGrpSpPr>
        <p:cNvPr id="1" name=""/>
        <p:cNvGrpSpPr/>
        <p:nvPr/>
      </p:nvGrpSpPr>
      <p:grpSpPr>
        <a:xfrm>
          <a:off x="0" y="0"/>
          <a:ext cx="0" cy="0"/>
          <a:chOff x="0" y="0"/>
          <a:chExt cx="0" cy="0"/>
        </a:xfrm>
      </p:grpSpPr>
      <p:pic>
        <p:nvPicPr>
          <p:cNvPr id="14" name="Picture 13" descr="Shape, circle&#10;&#10;Description automatically generated">
            <a:extLst>
              <a:ext uri="{FF2B5EF4-FFF2-40B4-BE49-F238E27FC236}">
                <a16:creationId xmlns:a16="http://schemas.microsoft.com/office/drawing/2014/main" id="{6127FD1F-88B6-403C-851B-6F6CC59E43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93" y="0"/>
            <a:ext cx="12190815" cy="6858000"/>
          </a:xfrm>
          <a:prstGeom prst="rect">
            <a:avLst/>
          </a:prstGeom>
        </p:spPr>
      </p:pic>
      <p:sp>
        <p:nvSpPr>
          <p:cNvPr id="2" name="Title 1"/>
          <p:cNvSpPr>
            <a:spLocks noGrp="1"/>
          </p:cNvSpPr>
          <p:nvPr>
            <p:ph type="ctrTitle"/>
          </p:nvPr>
        </p:nvSpPr>
        <p:spPr>
          <a:xfrm>
            <a:off x="2885400" y="2727000"/>
            <a:ext cx="6420600" cy="1260000"/>
          </a:xfrm>
        </p:spPr>
        <p:txBody>
          <a:bodyPr/>
          <a:lstStyle>
            <a:lvl1pPr algn="ctr">
              <a:defRPr sz="6500" b="1" i="0">
                <a:latin typeface="Avenir Next LT Pro Demi" panose="020B0504020202020204" pitchFamily="34" charset="77"/>
              </a:defRPr>
            </a:lvl1pPr>
          </a:lstStyle>
          <a:p>
            <a:r>
              <a:rPr lang="en-US" noProof="0"/>
              <a:t>Click to edit Master title style</a:t>
            </a:r>
            <a:endParaRPr lang="en-GB" noProof="0"/>
          </a:p>
        </p:txBody>
      </p:sp>
      <p:sp>
        <p:nvSpPr>
          <p:cNvPr id="10" name="Text Placeholder 9">
            <a:extLst>
              <a:ext uri="{FF2B5EF4-FFF2-40B4-BE49-F238E27FC236}">
                <a16:creationId xmlns:a16="http://schemas.microsoft.com/office/drawing/2014/main" id="{D3642F82-6037-45FA-9045-C6B701A7192B}"/>
              </a:ext>
            </a:extLst>
          </p:cNvPr>
          <p:cNvSpPr>
            <a:spLocks noGrp="1"/>
          </p:cNvSpPr>
          <p:nvPr>
            <p:ph type="body" sz="quarter" idx="13"/>
          </p:nvPr>
        </p:nvSpPr>
        <p:spPr>
          <a:xfrm>
            <a:off x="4601766" y="6003000"/>
            <a:ext cx="2988469" cy="279320"/>
          </a:xfrm>
        </p:spPr>
        <p:txBody>
          <a:bodyPr/>
          <a:lstStyle>
            <a:lvl1pPr marL="0" indent="0" algn="ctr">
              <a:buFontTx/>
              <a:buNone/>
              <a:defRPr sz="1400" b="1" i="0" spc="0" baseline="0">
                <a:latin typeface="Avenir Next LT Pro Demi" panose="020B0504020202020204" pitchFamily="34" charset="77"/>
              </a:defRPr>
            </a:lvl1pPr>
          </a:lstStyle>
          <a:p>
            <a:pPr lvl="0"/>
            <a:r>
              <a:rPr lang="en-US"/>
              <a:t>Click to edit Master text styles</a:t>
            </a:r>
          </a:p>
        </p:txBody>
      </p:sp>
    </p:spTree>
    <p:extLst>
      <p:ext uri="{BB962C8B-B14F-4D97-AF65-F5344CB8AC3E}">
        <p14:creationId xmlns:p14="http://schemas.microsoft.com/office/powerpoint/2010/main" val="419516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Front Cover - Light B">
    <p:bg>
      <p:bgPr>
        <a:solidFill>
          <a:srgbClr val="FFFFFF"/>
        </a:solidFill>
        <a:effectLst/>
      </p:bgPr>
    </p:bg>
    <p:spTree>
      <p:nvGrpSpPr>
        <p:cNvPr id="1" name=""/>
        <p:cNvGrpSpPr/>
        <p:nvPr/>
      </p:nvGrpSpPr>
      <p:grpSpPr>
        <a:xfrm>
          <a:off x="0" y="0"/>
          <a:ext cx="0" cy="0"/>
          <a:chOff x="0" y="0"/>
          <a:chExt cx="0" cy="0"/>
        </a:xfrm>
      </p:grpSpPr>
      <p:pic>
        <p:nvPicPr>
          <p:cNvPr id="64" name="Picture 11" descr="Picture 11"/>
          <p:cNvPicPr>
            <a:picLocks noChangeAspect="1"/>
          </p:cNvPicPr>
          <p:nvPr/>
        </p:nvPicPr>
        <p:blipFill>
          <a:blip r:embed="rId2">
            <a:alphaModFix amt="23000"/>
          </a:blip>
          <a:stretch>
            <a:fillRect/>
          </a:stretch>
        </p:blipFill>
        <p:spPr>
          <a:xfrm rot="10800000">
            <a:off x="11413524" y="4351694"/>
            <a:ext cx="778476" cy="1490699"/>
          </a:xfrm>
          <a:prstGeom prst="rect">
            <a:avLst/>
          </a:prstGeom>
          <a:ln w="12700">
            <a:miter lim="400000"/>
          </a:ln>
        </p:spPr>
      </p:pic>
      <p:pic>
        <p:nvPicPr>
          <p:cNvPr id="65" name="Picture 5" descr="Picture 5"/>
          <p:cNvPicPr>
            <a:picLocks noChangeAspect="1"/>
          </p:cNvPicPr>
          <p:nvPr/>
        </p:nvPicPr>
        <p:blipFill>
          <a:blip r:embed="rId3"/>
          <a:stretch>
            <a:fillRect/>
          </a:stretch>
        </p:blipFill>
        <p:spPr>
          <a:xfrm>
            <a:off x="-1" y="-2"/>
            <a:ext cx="12192002" cy="6858001"/>
          </a:xfrm>
          <a:prstGeom prst="rect">
            <a:avLst/>
          </a:prstGeom>
          <a:ln w="12700">
            <a:miter lim="400000"/>
          </a:ln>
        </p:spPr>
      </p:pic>
      <p:pic>
        <p:nvPicPr>
          <p:cNvPr id="66" name="Picture 13" descr="Picture 13"/>
          <p:cNvPicPr>
            <a:picLocks noChangeAspect="1"/>
          </p:cNvPicPr>
          <p:nvPr/>
        </p:nvPicPr>
        <p:blipFill>
          <a:blip r:embed="rId4">
            <a:alphaModFix amt="42000"/>
          </a:blip>
          <a:stretch>
            <a:fillRect/>
          </a:stretch>
        </p:blipFill>
        <p:spPr>
          <a:xfrm rot="16200000">
            <a:off x="1369302" y="-305684"/>
            <a:ext cx="744273" cy="1355640"/>
          </a:xfrm>
          <a:prstGeom prst="rect">
            <a:avLst/>
          </a:prstGeom>
          <a:ln w="12700">
            <a:miter lim="400000"/>
          </a:ln>
        </p:spPr>
      </p:pic>
      <p:sp>
        <p:nvSpPr>
          <p:cNvPr id="67" name="Body Level One…"/>
          <p:cNvSpPr txBox="1">
            <a:spLocks noGrp="1"/>
          </p:cNvSpPr>
          <p:nvPr>
            <p:ph type="body" sz="quarter" idx="1" hasCustomPrompt="1"/>
          </p:nvPr>
        </p:nvSpPr>
        <p:spPr>
          <a:xfrm>
            <a:off x="8807428" y="6384825"/>
            <a:ext cx="2988469" cy="279320"/>
          </a:xfrm>
          <a:prstGeom prst="rect">
            <a:avLst/>
          </a:prstGeom>
          <a:noFill/>
          <a:ln w="12700">
            <a:noFill/>
            <a:miter lim="400000"/>
          </a:ln>
        </p:spPr>
        <p:txBody>
          <a:bodyPr lIns="0" tIns="0" rIns="0" bIns="0" anchor="t"/>
          <a:lstStyle>
            <a:lvl1pPr algn="r" defTabSz="457200">
              <a:spcBef>
                <a:spcPts val="900"/>
              </a:spcBef>
              <a:defRPr sz="1400">
                <a:solidFill>
                  <a:srgbClr val="808080"/>
                </a:solidFill>
              </a:defRPr>
            </a:lvl1pPr>
            <a:lvl2pPr marL="705000" indent="-210000" algn="r" defTabSz="457200">
              <a:spcBef>
                <a:spcPts val="900"/>
              </a:spcBef>
              <a:defRPr sz="1400">
                <a:solidFill>
                  <a:srgbClr val="808080"/>
                </a:solidFill>
              </a:defRPr>
            </a:lvl2pPr>
            <a:lvl3pPr marL="1194000" indent="-168000" algn="r" defTabSz="457200">
              <a:spcBef>
                <a:spcPts val="900"/>
              </a:spcBef>
              <a:defRPr sz="1400">
                <a:solidFill>
                  <a:srgbClr val="808080"/>
                </a:solidFill>
              </a:defRPr>
            </a:lvl3pPr>
            <a:lvl4pPr marL="1686000" indent="-210000" algn="r" defTabSz="457200">
              <a:spcBef>
                <a:spcPts val="900"/>
              </a:spcBef>
              <a:defRPr sz="1400">
                <a:solidFill>
                  <a:srgbClr val="808080"/>
                </a:solidFill>
              </a:defRPr>
            </a:lvl4pPr>
            <a:lvl5pPr marL="2136000" indent="-210000" algn="r" defTabSz="457200">
              <a:spcBef>
                <a:spcPts val="900"/>
              </a:spcBef>
              <a:defRPr sz="1400">
                <a:solidFill>
                  <a:srgbClr val="808080"/>
                </a:solidFill>
              </a:defRPr>
            </a:lvl5pPr>
          </a:lstStyle>
          <a:p>
            <a:r>
              <a:t>Month DD, YYYY</a:t>
            </a:r>
          </a:p>
          <a:p>
            <a:pPr lvl="1"/>
            <a:endParaRPr/>
          </a:p>
          <a:p>
            <a:pPr lvl="2"/>
            <a:endParaRPr/>
          </a:p>
          <a:p>
            <a:pPr lvl="3"/>
            <a:endParaRPr/>
          </a:p>
          <a:p>
            <a:pPr lvl="4"/>
            <a:endParaRPr/>
          </a:p>
        </p:txBody>
      </p:sp>
      <p:sp>
        <p:nvSpPr>
          <p:cNvPr id="68" name="Text Placeholder 18"/>
          <p:cNvSpPr>
            <a:spLocks noGrp="1"/>
          </p:cNvSpPr>
          <p:nvPr>
            <p:ph type="body" sz="quarter" idx="21" hasCustomPrompt="1"/>
          </p:nvPr>
        </p:nvSpPr>
        <p:spPr>
          <a:xfrm>
            <a:off x="3279775" y="343560"/>
            <a:ext cx="5657851" cy="146218"/>
          </a:xfrm>
          <a:prstGeom prst="rect">
            <a:avLst/>
          </a:prstGeom>
          <a:noFill/>
          <a:ln w="12700">
            <a:noFill/>
            <a:miter lim="400000"/>
          </a:ln>
        </p:spPr>
        <p:txBody>
          <a:bodyPr lIns="0" tIns="0" rIns="0" bIns="0" anchor="t"/>
          <a:lstStyle>
            <a:lvl1pPr algn="ctr" defTabSz="443484">
              <a:lnSpc>
                <a:spcPct val="90000"/>
              </a:lnSpc>
              <a:defRPr sz="970" b="1">
                <a:solidFill>
                  <a:schemeClr val="accent2"/>
                </a:solidFill>
                <a:latin typeface="Avenir Next LT Pro Demi"/>
                <a:ea typeface="Avenir Next LT Pro Demi"/>
                <a:cs typeface="Avenir Next LT Pro Demi"/>
                <a:sym typeface="Avenir Next LT Pro Demi"/>
              </a:defRPr>
            </a:lvl1pPr>
          </a:lstStyle>
          <a:p>
            <a:r>
              <a:t>Click to edit note</a:t>
            </a:r>
          </a:p>
        </p:txBody>
      </p:sp>
      <p:pic>
        <p:nvPicPr>
          <p:cNvPr id="69" name="Picture 9" descr="Picture 9"/>
          <p:cNvPicPr>
            <a:picLocks noChangeAspect="1"/>
          </p:cNvPicPr>
          <p:nvPr/>
        </p:nvPicPr>
        <p:blipFill>
          <a:blip r:embed="rId5"/>
          <a:stretch>
            <a:fillRect/>
          </a:stretch>
        </p:blipFill>
        <p:spPr>
          <a:xfrm>
            <a:off x="417593" y="6337142"/>
            <a:ext cx="1355401" cy="263452"/>
          </a:xfrm>
          <a:prstGeom prst="rect">
            <a:avLst/>
          </a:prstGeom>
          <a:ln w="12700">
            <a:miter lim="400000"/>
          </a:ln>
        </p:spPr>
      </p:pic>
      <p:sp>
        <p:nvSpPr>
          <p:cNvPr id="70" name="Insert Presentation lorem ipsum dolor title Here"/>
          <p:cNvSpPr txBox="1">
            <a:spLocks noGrp="1"/>
          </p:cNvSpPr>
          <p:nvPr>
            <p:ph type="title" hasCustomPrompt="1"/>
          </p:nvPr>
        </p:nvSpPr>
        <p:spPr>
          <a:xfrm>
            <a:off x="2325688" y="875598"/>
            <a:ext cx="7566025" cy="2556461"/>
          </a:xfrm>
          <a:prstGeom prst="rect">
            <a:avLst/>
          </a:prstGeom>
        </p:spPr>
        <p:txBody>
          <a:bodyPr/>
          <a:lstStyle>
            <a:lvl1pPr algn="ctr">
              <a:defRPr sz="6000" b="1">
                <a:solidFill>
                  <a:srgbClr val="000000"/>
                </a:solidFill>
              </a:defRPr>
            </a:lvl1pPr>
          </a:lstStyle>
          <a:p>
            <a:r>
              <a:t>Insert Presentation lorem ipsum dolor title Here</a:t>
            </a:r>
          </a:p>
        </p:txBody>
      </p:sp>
      <p:sp>
        <p:nvSpPr>
          <p:cNvPr id="71" name="Text Placeholder 22"/>
          <p:cNvSpPr>
            <a:spLocks noGrp="1"/>
          </p:cNvSpPr>
          <p:nvPr>
            <p:ph type="body" sz="quarter" idx="22" hasCustomPrompt="1"/>
          </p:nvPr>
        </p:nvSpPr>
        <p:spPr>
          <a:xfrm>
            <a:off x="4237039" y="4035895"/>
            <a:ext cx="3743324" cy="700088"/>
          </a:xfrm>
          <a:prstGeom prst="rect">
            <a:avLst/>
          </a:prstGeom>
          <a:noFill/>
          <a:ln w="12700">
            <a:noFill/>
            <a:miter lim="400000"/>
          </a:ln>
        </p:spPr>
        <p:txBody>
          <a:bodyPr lIns="0" tIns="0" rIns="0" bIns="0" anchor="t"/>
          <a:lstStyle>
            <a:lvl1pPr algn="ctr" defTabSz="457200">
              <a:defRPr sz="2000" spc="-100">
                <a:solidFill>
                  <a:srgbClr val="000000"/>
                </a:solidFill>
                <a:latin typeface="Avenir Next LT Pro Demi"/>
                <a:ea typeface="Avenir Next LT Pro Demi"/>
                <a:cs typeface="Avenir Next LT Pro Demi"/>
                <a:sym typeface="Avenir Next LT Pro Demi"/>
              </a:defRPr>
            </a:lvl1pPr>
          </a:lstStyle>
          <a:p>
            <a:r>
              <a:t>Presenter name Presenter title</a:t>
            </a:r>
          </a:p>
        </p:txBody>
      </p:sp>
      <p:sp>
        <p:nvSpPr>
          <p:cNvPr id="72" name="Slide Number"/>
          <p:cNvSpPr txBox="1">
            <a:spLocks noGrp="1"/>
          </p:cNvSpPr>
          <p:nvPr>
            <p:ph type="sldNum" sz="quarter" idx="2"/>
          </p:nvPr>
        </p:nvSpPr>
        <p:spPr>
          <a:xfrm>
            <a:off x="8586918" y="6202463"/>
            <a:ext cx="150682" cy="153888"/>
          </a:xfrm>
          <a:prstGeom prst="rect">
            <a:avLst/>
          </a:prstGeom>
        </p:spPr>
        <p:txBody>
          <a:bodyPr/>
          <a:lstStyle>
            <a:lvl1pPr>
              <a:defRPr>
                <a:solidFill>
                  <a:srgbClr val="808080"/>
                </a:solidFill>
              </a:defRPr>
            </a:lvl1pPr>
          </a:lstStyle>
          <a:p>
            <a:fld id="{86CB4B4D-7CA3-9044-876B-883B54F8677D}" type="slidenum">
              <a:t>‹#›</a:t>
            </a:fld>
            <a:endParaRPr/>
          </a:p>
        </p:txBody>
      </p:sp>
    </p:spTree>
    <p:extLst>
      <p:ext uri="{BB962C8B-B14F-4D97-AF65-F5344CB8AC3E}">
        <p14:creationId xmlns:p14="http://schemas.microsoft.com/office/powerpoint/2010/main" val="300072846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s and 3 text boxes with content inside">
    <p:bg>
      <p:bgPr>
        <a:solidFill>
          <a:srgbClr val="FFFFFF"/>
        </a:solidFill>
        <a:effectLst/>
      </p:bgPr>
    </p:bg>
    <p:spTree>
      <p:nvGrpSpPr>
        <p:cNvPr id="1" name=""/>
        <p:cNvGrpSpPr/>
        <p:nvPr/>
      </p:nvGrpSpPr>
      <p:grpSpPr>
        <a:xfrm>
          <a:off x="0" y="0"/>
          <a:ext cx="0" cy="0"/>
          <a:chOff x="0" y="0"/>
          <a:chExt cx="0" cy="0"/>
        </a:xfrm>
      </p:grpSpPr>
      <p:pic>
        <p:nvPicPr>
          <p:cNvPr id="679"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680" name="Body Level One…"/>
          <p:cNvSpPr txBox="1">
            <a:spLocks noGrp="1"/>
          </p:cNvSpPr>
          <p:nvPr>
            <p:ph type="body" sz="quarter" idx="1" hasCustomPrompt="1"/>
          </p:nvPr>
        </p:nvSpPr>
        <p:spPr>
          <a:xfrm>
            <a:off x="406400" y="1546841"/>
            <a:ext cx="3497542" cy="4158180"/>
          </a:xfrm>
          <a:prstGeom prst="rect">
            <a:avLst/>
          </a:prstGeom>
          <a:noFill/>
          <a:ln>
            <a:solidFill>
              <a:srgbClr val="D9D9D9"/>
            </a:solidFill>
            <a:round/>
          </a:ln>
        </p:spPr>
        <p:txBody>
          <a:bodyPr lIns="0" tIns="0" rIns="0" bIns="0"/>
          <a:lstStyle>
            <a:lvl1pPr algn="ctr" defTabSz="457200">
              <a:spcBef>
                <a:spcPts val="900"/>
              </a:spcBef>
              <a:defRPr spc="-75">
                <a:latin typeface="Avenir Next LT Pro Demi"/>
                <a:ea typeface="Avenir Next LT Pro Demi"/>
                <a:cs typeface="Avenir Next LT Pro Demi"/>
                <a:sym typeface="Avenir Next LT Pro Demi"/>
              </a:defRPr>
            </a:lvl1pPr>
            <a:lvl2pPr marL="0" indent="495000" algn="ctr" defTabSz="457200">
              <a:spcBef>
                <a:spcPts val="900"/>
              </a:spcBef>
              <a:buSzTx/>
              <a:buNone/>
              <a:defRPr spc="-75">
                <a:latin typeface="Avenir Next LT Pro Demi"/>
                <a:ea typeface="Avenir Next LT Pro Demi"/>
                <a:cs typeface="Avenir Next LT Pro Demi"/>
                <a:sym typeface="Avenir Next LT Pro Demi"/>
              </a:defRPr>
            </a:lvl2pPr>
            <a:lvl3pPr marL="0" indent="1026000" algn="ctr" defTabSz="457200">
              <a:spcBef>
                <a:spcPts val="900"/>
              </a:spcBef>
              <a:buSzTx/>
              <a:buNone/>
              <a:defRPr spc="-75">
                <a:latin typeface="Avenir Next LT Pro Demi"/>
                <a:ea typeface="Avenir Next LT Pro Demi"/>
                <a:cs typeface="Avenir Next LT Pro Demi"/>
                <a:sym typeface="Avenir Next LT Pro Demi"/>
              </a:defRPr>
            </a:lvl3pPr>
            <a:lvl4pPr marL="0" indent="1476000" algn="ctr" defTabSz="457200">
              <a:spcBef>
                <a:spcPts val="900"/>
              </a:spcBef>
              <a:buSzTx/>
              <a:buNone/>
              <a:defRPr spc="-75">
                <a:latin typeface="Avenir Next LT Pro Demi"/>
                <a:ea typeface="Avenir Next LT Pro Demi"/>
                <a:cs typeface="Avenir Next LT Pro Demi"/>
                <a:sym typeface="Avenir Next LT Pro Demi"/>
              </a:defRPr>
            </a:lvl4pPr>
            <a:lvl5pPr marL="0" indent="1926000" algn="ctr" defTabSz="457200">
              <a:spcBef>
                <a:spcPts val="900"/>
              </a:spcBef>
              <a:buSzTx/>
              <a:buNone/>
              <a:defRPr spc="-75">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681" name="Text Placeholder 2"/>
          <p:cNvSpPr>
            <a:spLocks noGrp="1"/>
          </p:cNvSpPr>
          <p:nvPr>
            <p:ph type="body" sz="quarter" idx="21" hasCustomPrompt="1"/>
          </p:nvPr>
        </p:nvSpPr>
        <p:spPr>
          <a:xfrm>
            <a:off x="4406791" y="1592088"/>
            <a:ext cx="3407047" cy="4067686"/>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682" name="Text Placeholder 2"/>
          <p:cNvSpPr>
            <a:spLocks noGrp="1"/>
          </p:cNvSpPr>
          <p:nvPr>
            <p:ph type="body" sz="quarter" idx="22" hasCustomPrompt="1"/>
          </p:nvPr>
        </p:nvSpPr>
        <p:spPr>
          <a:xfrm>
            <a:off x="8349573" y="1592088"/>
            <a:ext cx="3407047" cy="4067686"/>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683"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684"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685"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686"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687" name="Text Placeholder 4"/>
          <p:cNvSpPr>
            <a:spLocks noGrp="1"/>
          </p:cNvSpPr>
          <p:nvPr>
            <p:ph type="body" sz="quarter" idx="25"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688" name="Text Placeholder 14"/>
          <p:cNvSpPr>
            <a:spLocks noGrp="1"/>
          </p:cNvSpPr>
          <p:nvPr>
            <p:ph type="body" sz="quarter" idx="26" hasCustomPrompt="1"/>
          </p:nvPr>
        </p:nvSpPr>
        <p:spPr>
          <a:xfrm>
            <a:off x="609600" y="1785594"/>
            <a:ext cx="3084287" cy="357983"/>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689" name="Text Placeholder 17"/>
          <p:cNvSpPr>
            <a:spLocks noGrp="1"/>
          </p:cNvSpPr>
          <p:nvPr>
            <p:ph type="body" sz="quarter" idx="27" hasCustomPrompt="1"/>
          </p:nvPr>
        </p:nvSpPr>
        <p:spPr>
          <a:xfrm>
            <a:off x="609600" y="2110716"/>
            <a:ext cx="3084287"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 labore.</a:t>
            </a:r>
          </a:p>
        </p:txBody>
      </p:sp>
      <p:sp>
        <p:nvSpPr>
          <p:cNvPr id="690" name="Text Placeholder 14"/>
          <p:cNvSpPr>
            <a:spLocks noGrp="1"/>
          </p:cNvSpPr>
          <p:nvPr>
            <p:ph type="body" sz="quarter" idx="28" hasCustomPrompt="1"/>
          </p:nvPr>
        </p:nvSpPr>
        <p:spPr>
          <a:xfrm>
            <a:off x="4572000" y="1785594"/>
            <a:ext cx="3084286" cy="357983"/>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691" name="Text Placeholder 17"/>
          <p:cNvSpPr>
            <a:spLocks noGrp="1"/>
          </p:cNvSpPr>
          <p:nvPr>
            <p:ph type="body" sz="quarter" idx="29" hasCustomPrompt="1"/>
          </p:nvPr>
        </p:nvSpPr>
        <p:spPr>
          <a:xfrm>
            <a:off x="4572000" y="2110716"/>
            <a:ext cx="3084286"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 labore.</a:t>
            </a:r>
          </a:p>
        </p:txBody>
      </p:sp>
      <p:sp>
        <p:nvSpPr>
          <p:cNvPr id="692" name="Text Placeholder 14"/>
          <p:cNvSpPr>
            <a:spLocks noGrp="1"/>
          </p:cNvSpPr>
          <p:nvPr>
            <p:ph type="body" sz="quarter" idx="30" hasCustomPrompt="1"/>
          </p:nvPr>
        </p:nvSpPr>
        <p:spPr>
          <a:xfrm>
            <a:off x="8498114" y="1785594"/>
            <a:ext cx="3084286" cy="357983"/>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693" name="Text Placeholder 17"/>
          <p:cNvSpPr>
            <a:spLocks noGrp="1"/>
          </p:cNvSpPr>
          <p:nvPr>
            <p:ph type="body" sz="quarter" idx="31" hasCustomPrompt="1"/>
          </p:nvPr>
        </p:nvSpPr>
        <p:spPr>
          <a:xfrm>
            <a:off x="8498114" y="2110716"/>
            <a:ext cx="3084286"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 labore.</a:t>
            </a:r>
          </a:p>
        </p:txBody>
      </p:sp>
    </p:spTree>
    <p:extLst>
      <p:ext uri="{BB962C8B-B14F-4D97-AF65-F5344CB8AC3E}">
        <p14:creationId xmlns:p14="http://schemas.microsoft.com/office/powerpoint/2010/main" val="102008150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s and 4 text boxes with content inside">
    <p:bg>
      <p:bgPr>
        <a:solidFill>
          <a:srgbClr val="FFFFFF"/>
        </a:solidFill>
        <a:effectLst/>
      </p:bgPr>
    </p:bg>
    <p:spTree>
      <p:nvGrpSpPr>
        <p:cNvPr id="1" name=""/>
        <p:cNvGrpSpPr/>
        <p:nvPr/>
      </p:nvGrpSpPr>
      <p:grpSpPr>
        <a:xfrm>
          <a:off x="0" y="0"/>
          <a:ext cx="0" cy="0"/>
          <a:chOff x="0" y="0"/>
          <a:chExt cx="0" cy="0"/>
        </a:xfrm>
      </p:grpSpPr>
      <p:pic>
        <p:nvPicPr>
          <p:cNvPr id="70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701" name="Body Level One…"/>
          <p:cNvSpPr txBox="1">
            <a:spLocks noGrp="1"/>
          </p:cNvSpPr>
          <p:nvPr>
            <p:ph type="body" sz="quarter" idx="1" hasCustomPrompt="1"/>
          </p:nvPr>
        </p:nvSpPr>
        <p:spPr>
          <a:xfrm>
            <a:off x="406400" y="1546841"/>
            <a:ext cx="2669401" cy="4158180"/>
          </a:xfrm>
          <a:prstGeom prst="rect">
            <a:avLst/>
          </a:prstGeom>
          <a:noFill/>
          <a:ln>
            <a:solidFill>
              <a:srgbClr val="D9D9D9"/>
            </a:solidFill>
            <a:round/>
          </a:ln>
        </p:spPr>
        <p:txBody>
          <a:bodyPr lIns="0" tIns="0" rIns="0" bIns="0"/>
          <a:lstStyle>
            <a:lvl1pPr algn="ctr" defTabSz="457200">
              <a:spcBef>
                <a:spcPts val="900"/>
              </a:spcBef>
              <a:defRPr spc="-75">
                <a:latin typeface="Avenir Next LT Pro Demi"/>
                <a:ea typeface="Avenir Next LT Pro Demi"/>
                <a:cs typeface="Avenir Next LT Pro Demi"/>
                <a:sym typeface="Avenir Next LT Pro Demi"/>
              </a:defRPr>
            </a:lvl1pPr>
            <a:lvl2pPr marL="0" indent="495000" algn="ctr" defTabSz="457200">
              <a:spcBef>
                <a:spcPts val="900"/>
              </a:spcBef>
              <a:buSzTx/>
              <a:buNone/>
              <a:defRPr spc="-75">
                <a:latin typeface="Avenir Next LT Pro Demi"/>
                <a:ea typeface="Avenir Next LT Pro Demi"/>
                <a:cs typeface="Avenir Next LT Pro Demi"/>
                <a:sym typeface="Avenir Next LT Pro Demi"/>
              </a:defRPr>
            </a:lvl2pPr>
            <a:lvl3pPr marL="0" indent="1026000" algn="ctr" defTabSz="457200">
              <a:spcBef>
                <a:spcPts val="900"/>
              </a:spcBef>
              <a:buSzTx/>
              <a:buNone/>
              <a:defRPr spc="-75">
                <a:latin typeface="Avenir Next LT Pro Demi"/>
                <a:ea typeface="Avenir Next LT Pro Demi"/>
                <a:cs typeface="Avenir Next LT Pro Demi"/>
                <a:sym typeface="Avenir Next LT Pro Demi"/>
              </a:defRPr>
            </a:lvl3pPr>
            <a:lvl4pPr marL="0" indent="1476000" algn="ctr" defTabSz="457200">
              <a:spcBef>
                <a:spcPts val="900"/>
              </a:spcBef>
              <a:buSzTx/>
              <a:buNone/>
              <a:defRPr spc="-75">
                <a:latin typeface="Avenir Next LT Pro Demi"/>
                <a:ea typeface="Avenir Next LT Pro Demi"/>
                <a:cs typeface="Avenir Next LT Pro Demi"/>
                <a:sym typeface="Avenir Next LT Pro Demi"/>
              </a:defRPr>
            </a:lvl4pPr>
            <a:lvl5pPr marL="0" indent="1926000" algn="ctr" defTabSz="457200">
              <a:spcBef>
                <a:spcPts val="900"/>
              </a:spcBef>
              <a:buSzTx/>
              <a:buNone/>
              <a:defRPr spc="-75">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702"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703"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704"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705"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706" name="Text Placeholder 4"/>
          <p:cNvSpPr>
            <a:spLocks noGrp="1"/>
          </p:cNvSpPr>
          <p:nvPr>
            <p:ph type="body" sz="quarter" idx="23"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707" name="Text Placeholder 14"/>
          <p:cNvSpPr>
            <a:spLocks noGrp="1"/>
          </p:cNvSpPr>
          <p:nvPr>
            <p:ph type="body" sz="quarter" idx="24" hasCustomPrompt="1"/>
          </p:nvPr>
        </p:nvSpPr>
        <p:spPr>
          <a:xfrm>
            <a:off x="571100" y="1785594"/>
            <a:ext cx="2340001"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708" name="Text Placeholder 17"/>
          <p:cNvSpPr>
            <a:spLocks noGrp="1"/>
          </p:cNvSpPr>
          <p:nvPr>
            <p:ph type="body" sz="quarter" idx="25" hasCustomPrompt="1"/>
          </p:nvPr>
        </p:nvSpPr>
        <p:spPr>
          <a:xfrm>
            <a:off x="571100" y="2110716"/>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709" name="Text Placeholder 2"/>
          <p:cNvSpPr>
            <a:spLocks noGrp="1"/>
          </p:cNvSpPr>
          <p:nvPr>
            <p:ph type="body" sz="quarter" idx="26" hasCustomPrompt="1"/>
          </p:nvPr>
        </p:nvSpPr>
        <p:spPr>
          <a:xfrm>
            <a:off x="3348276"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10" name="Text Placeholder 14"/>
          <p:cNvSpPr>
            <a:spLocks noGrp="1"/>
          </p:cNvSpPr>
          <p:nvPr>
            <p:ph type="body" sz="quarter" idx="27" hasCustomPrompt="1"/>
          </p:nvPr>
        </p:nvSpPr>
        <p:spPr>
          <a:xfrm>
            <a:off x="3478442" y="1785594"/>
            <a:ext cx="2340001"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711" name="Text Placeholder 17"/>
          <p:cNvSpPr>
            <a:spLocks noGrp="1"/>
          </p:cNvSpPr>
          <p:nvPr>
            <p:ph type="body" sz="quarter" idx="28" hasCustomPrompt="1"/>
          </p:nvPr>
        </p:nvSpPr>
        <p:spPr>
          <a:xfrm>
            <a:off x="3478442" y="2110716"/>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712" name="Text Placeholder 2"/>
          <p:cNvSpPr>
            <a:spLocks noGrp="1"/>
          </p:cNvSpPr>
          <p:nvPr>
            <p:ph type="body" sz="quarter" idx="29" hasCustomPrompt="1"/>
          </p:nvPr>
        </p:nvSpPr>
        <p:spPr>
          <a:xfrm>
            <a:off x="6255619"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13" name="Text Placeholder 14"/>
          <p:cNvSpPr>
            <a:spLocks noGrp="1"/>
          </p:cNvSpPr>
          <p:nvPr>
            <p:ph type="body" sz="quarter" idx="30" hasCustomPrompt="1"/>
          </p:nvPr>
        </p:nvSpPr>
        <p:spPr>
          <a:xfrm>
            <a:off x="6385785" y="1785594"/>
            <a:ext cx="2340001"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714" name="Text Placeholder 17"/>
          <p:cNvSpPr>
            <a:spLocks noGrp="1"/>
          </p:cNvSpPr>
          <p:nvPr>
            <p:ph type="body" sz="quarter" idx="31" hasCustomPrompt="1"/>
          </p:nvPr>
        </p:nvSpPr>
        <p:spPr>
          <a:xfrm>
            <a:off x="6385785" y="2110716"/>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715" name="Text Placeholder 2"/>
          <p:cNvSpPr>
            <a:spLocks noGrp="1"/>
          </p:cNvSpPr>
          <p:nvPr>
            <p:ph type="body" sz="quarter" idx="32" hasCustomPrompt="1"/>
          </p:nvPr>
        </p:nvSpPr>
        <p:spPr>
          <a:xfrm>
            <a:off x="9162962"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16" name="Text Placeholder 14"/>
          <p:cNvSpPr>
            <a:spLocks noGrp="1"/>
          </p:cNvSpPr>
          <p:nvPr>
            <p:ph type="body" sz="quarter" idx="33" hasCustomPrompt="1"/>
          </p:nvPr>
        </p:nvSpPr>
        <p:spPr>
          <a:xfrm>
            <a:off x="9293127" y="1785594"/>
            <a:ext cx="2340001"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717" name="Text Placeholder 17"/>
          <p:cNvSpPr>
            <a:spLocks noGrp="1"/>
          </p:cNvSpPr>
          <p:nvPr>
            <p:ph type="body" sz="quarter" idx="34" hasCustomPrompt="1"/>
          </p:nvPr>
        </p:nvSpPr>
        <p:spPr>
          <a:xfrm>
            <a:off x="9293127" y="2110716"/>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Tree>
    <p:extLst>
      <p:ext uri="{BB962C8B-B14F-4D97-AF65-F5344CB8AC3E}">
        <p14:creationId xmlns:p14="http://schemas.microsoft.com/office/powerpoint/2010/main" val="247374002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s and 5 text boxes with content inside">
    <p:bg>
      <p:bgPr>
        <a:solidFill>
          <a:srgbClr val="FFFFFF"/>
        </a:solidFill>
        <a:effectLst/>
      </p:bgPr>
    </p:bg>
    <p:spTree>
      <p:nvGrpSpPr>
        <p:cNvPr id="1" name=""/>
        <p:cNvGrpSpPr/>
        <p:nvPr/>
      </p:nvGrpSpPr>
      <p:grpSpPr>
        <a:xfrm>
          <a:off x="0" y="0"/>
          <a:ext cx="0" cy="0"/>
          <a:chOff x="0" y="0"/>
          <a:chExt cx="0" cy="0"/>
        </a:xfrm>
      </p:grpSpPr>
      <p:pic>
        <p:nvPicPr>
          <p:cNvPr id="72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725" name="Body Level One…"/>
          <p:cNvSpPr txBox="1">
            <a:spLocks noGrp="1"/>
          </p:cNvSpPr>
          <p:nvPr>
            <p:ph type="body" sz="quarter" idx="1" hasCustomPrompt="1"/>
          </p:nvPr>
        </p:nvSpPr>
        <p:spPr>
          <a:xfrm>
            <a:off x="406400" y="1546841"/>
            <a:ext cx="2188800" cy="4158180"/>
          </a:xfrm>
          <a:prstGeom prst="rect">
            <a:avLst/>
          </a:prstGeom>
          <a:noFill/>
          <a:ln>
            <a:solidFill>
              <a:srgbClr val="D9D9D9"/>
            </a:solidFill>
            <a:round/>
          </a:ln>
        </p:spPr>
        <p:txBody>
          <a:bodyPr lIns="0" tIns="0" rIns="0" bIns="0"/>
          <a:lstStyle>
            <a:lvl1pPr algn="ctr" defTabSz="457200">
              <a:spcBef>
                <a:spcPts val="900"/>
              </a:spcBef>
              <a:defRPr spc="-75">
                <a:latin typeface="Avenir Next LT Pro Demi"/>
                <a:ea typeface="Avenir Next LT Pro Demi"/>
                <a:cs typeface="Avenir Next LT Pro Demi"/>
                <a:sym typeface="Avenir Next LT Pro Demi"/>
              </a:defRPr>
            </a:lvl1pPr>
            <a:lvl2pPr marL="0" indent="495000" algn="ctr" defTabSz="457200">
              <a:spcBef>
                <a:spcPts val="900"/>
              </a:spcBef>
              <a:buSzTx/>
              <a:buNone/>
              <a:defRPr spc="-75">
                <a:latin typeface="Avenir Next LT Pro Demi"/>
                <a:ea typeface="Avenir Next LT Pro Demi"/>
                <a:cs typeface="Avenir Next LT Pro Demi"/>
                <a:sym typeface="Avenir Next LT Pro Demi"/>
              </a:defRPr>
            </a:lvl2pPr>
            <a:lvl3pPr marL="0" indent="1026000" algn="ctr" defTabSz="457200">
              <a:spcBef>
                <a:spcPts val="900"/>
              </a:spcBef>
              <a:buSzTx/>
              <a:buNone/>
              <a:defRPr spc="-75">
                <a:latin typeface="Avenir Next LT Pro Demi"/>
                <a:ea typeface="Avenir Next LT Pro Demi"/>
                <a:cs typeface="Avenir Next LT Pro Demi"/>
                <a:sym typeface="Avenir Next LT Pro Demi"/>
              </a:defRPr>
            </a:lvl3pPr>
            <a:lvl4pPr marL="0" indent="1476000" algn="ctr" defTabSz="457200">
              <a:spcBef>
                <a:spcPts val="900"/>
              </a:spcBef>
              <a:buSzTx/>
              <a:buNone/>
              <a:defRPr spc="-75">
                <a:latin typeface="Avenir Next LT Pro Demi"/>
                <a:ea typeface="Avenir Next LT Pro Demi"/>
                <a:cs typeface="Avenir Next LT Pro Demi"/>
                <a:sym typeface="Avenir Next LT Pro Demi"/>
              </a:defRPr>
            </a:lvl4pPr>
            <a:lvl5pPr marL="0" indent="1926000" algn="ctr" defTabSz="457200">
              <a:spcBef>
                <a:spcPts val="900"/>
              </a:spcBef>
              <a:buSzTx/>
              <a:buNone/>
              <a:defRPr spc="-75">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726"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727"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728"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729"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730" name="Text Placeholder 4"/>
          <p:cNvSpPr>
            <a:spLocks noGrp="1"/>
          </p:cNvSpPr>
          <p:nvPr>
            <p:ph type="body" sz="quarter" idx="23"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731" name="Text Placeholder 17"/>
          <p:cNvSpPr>
            <a:spLocks noGrp="1"/>
          </p:cNvSpPr>
          <p:nvPr>
            <p:ph type="body" sz="quarter" idx="24" hasCustomPrompt="1"/>
          </p:nvPr>
        </p:nvSpPr>
        <p:spPr>
          <a:xfrm>
            <a:off x="573451" y="1702997"/>
            <a:ext cx="1832632" cy="683658"/>
          </a:xfrm>
          <a:prstGeom prst="rect">
            <a:avLst/>
          </a:prstGeom>
          <a:noFill/>
          <a:ln w="12700">
            <a:noFill/>
            <a:miter lim="400000"/>
          </a:ln>
        </p:spPr>
        <p:txBody>
          <a:bodyPr lIns="0" tIns="0" rIns="0" bIns="0" anchor="t"/>
          <a:lstStyle>
            <a:lvl1pPr defTabSz="352044">
              <a:spcBef>
                <a:spcPts val="650"/>
              </a:spcBef>
              <a:defRPr sz="1155">
                <a:solidFill>
                  <a:srgbClr val="000000"/>
                </a:solidFill>
                <a:latin typeface="Avenir Next LT Pro Demi"/>
                <a:ea typeface="Avenir Next LT Pro Demi"/>
                <a:cs typeface="Avenir Next LT Pro Demi"/>
                <a:sym typeface="Avenir Next LT Pro Demi"/>
              </a:defRPr>
            </a:lvl1pPr>
          </a:lstStyle>
          <a:p>
            <a:r>
              <a:t>Lorem ipsum dolor sit amet, consecteur adipiscing elit, sed incididun labore.</a:t>
            </a:r>
          </a:p>
        </p:txBody>
      </p:sp>
      <p:sp>
        <p:nvSpPr>
          <p:cNvPr id="732" name="Text Placeholder 2"/>
          <p:cNvSpPr>
            <a:spLocks noGrp="1"/>
          </p:cNvSpPr>
          <p:nvPr>
            <p:ph type="body" sz="quarter" idx="25" hasCustomPrompt="1"/>
          </p:nvPr>
        </p:nvSpPr>
        <p:spPr>
          <a:xfrm>
            <a:off x="2736214" y="1575157"/>
            <a:ext cx="2132167" cy="4101547"/>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33" name="Text Placeholder 17"/>
          <p:cNvSpPr>
            <a:spLocks noGrp="1"/>
          </p:cNvSpPr>
          <p:nvPr>
            <p:ph type="body" sz="quarter" idx="26" hasCustomPrompt="1"/>
          </p:nvPr>
        </p:nvSpPr>
        <p:spPr>
          <a:xfrm>
            <a:off x="2874949" y="1702997"/>
            <a:ext cx="1832632" cy="683658"/>
          </a:xfrm>
          <a:prstGeom prst="rect">
            <a:avLst/>
          </a:prstGeom>
          <a:noFill/>
          <a:ln w="12700">
            <a:noFill/>
            <a:miter lim="400000"/>
          </a:ln>
        </p:spPr>
        <p:txBody>
          <a:bodyPr lIns="0" tIns="0" rIns="0" bIns="0" anchor="t"/>
          <a:lstStyle>
            <a:lvl1pPr defTabSz="352044">
              <a:spcBef>
                <a:spcPts val="650"/>
              </a:spcBef>
              <a:defRPr sz="1155">
                <a:solidFill>
                  <a:srgbClr val="000000"/>
                </a:solidFill>
                <a:latin typeface="Avenir Next LT Pro Demi"/>
                <a:ea typeface="Avenir Next LT Pro Demi"/>
                <a:cs typeface="Avenir Next LT Pro Demi"/>
                <a:sym typeface="Avenir Next LT Pro Demi"/>
              </a:defRPr>
            </a:lvl1pPr>
          </a:lstStyle>
          <a:p>
            <a:r>
              <a:t>Lorem ipsum dolor sit amet, consecteur adipiscing elit, sed incididun labore.</a:t>
            </a:r>
          </a:p>
        </p:txBody>
      </p:sp>
      <p:sp>
        <p:nvSpPr>
          <p:cNvPr id="734" name="Text Placeholder 2"/>
          <p:cNvSpPr>
            <a:spLocks noGrp="1"/>
          </p:cNvSpPr>
          <p:nvPr>
            <p:ph type="body" sz="quarter" idx="27" hasCustomPrompt="1"/>
          </p:nvPr>
        </p:nvSpPr>
        <p:spPr>
          <a:xfrm>
            <a:off x="5037710" y="1575157"/>
            <a:ext cx="2132168" cy="4101547"/>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35" name="Text Placeholder 17"/>
          <p:cNvSpPr>
            <a:spLocks noGrp="1"/>
          </p:cNvSpPr>
          <p:nvPr>
            <p:ph type="body" sz="quarter" idx="28" hasCustomPrompt="1"/>
          </p:nvPr>
        </p:nvSpPr>
        <p:spPr>
          <a:xfrm>
            <a:off x="5176446" y="1702997"/>
            <a:ext cx="1832632" cy="683658"/>
          </a:xfrm>
          <a:prstGeom prst="rect">
            <a:avLst/>
          </a:prstGeom>
          <a:noFill/>
          <a:ln w="12700">
            <a:noFill/>
            <a:miter lim="400000"/>
          </a:ln>
        </p:spPr>
        <p:txBody>
          <a:bodyPr lIns="0" tIns="0" rIns="0" bIns="0" anchor="t"/>
          <a:lstStyle>
            <a:lvl1pPr defTabSz="352044">
              <a:spcBef>
                <a:spcPts val="650"/>
              </a:spcBef>
              <a:defRPr sz="1155">
                <a:solidFill>
                  <a:srgbClr val="000000"/>
                </a:solidFill>
                <a:latin typeface="Avenir Next LT Pro Demi"/>
                <a:ea typeface="Avenir Next LT Pro Demi"/>
                <a:cs typeface="Avenir Next LT Pro Demi"/>
                <a:sym typeface="Avenir Next LT Pro Demi"/>
              </a:defRPr>
            </a:lvl1pPr>
          </a:lstStyle>
          <a:p>
            <a:r>
              <a:t>Lorem ipsum dolor sit amet, consecteur adipiscing elit, sed incididun labore.</a:t>
            </a:r>
          </a:p>
        </p:txBody>
      </p:sp>
      <p:sp>
        <p:nvSpPr>
          <p:cNvPr id="736" name="Text Placeholder 2"/>
          <p:cNvSpPr>
            <a:spLocks noGrp="1"/>
          </p:cNvSpPr>
          <p:nvPr>
            <p:ph type="body" sz="quarter" idx="29" hasCustomPrompt="1"/>
          </p:nvPr>
        </p:nvSpPr>
        <p:spPr>
          <a:xfrm>
            <a:off x="7339208" y="1575157"/>
            <a:ext cx="2132168" cy="4101547"/>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37" name="Text Placeholder 17"/>
          <p:cNvSpPr>
            <a:spLocks noGrp="1"/>
          </p:cNvSpPr>
          <p:nvPr>
            <p:ph type="body" sz="quarter" idx="30" hasCustomPrompt="1"/>
          </p:nvPr>
        </p:nvSpPr>
        <p:spPr>
          <a:xfrm>
            <a:off x="7477943" y="1702997"/>
            <a:ext cx="1832632" cy="683658"/>
          </a:xfrm>
          <a:prstGeom prst="rect">
            <a:avLst/>
          </a:prstGeom>
          <a:noFill/>
          <a:ln w="12700">
            <a:noFill/>
            <a:miter lim="400000"/>
          </a:ln>
        </p:spPr>
        <p:txBody>
          <a:bodyPr lIns="0" tIns="0" rIns="0" bIns="0" anchor="t"/>
          <a:lstStyle>
            <a:lvl1pPr defTabSz="352044">
              <a:spcBef>
                <a:spcPts val="650"/>
              </a:spcBef>
              <a:defRPr sz="1155">
                <a:solidFill>
                  <a:srgbClr val="000000"/>
                </a:solidFill>
                <a:latin typeface="Avenir Next LT Pro Demi"/>
                <a:ea typeface="Avenir Next LT Pro Demi"/>
                <a:cs typeface="Avenir Next LT Pro Demi"/>
                <a:sym typeface="Avenir Next LT Pro Demi"/>
              </a:defRPr>
            </a:lvl1pPr>
          </a:lstStyle>
          <a:p>
            <a:r>
              <a:t>Lorem ipsum dolor sit amet, consecteur adipiscing elit, sed incididun labore.</a:t>
            </a:r>
          </a:p>
        </p:txBody>
      </p:sp>
      <p:sp>
        <p:nvSpPr>
          <p:cNvPr id="738" name="Text Placeholder 2"/>
          <p:cNvSpPr>
            <a:spLocks noGrp="1"/>
          </p:cNvSpPr>
          <p:nvPr>
            <p:ph type="body" sz="quarter" idx="31" hasCustomPrompt="1"/>
          </p:nvPr>
        </p:nvSpPr>
        <p:spPr>
          <a:xfrm>
            <a:off x="9640705" y="1575157"/>
            <a:ext cx="2132167" cy="4101547"/>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39" name="Text Placeholder 17"/>
          <p:cNvSpPr>
            <a:spLocks noGrp="1"/>
          </p:cNvSpPr>
          <p:nvPr>
            <p:ph type="body" sz="quarter" idx="32" hasCustomPrompt="1"/>
          </p:nvPr>
        </p:nvSpPr>
        <p:spPr>
          <a:xfrm>
            <a:off x="9779440" y="1702997"/>
            <a:ext cx="1832632" cy="683658"/>
          </a:xfrm>
          <a:prstGeom prst="rect">
            <a:avLst/>
          </a:prstGeom>
          <a:noFill/>
          <a:ln w="12700">
            <a:noFill/>
            <a:miter lim="400000"/>
          </a:ln>
        </p:spPr>
        <p:txBody>
          <a:bodyPr lIns="0" tIns="0" rIns="0" bIns="0" anchor="t"/>
          <a:lstStyle>
            <a:lvl1pPr defTabSz="352044">
              <a:spcBef>
                <a:spcPts val="650"/>
              </a:spcBef>
              <a:defRPr sz="1155">
                <a:solidFill>
                  <a:srgbClr val="000000"/>
                </a:solidFill>
                <a:latin typeface="Avenir Next LT Pro Demi"/>
                <a:ea typeface="Avenir Next LT Pro Demi"/>
                <a:cs typeface="Avenir Next LT Pro Demi"/>
                <a:sym typeface="Avenir Next LT Pro Demi"/>
              </a:defRPr>
            </a:lvl1pPr>
          </a:lstStyle>
          <a:p>
            <a:r>
              <a:t>Lorem ipsum dolor sit amet, consecteur adipiscing elit, sed incididun labore.</a:t>
            </a:r>
          </a:p>
        </p:txBody>
      </p:sp>
    </p:spTree>
    <p:extLst>
      <p:ext uri="{BB962C8B-B14F-4D97-AF65-F5344CB8AC3E}">
        <p14:creationId xmlns:p14="http://schemas.microsoft.com/office/powerpoint/2010/main" val="1928601125"/>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s and 3 boxes with icons">
    <p:bg>
      <p:bgPr>
        <a:solidFill>
          <a:srgbClr val="FFFFFF"/>
        </a:solidFill>
        <a:effectLst/>
      </p:bgPr>
    </p:bg>
    <p:spTree>
      <p:nvGrpSpPr>
        <p:cNvPr id="1" name=""/>
        <p:cNvGrpSpPr/>
        <p:nvPr/>
      </p:nvGrpSpPr>
      <p:grpSpPr>
        <a:xfrm>
          <a:off x="0" y="0"/>
          <a:ext cx="0" cy="0"/>
          <a:chOff x="0" y="0"/>
          <a:chExt cx="0" cy="0"/>
        </a:xfrm>
      </p:grpSpPr>
      <p:pic>
        <p:nvPicPr>
          <p:cNvPr id="74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747" name="Body Level One…"/>
          <p:cNvSpPr txBox="1">
            <a:spLocks noGrp="1"/>
          </p:cNvSpPr>
          <p:nvPr>
            <p:ph type="body" sz="quarter" idx="1" hasCustomPrompt="1"/>
          </p:nvPr>
        </p:nvSpPr>
        <p:spPr>
          <a:xfrm>
            <a:off x="406400" y="1546841"/>
            <a:ext cx="3497542" cy="4158180"/>
          </a:xfrm>
          <a:prstGeom prst="rect">
            <a:avLst/>
          </a:prstGeom>
          <a:noFill/>
          <a:ln>
            <a:solidFill>
              <a:srgbClr val="D9D9D9"/>
            </a:solidFill>
            <a:round/>
          </a:ln>
        </p:spPr>
        <p:txBody>
          <a:bodyPr lIns="0" tIns="0" rIns="0" bIns="0"/>
          <a:lstStyle>
            <a:lvl1pPr algn="ctr" defTabSz="457200">
              <a:spcBef>
                <a:spcPts val="900"/>
              </a:spcBef>
              <a:defRPr spc="-75">
                <a:latin typeface="Avenir Next LT Pro Demi"/>
                <a:ea typeface="Avenir Next LT Pro Demi"/>
                <a:cs typeface="Avenir Next LT Pro Demi"/>
                <a:sym typeface="Avenir Next LT Pro Demi"/>
              </a:defRPr>
            </a:lvl1pPr>
            <a:lvl2pPr marL="0" indent="495000" algn="ctr" defTabSz="457200">
              <a:spcBef>
                <a:spcPts val="900"/>
              </a:spcBef>
              <a:buSzTx/>
              <a:buNone/>
              <a:defRPr spc="-75">
                <a:latin typeface="Avenir Next LT Pro Demi"/>
                <a:ea typeface="Avenir Next LT Pro Demi"/>
                <a:cs typeface="Avenir Next LT Pro Demi"/>
                <a:sym typeface="Avenir Next LT Pro Demi"/>
              </a:defRPr>
            </a:lvl2pPr>
            <a:lvl3pPr marL="0" indent="1026000" algn="ctr" defTabSz="457200">
              <a:spcBef>
                <a:spcPts val="900"/>
              </a:spcBef>
              <a:buSzTx/>
              <a:buNone/>
              <a:defRPr spc="-75">
                <a:latin typeface="Avenir Next LT Pro Demi"/>
                <a:ea typeface="Avenir Next LT Pro Demi"/>
                <a:cs typeface="Avenir Next LT Pro Demi"/>
                <a:sym typeface="Avenir Next LT Pro Demi"/>
              </a:defRPr>
            </a:lvl3pPr>
            <a:lvl4pPr marL="0" indent="1476000" algn="ctr" defTabSz="457200">
              <a:spcBef>
                <a:spcPts val="900"/>
              </a:spcBef>
              <a:buSzTx/>
              <a:buNone/>
              <a:defRPr spc="-75">
                <a:latin typeface="Avenir Next LT Pro Demi"/>
                <a:ea typeface="Avenir Next LT Pro Demi"/>
                <a:cs typeface="Avenir Next LT Pro Demi"/>
                <a:sym typeface="Avenir Next LT Pro Demi"/>
              </a:defRPr>
            </a:lvl4pPr>
            <a:lvl5pPr marL="0" indent="1926000" algn="ctr" defTabSz="457200">
              <a:spcBef>
                <a:spcPts val="900"/>
              </a:spcBef>
              <a:buSzTx/>
              <a:buNone/>
              <a:defRPr spc="-75">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748"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749"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750"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751"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752" name="Text Placeholder 4"/>
          <p:cNvSpPr>
            <a:spLocks noGrp="1"/>
          </p:cNvSpPr>
          <p:nvPr>
            <p:ph type="body" sz="quarter" idx="23"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753" name="Text Placeholder 14"/>
          <p:cNvSpPr>
            <a:spLocks noGrp="1"/>
          </p:cNvSpPr>
          <p:nvPr>
            <p:ph type="body" sz="quarter" idx="24" hasCustomPrompt="1"/>
          </p:nvPr>
        </p:nvSpPr>
        <p:spPr>
          <a:xfrm>
            <a:off x="630702" y="3926885"/>
            <a:ext cx="3020801" cy="483190"/>
          </a:xfrm>
          <a:prstGeom prst="rect">
            <a:avLst/>
          </a:prstGeom>
          <a:noFill/>
          <a:ln w="12700">
            <a:noFill/>
            <a:miter lim="400000"/>
          </a:ln>
        </p:spPr>
        <p:txBody>
          <a:bodyPr lIns="0" tIns="0" rIns="0" bIns="0" anchor="t"/>
          <a:lstStyle>
            <a:lvl1pPr defTabSz="356616">
              <a:spcBef>
                <a:spcPts val="700"/>
              </a:spcBef>
              <a:defRPr sz="3120" b="1" spc="-78">
                <a:solidFill>
                  <a:srgbClr val="000000"/>
                </a:solidFill>
              </a:defRPr>
            </a:lvl1pPr>
          </a:lstStyle>
          <a:p>
            <a:r>
              <a:t>Edit title</a:t>
            </a:r>
          </a:p>
        </p:txBody>
      </p:sp>
      <p:sp>
        <p:nvSpPr>
          <p:cNvPr id="754" name="Text Placeholder 17"/>
          <p:cNvSpPr>
            <a:spLocks noGrp="1"/>
          </p:cNvSpPr>
          <p:nvPr>
            <p:ph type="body" sz="quarter" idx="25" hasCustomPrompt="1"/>
          </p:nvPr>
        </p:nvSpPr>
        <p:spPr>
          <a:xfrm>
            <a:off x="644770" y="4544649"/>
            <a:ext cx="3006734"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a:t>
            </a:r>
          </a:p>
        </p:txBody>
      </p:sp>
      <p:sp>
        <p:nvSpPr>
          <p:cNvPr id="755" name="Picture Placeholder 16"/>
          <p:cNvSpPr>
            <a:spLocks noGrp="1"/>
          </p:cNvSpPr>
          <p:nvPr>
            <p:ph type="pic" sz="quarter" idx="26"/>
          </p:nvPr>
        </p:nvSpPr>
        <p:spPr>
          <a:xfrm>
            <a:off x="658838" y="1952975"/>
            <a:ext cx="1530001" cy="1530001"/>
          </a:xfrm>
          <a:prstGeom prst="rect">
            <a:avLst/>
          </a:prstGeom>
          <a:noFill/>
          <a:ln w="12700">
            <a:noFill/>
            <a:miter lim="400000"/>
          </a:ln>
        </p:spPr>
        <p:txBody>
          <a:bodyPr lIns="91439" tIns="45719" rIns="91439" bIns="45719" anchor="t">
            <a:noAutofit/>
          </a:bodyPr>
          <a:lstStyle/>
          <a:p>
            <a:endParaRPr/>
          </a:p>
        </p:txBody>
      </p:sp>
      <p:sp>
        <p:nvSpPr>
          <p:cNvPr id="756" name="Text Placeholder 2"/>
          <p:cNvSpPr>
            <a:spLocks noGrp="1"/>
          </p:cNvSpPr>
          <p:nvPr>
            <p:ph type="body" sz="quarter" idx="27" hasCustomPrompt="1"/>
          </p:nvPr>
        </p:nvSpPr>
        <p:spPr>
          <a:xfrm>
            <a:off x="4407725" y="1592088"/>
            <a:ext cx="3407047" cy="4067686"/>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57" name="Text Placeholder 14"/>
          <p:cNvSpPr>
            <a:spLocks noGrp="1"/>
          </p:cNvSpPr>
          <p:nvPr>
            <p:ph type="body" sz="quarter" idx="28" hasCustomPrompt="1"/>
          </p:nvPr>
        </p:nvSpPr>
        <p:spPr>
          <a:xfrm>
            <a:off x="4586779" y="3926885"/>
            <a:ext cx="3020801" cy="483190"/>
          </a:xfrm>
          <a:prstGeom prst="rect">
            <a:avLst/>
          </a:prstGeom>
          <a:noFill/>
          <a:ln w="12700">
            <a:noFill/>
            <a:miter lim="400000"/>
          </a:ln>
        </p:spPr>
        <p:txBody>
          <a:bodyPr lIns="0" tIns="0" rIns="0" bIns="0" anchor="t"/>
          <a:lstStyle>
            <a:lvl1pPr defTabSz="356616">
              <a:spcBef>
                <a:spcPts val="700"/>
              </a:spcBef>
              <a:defRPr sz="3120" b="1" spc="-78">
                <a:solidFill>
                  <a:srgbClr val="000000"/>
                </a:solidFill>
              </a:defRPr>
            </a:lvl1pPr>
          </a:lstStyle>
          <a:p>
            <a:r>
              <a:t>Edit title</a:t>
            </a:r>
          </a:p>
        </p:txBody>
      </p:sp>
      <p:sp>
        <p:nvSpPr>
          <p:cNvPr id="758" name="Text Placeholder 17"/>
          <p:cNvSpPr>
            <a:spLocks noGrp="1"/>
          </p:cNvSpPr>
          <p:nvPr>
            <p:ph type="body" sz="quarter" idx="29" hasCustomPrompt="1"/>
          </p:nvPr>
        </p:nvSpPr>
        <p:spPr>
          <a:xfrm>
            <a:off x="4600847" y="4544649"/>
            <a:ext cx="3006733"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a:t>
            </a:r>
          </a:p>
        </p:txBody>
      </p:sp>
      <p:sp>
        <p:nvSpPr>
          <p:cNvPr id="759" name="Picture Placeholder 16"/>
          <p:cNvSpPr>
            <a:spLocks noGrp="1"/>
          </p:cNvSpPr>
          <p:nvPr>
            <p:ph type="pic" sz="quarter" idx="30"/>
          </p:nvPr>
        </p:nvSpPr>
        <p:spPr>
          <a:xfrm>
            <a:off x="4614915" y="1952975"/>
            <a:ext cx="1530001" cy="1530001"/>
          </a:xfrm>
          <a:prstGeom prst="rect">
            <a:avLst/>
          </a:prstGeom>
          <a:noFill/>
          <a:ln w="12700">
            <a:noFill/>
            <a:miter lim="400000"/>
          </a:ln>
        </p:spPr>
        <p:txBody>
          <a:bodyPr lIns="91439" tIns="45719" rIns="91439" bIns="45719" anchor="t">
            <a:noAutofit/>
          </a:bodyPr>
          <a:lstStyle/>
          <a:p>
            <a:endParaRPr/>
          </a:p>
        </p:txBody>
      </p:sp>
      <p:sp>
        <p:nvSpPr>
          <p:cNvPr id="760" name="Text Placeholder 2"/>
          <p:cNvSpPr>
            <a:spLocks noGrp="1"/>
          </p:cNvSpPr>
          <p:nvPr>
            <p:ph type="body" sz="quarter" idx="31" hasCustomPrompt="1"/>
          </p:nvPr>
        </p:nvSpPr>
        <p:spPr>
          <a:xfrm>
            <a:off x="8349975" y="1592088"/>
            <a:ext cx="3407047" cy="4067686"/>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61" name="Text Placeholder 14"/>
          <p:cNvSpPr>
            <a:spLocks noGrp="1"/>
          </p:cNvSpPr>
          <p:nvPr>
            <p:ph type="body" sz="quarter" idx="32" hasCustomPrompt="1"/>
          </p:nvPr>
        </p:nvSpPr>
        <p:spPr>
          <a:xfrm>
            <a:off x="8529030" y="3926885"/>
            <a:ext cx="3020801" cy="483190"/>
          </a:xfrm>
          <a:prstGeom prst="rect">
            <a:avLst/>
          </a:prstGeom>
          <a:noFill/>
          <a:ln w="12700">
            <a:noFill/>
            <a:miter lim="400000"/>
          </a:ln>
        </p:spPr>
        <p:txBody>
          <a:bodyPr lIns="0" tIns="0" rIns="0" bIns="0" anchor="t"/>
          <a:lstStyle>
            <a:lvl1pPr defTabSz="356616">
              <a:spcBef>
                <a:spcPts val="700"/>
              </a:spcBef>
              <a:defRPr sz="3120" b="1" spc="-78">
                <a:solidFill>
                  <a:srgbClr val="000000"/>
                </a:solidFill>
              </a:defRPr>
            </a:lvl1pPr>
          </a:lstStyle>
          <a:p>
            <a:r>
              <a:t>Edit title</a:t>
            </a:r>
          </a:p>
        </p:txBody>
      </p:sp>
      <p:sp>
        <p:nvSpPr>
          <p:cNvPr id="762" name="Text Placeholder 17"/>
          <p:cNvSpPr>
            <a:spLocks noGrp="1"/>
          </p:cNvSpPr>
          <p:nvPr>
            <p:ph type="body" sz="quarter" idx="33" hasCustomPrompt="1"/>
          </p:nvPr>
        </p:nvSpPr>
        <p:spPr>
          <a:xfrm>
            <a:off x="8543097" y="4544649"/>
            <a:ext cx="3006733"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a:t>
            </a:r>
          </a:p>
        </p:txBody>
      </p:sp>
      <p:sp>
        <p:nvSpPr>
          <p:cNvPr id="763" name="Picture Placeholder 16"/>
          <p:cNvSpPr>
            <a:spLocks noGrp="1"/>
          </p:cNvSpPr>
          <p:nvPr>
            <p:ph type="pic" sz="quarter" idx="34"/>
          </p:nvPr>
        </p:nvSpPr>
        <p:spPr>
          <a:xfrm>
            <a:off x="8557165" y="1952975"/>
            <a:ext cx="1530001" cy="1530001"/>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1326430995"/>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s and 4 boxes with icons">
    <p:bg>
      <p:bgPr>
        <a:solidFill>
          <a:srgbClr val="FFFFFF"/>
        </a:solidFill>
        <a:effectLst/>
      </p:bgPr>
    </p:bg>
    <p:spTree>
      <p:nvGrpSpPr>
        <p:cNvPr id="1" name=""/>
        <p:cNvGrpSpPr/>
        <p:nvPr/>
      </p:nvGrpSpPr>
      <p:grpSpPr>
        <a:xfrm>
          <a:off x="0" y="0"/>
          <a:ext cx="0" cy="0"/>
          <a:chOff x="0" y="0"/>
          <a:chExt cx="0" cy="0"/>
        </a:xfrm>
      </p:grpSpPr>
      <p:pic>
        <p:nvPicPr>
          <p:cNvPr id="77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771" name="Body Level One…"/>
          <p:cNvSpPr txBox="1">
            <a:spLocks noGrp="1"/>
          </p:cNvSpPr>
          <p:nvPr>
            <p:ph type="body" sz="quarter" idx="1" hasCustomPrompt="1"/>
          </p:nvPr>
        </p:nvSpPr>
        <p:spPr>
          <a:xfrm>
            <a:off x="406400" y="1546841"/>
            <a:ext cx="2669401" cy="4158180"/>
          </a:xfrm>
          <a:prstGeom prst="rect">
            <a:avLst/>
          </a:prstGeom>
          <a:noFill/>
          <a:ln>
            <a:solidFill>
              <a:srgbClr val="D9D9D9"/>
            </a:solidFill>
            <a:round/>
          </a:ln>
        </p:spPr>
        <p:txBody>
          <a:bodyPr lIns="0" tIns="0" rIns="0" bIns="0"/>
          <a:lstStyle>
            <a:lvl1pPr algn="ctr" defTabSz="457200">
              <a:spcBef>
                <a:spcPts val="900"/>
              </a:spcBef>
              <a:defRPr spc="-75">
                <a:latin typeface="Avenir Next LT Pro Demi"/>
                <a:ea typeface="Avenir Next LT Pro Demi"/>
                <a:cs typeface="Avenir Next LT Pro Demi"/>
                <a:sym typeface="Avenir Next LT Pro Demi"/>
              </a:defRPr>
            </a:lvl1pPr>
            <a:lvl2pPr marL="0" indent="495000" algn="ctr" defTabSz="457200">
              <a:spcBef>
                <a:spcPts val="900"/>
              </a:spcBef>
              <a:buSzTx/>
              <a:buNone/>
              <a:defRPr spc="-75">
                <a:latin typeface="Avenir Next LT Pro Demi"/>
                <a:ea typeface="Avenir Next LT Pro Demi"/>
                <a:cs typeface="Avenir Next LT Pro Demi"/>
                <a:sym typeface="Avenir Next LT Pro Demi"/>
              </a:defRPr>
            </a:lvl2pPr>
            <a:lvl3pPr marL="0" indent="1026000" algn="ctr" defTabSz="457200">
              <a:spcBef>
                <a:spcPts val="900"/>
              </a:spcBef>
              <a:buSzTx/>
              <a:buNone/>
              <a:defRPr spc="-75">
                <a:latin typeface="Avenir Next LT Pro Demi"/>
                <a:ea typeface="Avenir Next LT Pro Demi"/>
                <a:cs typeface="Avenir Next LT Pro Demi"/>
                <a:sym typeface="Avenir Next LT Pro Demi"/>
              </a:defRPr>
            </a:lvl3pPr>
            <a:lvl4pPr marL="0" indent="1476000" algn="ctr" defTabSz="457200">
              <a:spcBef>
                <a:spcPts val="900"/>
              </a:spcBef>
              <a:buSzTx/>
              <a:buNone/>
              <a:defRPr spc="-75">
                <a:latin typeface="Avenir Next LT Pro Demi"/>
                <a:ea typeface="Avenir Next LT Pro Demi"/>
                <a:cs typeface="Avenir Next LT Pro Demi"/>
                <a:sym typeface="Avenir Next LT Pro Demi"/>
              </a:defRPr>
            </a:lvl4pPr>
            <a:lvl5pPr marL="0" indent="1926000" algn="ctr" defTabSz="457200">
              <a:spcBef>
                <a:spcPts val="900"/>
              </a:spcBef>
              <a:buSzTx/>
              <a:buNone/>
              <a:defRPr spc="-75">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772"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773"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774"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775"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776" name="Text Placeholder 4"/>
          <p:cNvSpPr>
            <a:spLocks noGrp="1"/>
          </p:cNvSpPr>
          <p:nvPr>
            <p:ph type="body" sz="quarter" idx="23"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777" name="Text Placeholder 14"/>
          <p:cNvSpPr>
            <a:spLocks noGrp="1"/>
          </p:cNvSpPr>
          <p:nvPr>
            <p:ph type="body" sz="quarter" idx="24" hasCustomPrompt="1"/>
          </p:nvPr>
        </p:nvSpPr>
        <p:spPr>
          <a:xfrm>
            <a:off x="571100" y="3616125"/>
            <a:ext cx="2340001" cy="483190"/>
          </a:xfrm>
          <a:prstGeom prst="rect">
            <a:avLst/>
          </a:prstGeom>
          <a:noFill/>
          <a:ln w="12700">
            <a:noFill/>
            <a:miter lim="400000"/>
          </a:ln>
        </p:spPr>
        <p:txBody>
          <a:bodyPr lIns="0" tIns="0" rIns="0" bIns="0" anchor="t"/>
          <a:lstStyle>
            <a:lvl1pPr defTabSz="457200">
              <a:spcBef>
                <a:spcPts val="900"/>
              </a:spcBef>
              <a:defRPr sz="3000" b="1" spc="-100">
                <a:solidFill>
                  <a:srgbClr val="000000"/>
                </a:solidFill>
              </a:defRPr>
            </a:lvl1pPr>
          </a:lstStyle>
          <a:p>
            <a:r>
              <a:t>Edit title</a:t>
            </a:r>
          </a:p>
        </p:txBody>
      </p:sp>
      <p:sp>
        <p:nvSpPr>
          <p:cNvPr id="778" name="Text Placeholder 17"/>
          <p:cNvSpPr>
            <a:spLocks noGrp="1"/>
          </p:cNvSpPr>
          <p:nvPr>
            <p:ph type="body" sz="quarter" idx="25" hasCustomPrompt="1"/>
          </p:nvPr>
        </p:nvSpPr>
        <p:spPr>
          <a:xfrm>
            <a:off x="571100" y="4149482"/>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779" name="Picture Placeholder 16"/>
          <p:cNvSpPr>
            <a:spLocks noGrp="1"/>
          </p:cNvSpPr>
          <p:nvPr>
            <p:ph type="pic" sz="quarter" idx="26"/>
          </p:nvPr>
        </p:nvSpPr>
        <p:spPr>
          <a:xfrm>
            <a:off x="587375" y="2081791"/>
            <a:ext cx="1260001" cy="1260001"/>
          </a:xfrm>
          <a:prstGeom prst="rect">
            <a:avLst/>
          </a:prstGeom>
          <a:noFill/>
          <a:ln w="12700">
            <a:noFill/>
            <a:miter lim="400000"/>
          </a:ln>
        </p:spPr>
        <p:txBody>
          <a:bodyPr lIns="91439" tIns="45719" rIns="91439" bIns="45719" anchor="t">
            <a:noAutofit/>
          </a:bodyPr>
          <a:lstStyle/>
          <a:p>
            <a:endParaRPr/>
          </a:p>
        </p:txBody>
      </p:sp>
      <p:sp>
        <p:nvSpPr>
          <p:cNvPr id="780" name="Text Placeholder 2"/>
          <p:cNvSpPr>
            <a:spLocks noGrp="1"/>
          </p:cNvSpPr>
          <p:nvPr>
            <p:ph type="body" sz="quarter" idx="27" hasCustomPrompt="1"/>
          </p:nvPr>
        </p:nvSpPr>
        <p:spPr>
          <a:xfrm>
            <a:off x="3348276"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81" name="Text Placeholder 14"/>
          <p:cNvSpPr>
            <a:spLocks noGrp="1"/>
          </p:cNvSpPr>
          <p:nvPr>
            <p:ph type="body" sz="quarter" idx="28" hasCustomPrompt="1"/>
          </p:nvPr>
        </p:nvSpPr>
        <p:spPr>
          <a:xfrm>
            <a:off x="3478442" y="3616125"/>
            <a:ext cx="2340001" cy="483190"/>
          </a:xfrm>
          <a:prstGeom prst="rect">
            <a:avLst/>
          </a:prstGeom>
          <a:noFill/>
          <a:ln w="12700">
            <a:noFill/>
            <a:miter lim="400000"/>
          </a:ln>
        </p:spPr>
        <p:txBody>
          <a:bodyPr lIns="0" tIns="0" rIns="0" bIns="0" anchor="t"/>
          <a:lstStyle>
            <a:lvl1pPr defTabSz="457200">
              <a:spcBef>
                <a:spcPts val="900"/>
              </a:spcBef>
              <a:defRPr sz="3000" b="1" spc="-100">
                <a:solidFill>
                  <a:srgbClr val="000000"/>
                </a:solidFill>
              </a:defRPr>
            </a:lvl1pPr>
          </a:lstStyle>
          <a:p>
            <a:r>
              <a:t>Edit title</a:t>
            </a:r>
          </a:p>
        </p:txBody>
      </p:sp>
      <p:sp>
        <p:nvSpPr>
          <p:cNvPr id="782" name="Text Placeholder 17"/>
          <p:cNvSpPr>
            <a:spLocks noGrp="1"/>
          </p:cNvSpPr>
          <p:nvPr>
            <p:ph type="body" sz="quarter" idx="29" hasCustomPrompt="1"/>
          </p:nvPr>
        </p:nvSpPr>
        <p:spPr>
          <a:xfrm>
            <a:off x="3478442" y="4149482"/>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783" name="Picture Placeholder 16"/>
          <p:cNvSpPr>
            <a:spLocks noGrp="1"/>
          </p:cNvSpPr>
          <p:nvPr>
            <p:ph type="pic" sz="quarter" idx="30"/>
          </p:nvPr>
        </p:nvSpPr>
        <p:spPr>
          <a:xfrm>
            <a:off x="3494717" y="2081791"/>
            <a:ext cx="1260001" cy="1260001"/>
          </a:xfrm>
          <a:prstGeom prst="rect">
            <a:avLst/>
          </a:prstGeom>
          <a:noFill/>
          <a:ln w="12700">
            <a:noFill/>
            <a:miter lim="400000"/>
          </a:ln>
        </p:spPr>
        <p:txBody>
          <a:bodyPr lIns="91439" tIns="45719" rIns="91439" bIns="45719" anchor="t">
            <a:noAutofit/>
          </a:bodyPr>
          <a:lstStyle/>
          <a:p>
            <a:endParaRPr/>
          </a:p>
        </p:txBody>
      </p:sp>
      <p:sp>
        <p:nvSpPr>
          <p:cNvPr id="784" name="Text Placeholder 2"/>
          <p:cNvSpPr>
            <a:spLocks noGrp="1"/>
          </p:cNvSpPr>
          <p:nvPr>
            <p:ph type="body" sz="quarter" idx="31" hasCustomPrompt="1"/>
          </p:nvPr>
        </p:nvSpPr>
        <p:spPr>
          <a:xfrm>
            <a:off x="6255619"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85" name="Text Placeholder 14"/>
          <p:cNvSpPr>
            <a:spLocks noGrp="1"/>
          </p:cNvSpPr>
          <p:nvPr>
            <p:ph type="body" sz="quarter" idx="32" hasCustomPrompt="1"/>
          </p:nvPr>
        </p:nvSpPr>
        <p:spPr>
          <a:xfrm>
            <a:off x="6385785" y="3616125"/>
            <a:ext cx="2340001" cy="483190"/>
          </a:xfrm>
          <a:prstGeom prst="rect">
            <a:avLst/>
          </a:prstGeom>
          <a:noFill/>
          <a:ln w="12700">
            <a:noFill/>
            <a:miter lim="400000"/>
          </a:ln>
        </p:spPr>
        <p:txBody>
          <a:bodyPr lIns="0" tIns="0" rIns="0" bIns="0" anchor="t"/>
          <a:lstStyle>
            <a:lvl1pPr defTabSz="457200">
              <a:spcBef>
                <a:spcPts val="900"/>
              </a:spcBef>
              <a:defRPr sz="3000" b="1" spc="-100">
                <a:solidFill>
                  <a:srgbClr val="000000"/>
                </a:solidFill>
              </a:defRPr>
            </a:lvl1pPr>
          </a:lstStyle>
          <a:p>
            <a:r>
              <a:t>Edit title</a:t>
            </a:r>
          </a:p>
        </p:txBody>
      </p:sp>
      <p:sp>
        <p:nvSpPr>
          <p:cNvPr id="786" name="Text Placeholder 17"/>
          <p:cNvSpPr>
            <a:spLocks noGrp="1"/>
          </p:cNvSpPr>
          <p:nvPr>
            <p:ph type="body" sz="quarter" idx="33" hasCustomPrompt="1"/>
          </p:nvPr>
        </p:nvSpPr>
        <p:spPr>
          <a:xfrm>
            <a:off x="6385785" y="4149482"/>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787" name="Picture Placeholder 16"/>
          <p:cNvSpPr>
            <a:spLocks noGrp="1"/>
          </p:cNvSpPr>
          <p:nvPr>
            <p:ph type="pic" sz="quarter" idx="34"/>
          </p:nvPr>
        </p:nvSpPr>
        <p:spPr>
          <a:xfrm>
            <a:off x="6402060" y="2081791"/>
            <a:ext cx="1260001" cy="1260001"/>
          </a:xfrm>
          <a:prstGeom prst="rect">
            <a:avLst/>
          </a:prstGeom>
          <a:noFill/>
          <a:ln w="12700">
            <a:noFill/>
            <a:miter lim="400000"/>
          </a:ln>
        </p:spPr>
        <p:txBody>
          <a:bodyPr lIns="91439" tIns="45719" rIns="91439" bIns="45719" anchor="t">
            <a:noAutofit/>
          </a:bodyPr>
          <a:lstStyle/>
          <a:p>
            <a:endParaRPr/>
          </a:p>
        </p:txBody>
      </p:sp>
      <p:sp>
        <p:nvSpPr>
          <p:cNvPr id="788" name="Text Placeholder 2"/>
          <p:cNvSpPr>
            <a:spLocks noGrp="1"/>
          </p:cNvSpPr>
          <p:nvPr>
            <p:ph type="body" sz="quarter" idx="35" hasCustomPrompt="1"/>
          </p:nvPr>
        </p:nvSpPr>
        <p:spPr>
          <a:xfrm>
            <a:off x="9162962"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789" name="Text Placeholder 14"/>
          <p:cNvSpPr>
            <a:spLocks noGrp="1"/>
          </p:cNvSpPr>
          <p:nvPr>
            <p:ph type="body" sz="quarter" idx="36" hasCustomPrompt="1"/>
          </p:nvPr>
        </p:nvSpPr>
        <p:spPr>
          <a:xfrm>
            <a:off x="9293127" y="3616125"/>
            <a:ext cx="2340001" cy="483190"/>
          </a:xfrm>
          <a:prstGeom prst="rect">
            <a:avLst/>
          </a:prstGeom>
          <a:noFill/>
          <a:ln w="12700">
            <a:noFill/>
            <a:miter lim="400000"/>
          </a:ln>
        </p:spPr>
        <p:txBody>
          <a:bodyPr lIns="0" tIns="0" rIns="0" bIns="0" anchor="t"/>
          <a:lstStyle>
            <a:lvl1pPr defTabSz="457200">
              <a:spcBef>
                <a:spcPts val="900"/>
              </a:spcBef>
              <a:defRPr sz="3000" b="1" spc="-100">
                <a:solidFill>
                  <a:srgbClr val="000000"/>
                </a:solidFill>
              </a:defRPr>
            </a:lvl1pPr>
          </a:lstStyle>
          <a:p>
            <a:r>
              <a:t>Edit title</a:t>
            </a:r>
          </a:p>
        </p:txBody>
      </p:sp>
      <p:sp>
        <p:nvSpPr>
          <p:cNvPr id="790" name="Text Placeholder 17"/>
          <p:cNvSpPr>
            <a:spLocks noGrp="1"/>
          </p:cNvSpPr>
          <p:nvPr>
            <p:ph type="body" sz="quarter" idx="37" hasCustomPrompt="1"/>
          </p:nvPr>
        </p:nvSpPr>
        <p:spPr>
          <a:xfrm>
            <a:off x="9293127" y="4149482"/>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791" name="Picture Placeholder 16"/>
          <p:cNvSpPr>
            <a:spLocks noGrp="1"/>
          </p:cNvSpPr>
          <p:nvPr>
            <p:ph type="pic" sz="quarter" idx="38"/>
          </p:nvPr>
        </p:nvSpPr>
        <p:spPr>
          <a:xfrm>
            <a:off x="9309402" y="2081791"/>
            <a:ext cx="1260001" cy="1260001"/>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270194414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s, 5 text boxes with content and icons">
    <p:bg>
      <p:bgPr>
        <a:solidFill>
          <a:srgbClr val="FFFFFF"/>
        </a:solidFill>
        <a:effectLst/>
      </p:bgPr>
    </p:bg>
    <p:spTree>
      <p:nvGrpSpPr>
        <p:cNvPr id="1" name=""/>
        <p:cNvGrpSpPr/>
        <p:nvPr/>
      </p:nvGrpSpPr>
      <p:grpSpPr>
        <a:xfrm>
          <a:off x="0" y="0"/>
          <a:ext cx="0" cy="0"/>
          <a:chOff x="0" y="0"/>
          <a:chExt cx="0" cy="0"/>
        </a:xfrm>
      </p:grpSpPr>
      <p:pic>
        <p:nvPicPr>
          <p:cNvPr id="798"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799"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800"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801"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802"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803" name="Text Placeholder 4"/>
          <p:cNvSpPr>
            <a:spLocks noGrp="1"/>
          </p:cNvSpPr>
          <p:nvPr>
            <p:ph type="body" sz="quarter" idx="22"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804" name="Text Placeholder 17"/>
          <p:cNvSpPr>
            <a:spLocks noGrp="1"/>
          </p:cNvSpPr>
          <p:nvPr>
            <p:ph type="body" sz="quarter" idx="23" hasCustomPrompt="1"/>
          </p:nvPr>
        </p:nvSpPr>
        <p:spPr>
          <a:xfrm>
            <a:off x="380084" y="2266918"/>
            <a:ext cx="2016000" cy="683658"/>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subtitle style  </a:t>
            </a:r>
          </a:p>
        </p:txBody>
      </p:sp>
      <p:sp>
        <p:nvSpPr>
          <p:cNvPr id="805" name="Picture Placeholder 16"/>
          <p:cNvSpPr>
            <a:spLocks noGrp="1"/>
          </p:cNvSpPr>
          <p:nvPr>
            <p:ph type="pic" sz="quarter" idx="24"/>
          </p:nvPr>
        </p:nvSpPr>
        <p:spPr>
          <a:xfrm>
            <a:off x="407193" y="1417547"/>
            <a:ext cx="720001" cy="720001"/>
          </a:xfrm>
          <a:prstGeom prst="rect">
            <a:avLst/>
          </a:prstGeom>
          <a:noFill/>
          <a:ln w="12700">
            <a:noFill/>
            <a:miter lim="400000"/>
          </a:ln>
        </p:spPr>
        <p:txBody>
          <a:bodyPr lIns="91439" tIns="45719" rIns="91439" bIns="45719" anchor="t">
            <a:noAutofit/>
          </a:bodyPr>
          <a:lstStyle/>
          <a:p>
            <a:endParaRPr/>
          </a:p>
        </p:txBody>
      </p:sp>
      <p:sp>
        <p:nvSpPr>
          <p:cNvPr id="806" name="Picture Placeholder 16"/>
          <p:cNvSpPr>
            <a:spLocks noGrp="1"/>
          </p:cNvSpPr>
          <p:nvPr>
            <p:ph type="pic" sz="quarter" idx="25"/>
          </p:nvPr>
        </p:nvSpPr>
        <p:spPr>
          <a:xfrm>
            <a:off x="2742228" y="1417547"/>
            <a:ext cx="720001" cy="720001"/>
          </a:xfrm>
          <a:prstGeom prst="rect">
            <a:avLst/>
          </a:prstGeom>
          <a:noFill/>
          <a:ln w="12700">
            <a:noFill/>
            <a:miter lim="400000"/>
          </a:ln>
        </p:spPr>
        <p:txBody>
          <a:bodyPr lIns="91439" tIns="45719" rIns="91439" bIns="45719" anchor="t">
            <a:noAutofit/>
          </a:bodyPr>
          <a:lstStyle/>
          <a:p>
            <a:endParaRPr/>
          </a:p>
        </p:txBody>
      </p:sp>
      <p:sp>
        <p:nvSpPr>
          <p:cNvPr id="807" name="Picture Placeholder 16"/>
          <p:cNvSpPr>
            <a:spLocks noGrp="1"/>
          </p:cNvSpPr>
          <p:nvPr>
            <p:ph type="pic" sz="quarter" idx="26"/>
          </p:nvPr>
        </p:nvSpPr>
        <p:spPr>
          <a:xfrm>
            <a:off x="5091118" y="1417547"/>
            <a:ext cx="720001" cy="720001"/>
          </a:xfrm>
          <a:prstGeom prst="rect">
            <a:avLst/>
          </a:prstGeom>
          <a:noFill/>
          <a:ln w="12700">
            <a:noFill/>
            <a:miter lim="400000"/>
          </a:ln>
        </p:spPr>
        <p:txBody>
          <a:bodyPr lIns="91439" tIns="45719" rIns="91439" bIns="45719" anchor="t">
            <a:noAutofit/>
          </a:bodyPr>
          <a:lstStyle/>
          <a:p>
            <a:endParaRPr/>
          </a:p>
        </p:txBody>
      </p:sp>
      <p:sp>
        <p:nvSpPr>
          <p:cNvPr id="808" name="Picture Placeholder 16"/>
          <p:cNvSpPr>
            <a:spLocks noGrp="1"/>
          </p:cNvSpPr>
          <p:nvPr>
            <p:ph type="pic" sz="quarter" idx="27"/>
          </p:nvPr>
        </p:nvSpPr>
        <p:spPr>
          <a:xfrm>
            <a:off x="7446634" y="1417547"/>
            <a:ext cx="720001" cy="720001"/>
          </a:xfrm>
          <a:prstGeom prst="rect">
            <a:avLst/>
          </a:prstGeom>
          <a:noFill/>
          <a:ln w="12700">
            <a:noFill/>
            <a:miter lim="400000"/>
          </a:ln>
        </p:spPr>
        <p:txBody>
          <a:bodyPr lIns="91439" tIns="45719" rIns="91439" bIns="45719" anchor="t">
            <a:noAutofit/>
          </a:bodyPr>
          <a:lstStyle/>
          <a:p>
            <a:endParaRPr/>
          </a:p>
        </p:txBody>
      </p:sp>
      <p:sp>
        <p:nvSpPr>
          <p:cNvPr id="809" name="Picture Placeholder 16"/>
          <p:cNvSpPr>
            <a:spLocks noGrp="1"/>
          </p:cNvSpPr>
          <p:nvPr>
            <p:ph type="pic" sz="quarter" idx="28"/>
          </p:nvPr>
        </p:nvSpPr>
        <p:spPr>
          <a:xfrm>
            <a:off x="9795525" y="1417547"/>
            <a:ext cx="720001" cy="720001"/>
          </a:xfrm>
          <a:prstGeom prst="rect">
            <a:avLst/>
          </a:prstGeom>
          <a:noFill/>
          <a:ln w="12700">
            <a:noFill/>
            <a:miter lim="400000"/>
          </a:ln>
        </p:spPr>
        <p:txBody>
          <a:bodyPr lIns="91439" tIns="45719" rIns="91439" bIns="45719" anchor="t">
            <a:noAutofit/>
          </a:bodyPr>
          <a:lstStyle/>
          <a:p>
            <a:endParaRPr/>
          </a:p>
        </p:txBody>
      </p:sp>
      <p:sp>
        <p:nvSpPr>
          <p:cNvPr id="810" name="Text Placeholder 17"/>
          <p:cNvSpPr>
            <a:spLocks noGrp="1"/>
          </p:cNvSpPr>
          <p:nvPr>
            <p:ph type="body" sz="quarter" idx="29" hasCustomPrompt="1"/>
          </p:nvPr>
        </p:nvSpPr>
        <p:spPr>
          <a:xfrm>
            <a:off x="2719094" y="2266918"/>
            <a:ext cx="2016000" cy="683658"/>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subtitle style  </a:t>
            </a:r>
          </a:p>
        </p:txBody>
      </p:sp>
      <p:sp>
        <p:nvSpPr>
          <p:cNvPr id="811" name="Text Placeholder 17"/>
          <p:cNvSpPr>
            <a:spLocks noGrp="1"/>
          </p:cNvSpPr>
          <p:nvPr>
            <p:ph type="body" sz="quarter" idx="30" hasCustomPrompt="1"/>
          </p:nvPr>
        </p:nvSpPr>
        <p:spPr>
          <a:xfrm>
            <a:off x="5077980" y="2266918"/>
            <a:ext cx="2016000" cy="683658"/>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subtitle style  </a:t>
            </a:r>
          </a:p>
        </p:txBody>
      </p:sp>
      <p:sp>
        <p:nvSpPr>
          <p:cNvPr id="812" name="Text Placeholder 17"/>
          <p:cNvSpPr>
            <a:spLocks noGrp="1"/>
          </p:cNvSpPr>
          <p:nvPr>
            <p:ph type="body" sz="quarter" idx="31" hasCustomPrompt="1"/>
          </p:nvPr>
        </p:nvSpPr>
        <p:spPr>
          <a:xfrm>
            <a:off x="7430241" y="2266918"/>
            <a:ext cx="2016000" cy="683658"/>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subtitle style  </a:t>
            </a:r>
          </a:p>
        </p:txBody>
      </p:sp>
      <p:sp>
        <p:nvSpPr>
          <p:cNvPr id="813" name="Text Placeholder 17"/>
          <p:cNvSpPr>
            <a:spLocks noGrp="1"/>
          </p:cNvSpPr>
          <p:nvPr>
            <p:ph type="body" sz="quarter" idx="32" hasCustomPrompt="1"/>
          </p:nvPr>
        </p:nvSpPr>
        <p:spPr>
          <a:xfrm>
            <a:off x="9782502" y="2266918"/>
            <a:ext cx="2016000" cy="683658"/>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subtitle style  </a:t>
            </a:r>
          </a:p>
        </p:txBody>
      </p:sp>
    </p:spTree>
    <p:extLst>
      <p:ext uri="{BB962C8B-B14F-4D97-AF65-F5344CB8AC3E}">
        <p14:creationId xmlns:p14="http://schemas.microsoft.com/office/powerpoint/2010/main" val="389564209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s and 3 boxes with text and image">
    <p:bg>
      <p:bgPr>
        <a:solidFill>
          <a:srgbClr val="FFFFFF"/>
        </a:solidFill>
        <a:effectLst/>
      </p:bgPr>
    </p:bg>
    <p:spTree>
      <p:nvGrpSpPr>
        <p:cNvPr id="1" name=""/>
        <p:cNvGrpSpPr/>
        <p:nvPr/>
      </p:nvGrpSpPr>
      <p:grpSpPr>
        <a:xfrm>
          <a:off x="0" y="0"/>
          <a:ext cx="0" cy="0"/>
          <a:chOff x="0" y="0"/>
          <a:chExt cx="0" cy="0"/>
        </a:xfrm>
      </p:grpSpPr>
      <p:pic>
        <p:nvPicPr>
          <p:cNvPr id="82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821" name="Body Level One…"/>
          <p:cNvSpPr txBox="1">
            <a:spLocks noGrp="1"/>
          </p:cNvSpPr>
          <p:nvPr>
            <p:ph type="body" sz="quarter" idx="1" hasCustomPrompt="1"/>
          </p:nvPr>
        </p:nvSpPr>
        <p:spPr>
          <a:xfrm>
            <a:off x="406400" y="1546841"/>
            <a:ext cx="3497542" cy="4158180"/>
          </a:xfrm>
          <a:prstGeom prst="rect">
            <a:avLst/>
          </a:prstGeom>
          <a:noFill/>
          <a:ln>
            <a:solidFill>
              <a:srgbClr val="D9D9D9"/>
            </a:solidFill>
            <a:round/>
          </a:ln>
        </p:spPr>
        <p:txBody>
          <a:bodyPr lIns="0" tIns="0" rIns="0" bIns="0"/>
          <a:lstStyle>
            <a:lvl1pPr algn="ctr" defTabSz="457200">
              <a:spcBef>
                <a:spcPts val="900"/>
              </a:spcBef>
              <a:defRPr spc="-75">
                <a:latin typeface="Avenir Next LT Pro Demi"/>
                <a:ea typeface="Avenir Next LT Pro Demi"/>
                <a:cs typeface="Avenir Next LT Pro Demi"/>
                <a:sym typeface="Avenir Next LT Pro Demi"/>
              </a:defRPr>
            </a:lvl1pPr>
            <a:lvl2pPr marL="0" indent="495000" algn="ctr" defTabSz="457200">
              <a:spcBef>
                <a:spcPts val="900"/>
              </a:spcBef>
              <a:buSzTx/>
              <a:buNone/>
              <a:defRPr spc="-75">
                <a:latin typeface="Avenir Next LT Pro Demi"/>
                <a:ea typeface="Avenir Next LT Pro Demi"/>
                <a:cs typeface="Avenir Next LT Pro Demi"/>
                <a:sym typeface="Avenir Next LT Pro Demi"/>
              </a:defRPr>
            </a:lvl2pPr>
            <a:lvl3pPr marL="0" indent="1026000" algn="ctr" defTabSz="457200">
              <a:spcBef>
                <a:spcPts val="900"/>
              </a:spcBef>
              <a:buSzTx/>
              <a:buNone/>
              <a:defRPr spc="-75">
                <a:latin typeface="Avenir Next LT Pro Demi"/>
                <a:ea typeface="Avenir Next LT Pro Demi"/>
                <a:cs typeface="Avenir Next LT Pro Demi"/>
                <a:sym typeface="Avenir Next LT Pro Demi"/>
              </a:defRPr>
            </a:lvl3pPr>
            <a:lvl4pPr marL="0" indent="1476000" algn="ctr" defTabSz="457200">
              <a:spcBef>
                <a:spcPts val="900"/>
              </a:spcBef>
              <a:buSzTx/>
              <a:buNone/>
              <a:defRPr spc="-75">
                <a:latin typeface="Avenir Next LT Pro Demi"/>
                <a:ea typeface="Avenir Next LT Pro Demi"/>
                <a:cs typeface="Avenir Next LT Pro Demi"/>
                <a:sym typeface="Avenir Next LT Pro Demi"/>
              </a:defRPr>
            </a:lvl4pPr>
            <a:lvl5pPr marL="0" indent="1926000" algn="ctr" defTabSz="457200">
              <a:spcBef>
                <a:spcPts val="900"/>
              </a:spcBef>
              <a:buSzTx/>
              <a:buNone/>
              <a:defRPr spc="-75">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822" name="Text Placeholder 2"/>
          <p:cNvSpPr>
            <a:spLocks noGrp="1"/>
          </p:cNvSpPr>
          <p:nvPr>
            <p:ph type="body" sz="quarter" idx="21" hasCustomPrompt="1"/>
          </p:nvPr>
        </p:nvSpPr>
        <p:spPr>
          <a:xfrm>
            <a:off x="4411703" y="1592088"/>
            <a:ext cx="3407047" cy="4067686"/>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823" name="Text Placeholder 2"/>
          <p:cNvSpPr>
            <a:spLocks noGrp="1"/>
          </p:cNvSpPr>
          <p:nvPr>
            <p:ph type="body" sz="quarter" idx="22" hasCustomPrompt="1"/>
          </p:nvPr>
        </p:nvSpPr>
        <p:spPr>
          <a:xfrm>
            <a:off x="8349975" y="1592088"/>
            <a:ext cx="3407047" cy="4067686"/>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824" name="Picture Placeholder 16"/>
          <p:cNvSpPr>
            <a:spLocks noGrp="1"/>
          </p:cNvSpPr>
          <p:nvPr>
            <p:ph type="pic" sz="quarter" idx="23"/>
          </p:nvPr>
        </p:nvSpPr>
        <p:spPr>
          <a:xfrm>
            <a:off x="412750" y="1554996"/>
            <a:ext cx="3484563" cy="2071648"/>
          </a:xfrm>
          <a:prstGeom prst="rect">
            <a:avLst/>
          </a:prstGeom>
          <a:noFill/>
          <a:ln w="12700">
            <a:noFill/>
            <a:miter lim="400000"/>
          </a:ln>
        </p:spPr>
        <p:txBody>
          <a:bodyPr lIns="91439" tIns="45719" rIns="91439" bIns="45719" anchor="t">
            <a:noAutofit/>
          </a:bodyPr>
          <a:lstStyle/>
          <a:p>
            <a:endParaRPr/>
          </a:p>
        </p:txBody>
      </p:sp>
      <p:sp>
        <p:nvSpPr>
          <p:cNvPr id="825" name="Picture Placeholder 16"/>
          <p:cNvSpPr>
            <a:spLocks noGrp="1"/>
          </p:cNvSpPr>
          <p:nvPr>
            <p:ph type="pic" sz="quarter" idx="24"/>
          </p:nvPr>
        </p:nvSpPr>
        <p:spPr>
          <a:xfrm>
            <a:off x="4372806" y="1554996"/>
            <a:ext cx="3484563" cy="2071648"/>
          </a:xfrm>
          <a:prstGeom prst="rect">
            <a:avLst/>
          </a:prstGeom>
          <a:noFill/>
          <a:ln w="12700">
            <a:noFill/>
            <a:miter lim="400000"/>
          </a:ln>
        </p:spPr>
        <p:txBody>
          <a:bodyPr lIns="91439" tIns="45719" rIns="91439" bIns="45719" anchor="t">
            <a:noAutofit/>
          </a:bodyPr>
          <a:lstStyle/>
          <a:p>
            <a:endParaRPr/>
          </a:p>
        </p:txBody>
      </p:sp>
      <p:sp>
        <p:nvSpPr>
          <p:cNvPr id="826" name="Picture Placeholder 16"/>
          <p:cNvSpPr>
            <a:spLocks noGrp="1"/>
          </p:cNvSpPr>
          <p:nvPr>
            <p:ph type="pic" sz="quarter" idx="25"/>
          </p:nvPr>
        </p:nvSpPr>
        <p:spPr>
          <a:xfrm>
            <a:off x="8311077" y="1554996"/>
            <a:ext cx="3484563" cy="2071648"/>
          </a:xfrm>
          <a:prstGeom prst="rect">
            <a:avLst/>
          </a:prstGeom>
          <a:noFill/>
          <a:ln w="12700">
            <a:noFill/>
            <a:miter lim="400000"/>
          </a:ln>
        </p:spPr>
        <p:txBody>
          <a:bodyPr lIns="91439" tIns="45719" rIns="91439" bIns="45719" anchor="t">
            <a:noAutofit/>
          </a:bodyPr>
          <a:lstStyle/>
          <a:p>
            <a:endParaRPr/>
          </a:p>
        </p:txBody>
      </p:sp>
      <p:sp>
        <p:nvSpPr>
          <p:cNvPr id="827"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828"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829" name="Text Placeholder 10"/>
          <p:cNvSpPr>
            <a:spLocks noGrp="1"/>
          </p:cNvSpPr>
          <p:nvPr>
            <p:ph type="body" sz="quarter" idx="26"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830" name="Text Placeholder 14"/>
          <p:cNvSpPr>
            <a:spLocks noGrp="1"/>
          </p:cNvSpPr>
          <p:nvPr>
            <p:ph type="body" sz="quarter" idx="27"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831" name="Text Placeholder 4"/>
          <p:cNvSpPr>
            <a:spLocks noGrp="1"/>
          </p:cNvSpPr>
          <p:nvPr>
            <p:ph type="body" sz="quarter" idx="28"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832" name="Text Placeholder 14"/>
          <p:cNvSpPr>
            <a:spLocks noGrp="1"/>
          </p:cNvSpPr>
          <p:nvPr>
            <p:ph type="body" sz="quarter" idx="29" hasCustomPrompt="1"/>
          </p:nvPr>
        </p:nvSpPr>
        <p:spPr>
          <a:xfrm>
            <a:off x="609600" y="3842994"/>
            <a:ext cx="3084287"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833" name="Text Placeholder 17"/>
          <p:cNvSpPr>
            <a:spLocks noGrp="1"/>
          </p:cNvSpPr>
          <p:nvPr>
            <p:ph type="body" sz="quarter" idx="30" hasCustomPrompt="1"/>
          </p:nvPr>
        </p:nvSpPr>
        <p:spPr>
          <a:xfrm>
            <a:off x="609600" y="4168115"/>
            <a:ext cx="3084287"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 labore.</a:t>
            </a:r>
          </a:p>
        </p:txBody>
      </p:sp>
      <p:sp>
        <p:nvSpPr>
          <p:cNvPr id="834" name="Text Placeholder 14"/>
          <p:cNvSpPr>
            <a:spLocks noGrp="1"/>
          </p:cNvSpPr>
          <p:nvPr>
            <p:ph type="body" sz="quarter" idx="31" hasCustomPrompt="1"/>
          </p:nvPr>
        </p:nvSpPr>
        <p:spPr>
          <a:xfrm>
            <a:off x="4569656" y="3842994"/>
            <a:ext cx="3084286"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835" name="Text Placeholder 17"/>
          <p:cNvSpPr>
            <a:spLocks noGrp="1"/>
          </p:cNvSpPr>
          <p:nvPr>
            <p:ph type="body" sz="quarter" idx="32" hasCustomPrompt="1"/>
          </p:nvPr>
        </p:nvSpPr>
        <p:spPr>
          <a:xfrm>
            <a:off x="4569656" y="4168115"/>
            <a:ext cx="3084286"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 labore.</a:t>
            </a:r>
          </a:p>
        </p:txBody>
      </p:sp>
      <p:sp>
        <p:nvSpPr>
          <p:cNvPr id="836" name="Text Placeholder 14"/>
          <p:cNvSpPr>
            <a:spLocks noGrp="1"/>
          </p:cNvSpPr>
          <p:nvPr>
            <p:ph type="body" sz="quarter" idx="33" hasCustomPrompt="1"/>
          </p:nvPr>
        </p:nvSpPr>
        <p:spPr>
          <a:xfrm>
            <a:off x="8507927" y="3842994"/>
            <a:ext cx="3084286"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837" name="Text Placeholder 17"/>
          <p:cNvSpPr>
            <a:spLocks noGrp="1"/>
          </p:cNvSpPr>
          <p:nvPr>
            <p:ph type="body" sz="quarter" idx="34" hasCustomPrompt="1"/>
          </p:nvPr>
        </p:nvSpPr>
        <p:spPr>
          <a:xfrm>
            <a:off x="8507927" y="4168115"/>
            <a:ext cx="3084286" cy="683658"/>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Lorem ipsum dolor sit amet, consectetur adipiscing elit, sed do eiusmod tempor incididun labore.</a:t>
            </a:r>
          </a:p>
        </p:txBody>
      </p:sp>
    </p:spTree>
    <p:extLst>
      <p:ext uri="{BB962C8B-B14F-4D97-AF65-F5344CB8AC3E}">
        <p14:creationId xmlns:p14="http://schemas.microsoft.com/office/powerpoint/2010/main" val="293129271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s and 4 boxes with text and image A">
    <p:bg>
      <p:bgPr>
        <a:solidFill>
          <a:srgbClr val="FFFFFF"/>
        </a:solidFill>
        <a:effectLst/>
      </p:bgPr>
    </p:bg>
    <p:spTree>
      <p:nvGrpSpPr>
        <p:cNvPr id="1" name=""/>
        <p:cNvGrpSpPr/>
        <p:nvPr/>
      </p:nvGrpSpPr>
      <p:grpSpPr>
        <a:xfrm>
          <a:off x="0" y="0"/>
          <a:ext cx="0" cy="0"/>
          <a:chOff x="0" y="0"/>
          <a:chExt cx="0" cy="0"/>
        </a:xfrm>
      </p:grpSpPr>
      <p:pic>
        <p:nvPicPr>
          <p:cNvPr id="84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845" name="Body Level One…"/>
          <p:cNvSpPr txBox="1">
            <a:spLocks noGrp="1"/>
          </p:cNvSpPr>
          <p:nvPr>
            <p:ph type="body" sz="quarter" idx="1" hasCustomPrompt="1"/>
          </p:nvPr>
        </p:nvSpPr>
        <p:spPr>
          <a:xfrm>
            <a:off x="406400" y="1546841"/>
            <a:ext cx="2669401" cy="4158180"/>
          </a:xfrm>
          <a:prstGeom prst="rect">
            <a:avLst/>
          </a:prstGeom>
          <a:noFill/>
          <a:ln>
            <a:solidFill>
              <a:srgbClr val="D9D9D9"/>
            </a:solidFill>
            <a:round/>
          </a:ln>
        </p:spPr>
        <p:txBody>
          <a:bodyPr lIns="0" tIns="0" rIns="0" bIns="0"/>
          <a:lstStyle>
            <a:lvl1pPr algn="ctr" defTabSz="457200">
              <a:spcBef>
                <a:spcPts val="900"/>
              </a:spcBef>
              <a:defRPr spc="-75">
                <a:latin typeface="Avenir Next LT Pro Demi"/>
                <a:ea typeface="Avenir Next LT Pro Demi"/>
                <a:cs typeface="Avenir Next LT Pro Demi"/>
                <a:sym typeface="Avenir Next LT Pro Demi"/>
              </a:defRPr>
            </a:lvl1pPr>
            <a:lvl2pPr marL="0" indent="495000" algn="ctr" defTabSz="457200">
              <a:spcBef>
                <a:spcPts val="900"/>
              </a:spcBef>
              <a:buSzTx/>
              <a:buNone/>
              <a:defRPr spc="-75">
                <a:latin typeface="Avenir Next LT Pro Demi"/>
                <a:ea typeface="Avenir Next LT Pro Demi"/>
                <a:cs typeface="Avenir Next LT Pro Demi"/>
                <a:sym typeface="Avenir Next LT Pro Demi"/>
              </a:defRPr>
            </a:lvl2pPr>
            <a:lvl3pPr marL="0" indent="1026000" algn="ctr" defTabSz="457200">
              <a:spcBef>
                <a:spcPts val="900"/>
              </a:spcBef>
              <a:buSzTx/>
              <a:buNone/>
              <a:defRPr spc="-75">
                <a:latin typeface="Avenir Next LT Pro Demi"/>
                <a:ea typeface="Avenir Next LT Pro Demi"/>
                <a:cs typeface="Avenir Next LT Pro Demi"/>
                <a:sym typeface="Avenir Next LT Pro Demi"/>
              </a:defRPr>
            </a:lvl3pPr>
            <a:lvl4pPr marL="0" indent="1476000" algn="ctr" defTabSz="457200">
              <a:spcBef>
                <a:spcPts val="900"/>
              </a:spcBef>
              <a:buSzTx/>
              <a:buNone/>
              <a:defRPr spc="-75">
                <a:latin typeface="Avenir Next LT Pro Demi"/>
                <a:ea typeface="Avenir Next LT Pro Demi"/>
                <a:cs typeface="Avenir Next LT Pro Demi"/>
                <a:sym typeface="Avenir Next LT Pro Demi"/>
              </a:defRPr>
            </a:lvl4pPr>
            <a:lvl5pPr marL="0" indent="1926000" algn="ctr" defTabSz="457200">
              <a:spcBef>
                <a:spcPts val="900"/>
              </a:spcBef>
              <a:buSzTx/>
              <a:buNone/>
              <a:defRPr spc="-75">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846" name="Picture Placeholder 16"/>
          <p:cNvSpPr>
            <a:spLocks noGrp="1"/>
          </p:cNvSpPr>
          <p:nvPr>
            <p:ph type="pic" sz="quarter" idx="21"/>
          </p:nvPr>
        </p:nvSpPr>
        <p:spPr>
          <a:xfrm>
            <a:off x="412750" y="1552819"/>
            <a:ext cx="2659063" cy="2071648"/>
          </a:xfrm>
          <a:prstGeom prst="rect">
            <a:avLst/>
          </a:prstGeom>
          <a:noFill/>
          <a:ln w="12700">
            <a:noFill/>
            <a:miter lim="400000"/>
          </a:ln>
        </p:spPr>
        <p:txBody>
          <a:bodyPr lIns="91439" tIns="45719" rIns="91439" bIns="45719" anchor="t">
            <a:noAutofit/>
          </a:bodyPr>
          <a:lstStyle/>
          <a:p>
            <a:endParaRPr/>
          </a:p>
        </p:txBody>
      </p:sp>
      <p:sp>
        <p:nvSpPr>
          <p:cNvPr id="847"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848"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849" name="Text Placeholder 10"/>
          <p:cNvSpPr>
            <a:spLocks noGrp="1"/>
          </p:cNvSpPr>
          <p:nvPr>
            <p:ph type="body" sz="quarter" idx="22"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850"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851" name="Text Placeholder 4"/>
          <p:cNvSpPr>
            <a:spLocks noGrp="1"/>
          </p:cNvSpPr>
          <p:nvPr>
            <p:ph type="body" sz="quarter" idx="24"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852" name="Text Placeholder 14"/>
          <p:cNvSpPr>
            <a:spLocks noGrp="1"/>
          </p:cNvSpPr>
          <p:nvPr>
            <p:ph type="body" sz="quarter" idx="25" hasCustomPrompt="1"/>
          </p:nvPr>
        </p:nvSpPr>
        <p:spPr>
          <a:xfrm>
            <a:off x="571100" y="3842994"/>
            <a:ext cx="2340001"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853" name="Text Placeholder 17"/>
          <p:cNvSpPr>
            <a:spLocks noGrp="1"/>
          </p:cNvSpPr>
          <p:nvPr>
            <p:ph type="body" sz="quarter" idx="26" hasCustomPrompt="1"/>
          </p:nvPr>
        </p:nvSpPr>
        <p:spPr>
          <a:xfrm>
            <a:off x="571100" y="4168115"/>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854" name="Text Placeholder 2"/>
          <p:cNvSpPr>
            <a:spLocks noGrp="1"/>
          </p:cNvSpPr>
          <p:nvPr>
            <p:ph type="body" sz="quarter" idx="27" hasCustomPrompt="1"/>
          </p:nvPr>
        </p:nvSpPr>
        <p:spPr>
          <a:xfrm>
            <a:off x="3341917"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855" name="Picture Placeholder 16"/>
          <p:cNvSpPr>
            <a:spLocks noGrp="1"/>
          </p:cNvSpPr>
          <p:nvPr>
            <p:ph type="pic" sz="quarter" idx="28"/>
          </p:nvPr>
        </p:nvSpPr>
        <p:spPr>
          <a:xfrm>
            <a:off x="3313733" y="1552819"/>
            <a:ext cx="2659063" cy="2071648"/>
          </a:xfrm>
          <a:prstGeom prst="rect">
            <a:avLst/>
          </a:prstGeom>
          <a:noFill/>
          <a:ln w="12700">
            <a:noFill/>
            <a:miter lim="400000"/>
          </a:ln>
        </p:spPr>
        <p:txBody>
          <a:bodyPr lIns="91439" tIns="45719" rIns="91439" bIns="45719" anchor="t">
            <a:noAutofit/>
          </a:bodyPr>
          <a:lstStyle/>
          <a:p>
            <a:endParaRPr/>
          </a:p>
        </p:txBody>
      </p:sp>
      <p:sp>
        <p:nvSpPr>
          <p:cNvPr id="856" name="Text Placeholder 14"/>
          <p:cNvSpPr>
            <a:spLocks noGrp="1"/>
          </p:cNvSpPr>
          <p:nvPr>
            <p:ph type="body" sz="quarter" idx="29" hasCustomPrompt="1"/>
          </p:nvPr>
        </p:nvSpPr>
        <p:spPr>
          <a:xfrm>
            <a:off x="3472083" y="3842994"/>
            <a:ext cx="2340001"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857" name="Text Placeholder 17"/>
          <p:cNvSpPr>
            <a:spLocks noGrp="1"/>
          </p:cNvSpPr>
          <p:nvPr>
            <p:ph type="body" sz="quarter" idx="30" hasCustomPrompt="1"/>
          </p:nvPr>
        </p:nvSpPr>
        <p:spPr>
          <a:xfrm>
            <a:off x="3472083" y="4168115"/>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858" name="Text Placeholder 2"/>
          <p:cNvSpPr>
            <a:spLocks noGrp="1"/>
          </p:cNvSpPr>
          <p:nvPr>
            <p:ph type="body" sz="quarter" idx="31" hasCustomPrompt="1"/>
          </p:nvPr>
        </p:nvSpPr>
        <p:spPr>
          <a:xfrm>
            <a:off x="6249269"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859" name="Picture Placeholder 16"/>
          <p:cNvSpPr>
            <a:spLocks noGrp="1"/>
          </p:cNvSpPr>
          <p:nvPr>
            <p:ph type="pic" sz="quarter" idx="32"/>
          </p:nvPr>
        </p:nvSpPr>
        <p:spPr>
          <a:xfrm>
            <a:off x="6221085" y="1552819"/>
            <a:ext cx="2659063" cy="2071648"/>
          </a:xfrm>
          <a:prstGeom prst="rect">
            <a:avLst/>
          </a:prstGeom>
          <a:noFill/>
          <a:ln w="12700">
            <a:noFill/>
            <a:miter lim="400000"/>
          </a:ln>
        </p:spPr>
        <p:txBody>
          <a:bodyPr lIns="91439" tIns="45719" rIns="91439" bIns="45719" anchor="t">
            <a:noAutofit/>
          </a:bodyPr>
          <a:lstStyle/>
          <a:p>
            <a:endParaRPr/>
          </a:p>
        </p:txBody>
      </p:sp>
      <p:sp>
        <p:nvSpPr>
          <p:cNvPr id="860" name="Text Placeholder 14"/>
          <p:cNvSpPr>
            <a:spLocks noGrp="1"/>
          </p:cNvSpPr>
          <p:nvPr>
            <p:ph type="body" sz="quarter" idx="33" hasCustomPrompt="1"/>
          </p:nvPr>
        </p:nvSpPr>
        <p:spPr>
          <a:xfrm>
            <a:off x="6379435" y="3842994"/>
            <a:ext cx="2340001"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861" name="Text Placeholder 17"/>
          <p:cNvSpPr>
            <a:spLocks noGrp="1"/>
          </p:cNvSpPr>
          <p:nvPr>
            <p:ph type="body" sz="quarter" idx="34" hasCustomPrompt="1"/>
          </p:nvPr>
        </p:nvSpPr>
        <p:spPr>
          <a:xfrm>
            <a:off x="6379435" y="4168115"/>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
        <p:nvSpPr>
          <p:cNvPr id="862" name="Text Placeholder 2"/>
          <p:cNvSpPr>
            <a:spLocks noGrp="1"/>
          </p:cNvSpPr>
          <p:nvPr>
            <p:ph type="body" sz="quarter" idx="35" hasCustomPrompt="1"/>
          </p:nvPr>
        </p:nvSpPr>
        <p:spPr>
          <a:xfrm>
            <a:off x="9156612" y="1581374"/>
            <a:ext cx="2600333" cy="4089113"/>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863" name="Picture Placeholder 16"/>
          <p:cNvSpPr>
            <a:spLocks noGrp="1"/>
          </p:cNvSpPr>
          <p:nvPr>
            <p:ph type="pic" sz="quarter" idx="36"/>
          </p:nvPr>
        </p:nvSpPr>
        <p:spPr>
          <a:xfrm>
            <a:off x="9128427" y="1552819"/>
            <a:ext cx="2659063" cy="2071648"/>
          </a:xfrm>
          <a:prstGeom prst="rect">
            <a:avLst/>
          </a:prstGeom>
          <a:noFill/>
          <a:ln w="12700">
            <a:noFill/>
            <a:miter lim="400000"/>
          </a:ln>
        </p:spPr>
        <p:txBody>
          <a:bodyPr lIns="91439" tIns="45719" rIns="91439" bIns="45719" anchor="t">
            <a:noAutofit/>
          </a:bodyPr>
          <a:lstStyle/>
          <a:p>
            <a:endParaRPr/>
          </a:p>
        </p:txBody>
      </p:sp>
      <p:sp>
        <p:nvSpPr>
          <p:cNvPr id="864" name="Text Placeholder 14"/>
          <p:cNvSpPr>
            <a:spLocks noGrp="1"/>
          </p:cNvSpPr>
          <p:nvPr>
            <p:ph type="body" sz="quarter" idx="37" hasCustomPrompt="1"/>
          </p:nvPr>
        </p:nvSpPr>
        <p:spPr>
          <a:xfrm>
            <a:off x="9286777" y="3842994"/>
            <a:ext cx="2340001" cy="357983"/>
          </a:xfrm>
          <a:prstGeom prst="rect">
            <a:avLst/>
          </a:prstGeom>
          <a:noFill/>
          <a:ln w="12700">
            <a:noFill/>
            <a:miter lim="400000"/>
          </a:ln>
        </p:spPr>
        <p:txBody>
          <a:bodyPr lIns="0" tIns="0" rIns="0" bIns="0" anchor="t"/>
          <a:lstStyle>
            <a:lvl1pPr defTabSz="457200">
              <a:spcBef>
                <a:spcPts val="900"/>
              </a:spcBef>
              <a:defRPr sz="20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865" name="Text Placeholder 17"/>
          <p:cNvSpPr>
            <a:spLocks noGrp="1"/>
          </p:cNvSpPr>
          <p:nvPr>
            <p:ph type="body" sz="quarter" idx="38" hasCustomPrompt="1"/>
          </p:nvPr>
        </p:nvSpPr>
        <p:spPr>
          <a:xfrm>
            <a:off x="9286777" y="4168115"/>
            <a:ext cx="2340001" cy="683658"/>
          </a:xfrm>
          <a:prstGeom prst="rect">
            <a:avLst/>
          </a:prstGeom>
          <a:noFill/>
          <a:ln w="12700">
            <a:noFill/>
            <a:miter lim="400000"/>
          </a:ln>
        </p:spPr>
        <p:txBody>
          <a:bodyPr lIns="0" tIns="0" rIns="0" bIns="0" anchor="t"/>
          <a:lstStyle>
            <a:lvl1pPr defTabSz="438912">
              <a:spcBef>
                <a:spcPts val="850"/>
              </a:spcBef>
              <a:defRPr sz="1440" spc="-96">
                <a:solidFill>
                  <a:srgbClr val="000000"/>
                </a:solidFill>
              </a:defRPr>
            </a:lvl1pPr>
          </a:lstStyle>
          <a:p>
            <a:r>
              <a:t>Lorem ipsum dolor sit amet, consectetur adipiscing elit, sed do eiusmod tempor incididun labore.</a:t>
            </a:r>
          </a:p>
        </p:txBody>
      </p:sp>
    </p:spTree>
    <p:extLst>
      <p:ext uri="{BB962C8B-B14F-4D97-AF65-F5344CB8AC3E}">
        <p14:creationId xmlns:p14="http://schemas.microsoft.com/office/powerpoint/2010/main" val="399759821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les and 4 boxes with text and image B">
    <p:bg>
      <p:bgPr>
        <a:solidFill>
          <a:srgbClr val="FFFFFF"/>
        </a:solidFill>
        <a:effectLst/>
      </p:bgPr>
    </p:bg>
    <p:spTree>
      <p:nvGrpSpPr>
        <p:cNvPr id="1" name=""/>
        <p:cNvGrpSpPr/>
        <p:nvPr/>
      </p:nvGrpSpPr>
      <p:grpSpPr>
        <a:xfrm>
          <a:off x="0" y="0"/>
          <a:ext cx="0" cy="0"/>
          <a:chOff x="0" y="0"/>
          <a:chExt cx="0" cy="0"/>
        </a:xfrm>
      </p:grpSpPr>
      <p:pic>
        <p:nvPicPr>
          <p:cNvPr id="87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873" name="Body Level One…"/>
          <p:cNvSpPr txBox="1">
            <a:spLocks noGrp="1"/>
          </p:cNvSpPr>
          <p:nvPr>
            <p:ph type="body" sz="quarter" idx="1" hasCustomPrompt="1"/>
          </p:nvPr>
        </p:nvSpPr>
        <p:spPr>
          <a:xfrm>
            <a:off x="406400" y="1410515"/>
            <a:ext cx="2669401" cy="4592616"/>
          </a:xfrm>
          <a:prstGeom prst="rect">
            <a:avLst/>
          </a:prstGeom>
          <a:noFill/>
          <a:ln>
            <a:solidFill>
              <a:srgbClr val="D9D9D9"/>
            </a:solidFill>
            <a:round/>
          </a:ln>
        </p:spPr>
        <p:txBody>
          <a:bodyPr lIns="0" tIns="0" rIns="0" bIns="0"/>
          <a:lstStyle>
            <a:lvl1pPr algn="ctr" defTabSz="457200">
              <a:spcBef>
                <a:spcPts val="900"/>
              </a:spcBef>
              <a:defRPr spc="-75">
                <a:latin typeface="Avenir Next LT Pro Demi"/>
                <a:ea typeface="Avenir Next LT Pro Demi"/>
                <a:cs typeface="Avenir Next LT Pro Demi"/>
                <a:sym typeface="Avenir Next LT Pro Demi"/>
              </a:defRPr>
            </a:lvl1pPr>
            <a:lvl2pPr marL="0" indent="495000" algn="ctr" defTabSz="457200">
              <a:spcBef>
                <a:spcPts val="900"/>
              </a:spcBef>
              <a:buSzTx/>
              <a:buNone/>
              <a:defRPr spc="-75">
                <a:latin typeface="Avenir Next LT Pro Demi"/>
                <a:ea typeface="Avenir Next LT Pro Demi"/>
                <a:cs typeface="Avenir Next LT Pro Demi"/>
                <a:sym typeface="Avenir Next LT Pro Demi"/>
              </a:defRPr>
            </a:lvl2pPr>
            <a:lvl3pPr marL="0" indent="1026000" algn="ctr" defTabSz="457200">
              <a:spcBef>
                <a:spcPts val="900"/>
              </a:spcBef>
              <a:buSzTx/>
              <a:buNone/>
              <a:defRPr spc="-75">
                <a:latin typeface="Avenir Next LT Pro Demi"/>
                <a:ea typeface="Avenir Next LT Pro Demi"/>
                <a:cs typeface="Avenir Next LT Pro Demi"/>
                <a:sym typeface="Avenir Next LT Pro Demi"/>
              </a:defRPr>
            </a:lvl3pPr>
            <a:lvl4pPr marL="0" indent="1476000" algn="ctr" defTabSz="457200">
              <a:spcBef>
                <a:spcPts val="900"/>
              </a:spcBef>
              <a:buSzTx/>
              <a:buNone/>
              <a:defRPr spc="-75">
                <a:latin typeface="Avenir Next LT Pro Demi"/>
                <a:ea typeface="Avenir Next LT Pro Demi"/>
                <a:cs typeface="Avenir Next LT Pro Demi"/>
                <a:sym typeface="Avenir Next LT Pro Demi"/>
              </a:defRPr>
            </a:lvl4pPr>
            <a:lvl5pPr marL="0" indent="1926000" algn="ctr" defTabSz="457200">
              <a:spcBef>
                <a:spcPts val="900"/>
              </a:spcBef>
              <a:buSzTx/>
              <a:buNone/>
              <a:defRPr spc="-75">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874" name="Picture Placeholder 16"/>
          <p:cNvSpPr>
            <a:spLocks noGrp="1"/>
          </p:cNvSpPr>
          <p:nvPr>
            <p:ph type="pic" sz="quarter" idx="21"/>
          </p:nvPr>
        </p:nvSpPr>
        <p:spPr>
          <a:xfrm>
            <a:off x="412750" y="1416495"/>
            <a:ext cx="2659063" cy="1832325"/>
          </a:xfrm>
          <a:prstGeom prst="rect">
            <a:avLst/>
          </a:prstGeom>
          <a:noFill/>
          <a:ln w="12700">
            <a:noFill/>
            <a:miter lim="400000"/>
          </a:ln>
        </p:spPr>
        <p:txBody>
          <a:bodyPr lIns="91439" tIns="45719" rIns="91439" bIns="45719" anchor="t">
            <a:noAutofit/>
          </a:bodyPr>
          <a:lstStyle/>
          <a:p>
            <a:endParaRPr/>
          </a:p>
        </p:txBody>
      </p:sp>
      <p:sp>
        <p:nvSpPr>
          <p:cNvPr id="875"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876"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877" name="Text Placeholder 10"/>
          <p:cNvSpPr>
            <a:spLocks noGrp="1"/>
          </p:cNvSpPr>
          <p:nvPr>
            <p:ph type="body" sz="quarter" idx="22"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878"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879" name="Text Placeholder 4"/>
          <p:cNvSpPr>
            <a:spLocks noGrp="1"/>
          </p:cNvSpPr>
          <p:nvPr>
            <p:ph type="body" sz="quarter" idx="24"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880" name="Text Placeholder 14"/>
          <p:cNvSpPr>
            <a:spLocks noGrp="1"/>
          </p:cNvSpPr>
          <p:nvPr>
            <p:ph type="body" sz="quarter" idx="25" hasCustomPrompt="1"/>
          </p:nvPr>
        </p:nvSpPr>
        <p:spPr>
          <a:xfrm>
            <a:off x="589100" y="3503357"/>
            <a:ext cx="2304001" cy="721740"/>
          </a:xfrm>
          <a:prstGeom prst="rect">
            <a:avLst/>
          </a:prstGeom>
          <a:noFill/>
          <a:ln w="12700">
            <a:noFill/>
            <a:miter lim="400000"/>
          </a:ln>
        </p:spPr>
        <p:txBody>
          <a:bodyPr lIns="0" tIns="0" rIns="0" bIns="0" anchor="t"/>
          <a:lstStyle>
            <a:lvl1pPr defTabSz="352044">
              <a:lnSpc>
                <a:spcPts val="2300"/>
              </a:lnSpc>
              <a:spcBef>
                <a:spcPts val="650"/>
              </a:spcBef>
              <a:defRPr sz="2310" spc="-77">
                <a:solidFill>
                  <a:srgbClr val="000000"/>
                </a:solidFill>
                <a:latin typeface="Avenir Next LT Pro Demi"/>
                <a:ea typeface="Avenir Next LT Pro Demi"/>
                <a:cs typeface="Avenir Next LT Pro Demi"/>
                <a:sym typeface="Avenir Next LT Pro Demi"/>
              </a:defRPr>
            </a:lvl1pPr>
          </a:lstStyle>
          <a:p>
            <a:r>
              <a:t>Click to edit Master subtitle style  </a:t>
            </a:r>
          </a:p>
        </p:txBody>
      </p:sp>
      <p:sp>
        <p:nvSpPr>
          <p:cNvPr id="881" name="Text Placeholder 11"/>
          <p:cNvSpPr>
            <a:spLocks noGrp="1"/>
          </p:cNvSpPr>
          <p:nvPr>
            <p:ph type="body" sz="quarter" idx="26" hasCustomPrompt="1"/>
          </p:nvPr>
        </p:nvSpPr>
        <p:spPr>
          <a:xfrm>
            <a:off x="443579" y="4888693"/>
            <a:ext cx="2595023" cy="1074720"/>
          </a:xfrm>
          <a:prstGeom prst="rect">
            <a:avLst/>
          </a:prstGeom>
          <a:gradFill>
            <a:gsLst>
              <a:gs pos="0">
                <a:srgbClr val="FFFFFF"/>
              </a:gs>
              <a:gs pos="100000">
                <a:srgbClr val="F2F2F2"/>
              </a:gs>
            </a:gsLst>
            <a:lin ang="13500000"/>
          </a:gradFill>
          <a:ln w="12700">
            <a:noFill/>
            <a:miter lim="400000"/>
          </a:ln>
        </p:spPr>
        <p:txBody>
          <a:bodyPr lIns="0" tIns="0" rIns="0" bIns="0"/>
          <a:lstStyle>
            <a:lvl1pPr algn="ctr" defTabSz="457200">
              <a:spcBef>
                <a:spcPts val="900"/>
              </a:spcBef>
              <a:defRPr sz="1500">
                <a:solidFill>
                  <a:srgbClr val="000000"/>
                </a:solidFill>
              </a:defRPr>
            </a:lvl1pPr>
          </a:lstStyle>
          <a:p>
            <a:r>
              <a:t>Click to edit text
Click to edit text</a:t>
            </a:r>
          </a:p>
        </p:txBody>
      </p:sp>
      <p:sp>
        <p:nvSpPr>
          <p:cNvPr id="882" name="Text Placeholder 2"/>
          <p:cNvSpPr>
            <a:spLocks noGrp="1"/>
          </p:cNvSpPr>
          <p:nvPr>
            <p:ph type="body" sz="quarter" idx="27" hasCustomPrompt="1"/>
          </p:nvPr>
        </p:nvSpPr>
        <p:spPr>
          <a:xfrm>
            <a:off x="3342729" y="1445049"/>
            <a:ext cx="2600333" cy="4523548"/>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883" name="Picture Placeholder 16"/>
          <p:cNvSpPr>
            <a:spLocks noGrp="1"/>
          </p:cNvSpPr>
          <p:nvPr>
            <p:ph type="pic" sz="quarter" idx="28"/>
          </p:nvPr>
        </p:nvSpPr>
        <p:spPr>
          <a:xfrm>
            <a:off x="3314545" y="1416495"/>
            <a:ext cx="2659063" cy="1832325"/>
          </a:xfrm>
          <a:prstGeom prst="rect">
            <a:avLst/>
          </a:prstGeom>
          <a:noFill/>
          <a:ln w="12700">
            <a:noFill/>
            <a:miter lim="400000"/>
          </a:ln>
        </p:spPr>
        <p:txBody>
          <a:bodyPr lIns="91439" tIns="45719" rIns="91439" bIns="45719" anchor="t">
            <a:noAutofit/>
          </a:bodyPr>
          <a:lstStyle/>
          <a:p>
            <a:endParaRPr/>
          </a:p>
        </p:txBody>
      </p:sp>
      <p:sp>
        <p:nvSpPr>
          <p:cNvPr id="884" name="Text Placeholder 14"/>
          <p:cNvSpPr>
            <a:spLocks noGrp="1"/>
          </p:cNvSpPr>
          <p:nvPr>
            <p:ph type="body" sz="quarter" idx="29" hasCustomPrompt="1"/>
          </p:nvPr>
        </p:nvSpPr>
        <p:spPr>
          <a:xfrm>
            <a:off x="3490895" y="3503357"/>
            <a:ext cx="2304001" cy="721740"/>
          </a:xfrm>
          <a:prstGeom prst="rect">
            <a:avLst/>
          </a:prstGeom>
          <a:noFill/>
          <a:ln w="12700">
            <a:noFill/>
            <a:miter lim="400000"/>
          </a:ln>
        </p:spPr>
        <p:txBody>
          <a:bodyPr lIns="0" tIns="0" rIns="0" bIns="0" anchor="t"/>
          <a:lstStyle>
            <a:lvl1pPr defTabSz="352044">
              <a:lnSpc>
                <a:spcPts val="2300"/>
              </a:lnSpc>
              <a:spcBef>
                <a:spcPts val="650"/>
              </a:spcBef>
              <a:defRPr sz="2310" spc="-77">
                <a:solidFill>
                  <a:srgbClr val="000000"/>
                </a:solidFill>
                <a:latin typeface="Avenir Next LT Pro Demi"/>
                <a:ea typeface="Avenir Next LT Pro Demi"/>
                <a:cs typeface="Avenir Next LT Pro Demi"/>
                <a:sym typeface="Avenir Next LT Pro Demi"/>
              </a:defRPr>
            </a:lvl1pPr>
          </a:lstStyle>
          <a:p>
            <a:r>
              <a:t>Click to edit Master subtitle style  </a:t>
            </a:r>
          </a:p>
        </p:txBody>
      </p:sp>
      <p:sp>
        <p:nvSpPr>
          <p:cNvPr id="885" name="Text Placeholder 11"/>
          <p:cNvSpPr>
            <a:spLocks noGrp="1"/>
          </p:cNvSpPr>
          <p:nvPr>
            <p:ph type="body" sz="quarter" idx="30" hasCustomPrompt="1"/>
          </p:nvPr>
        </p:nvSpPr>
        <p:spPr>
          <a:xfrm>
            <a:off x="3345530" y="4888693"/>
            <a:ext cx="2594868" cy="1074720"/>
          </a:xfrm>
          <a:prstGeom prst="rect">
            <a:avLst/>
          </a:prstGeom>
          <a:gradFill>
            <a:gsLst>
              <a:gs pos="0">
                <a:srgbClr val="FFFFFF"/>
              </a:gs>
              <a:gs pos="100000">
                <a:srgbClr val="F2F2F2"/>
              </a:gs>
            </a:gsLst>
            <a:lin ang="13500000"/>
          </a:gradFill>
          <a:ln w="12700">
            <a:noFill/>
            <a:miter lim="400000"/>
          </a:ln>
        </p:spPr>
        <p:txBody>
          <a:bodyPr lIns="0" tIns="0" rIns="0" bIns="0"/>
          <a:lstStyle>
            <a:lvl1pPr algn="ctr" defTabSz="457200">
              <a:spcBef>
                <a:spcPts val="900"/>
              </a:spcBef>
              <a:defRPr sz="1500">
                <a:solidFill>
                  <a:srgbClr val="000000"/>
                </a:solidFill>
              </a:defRPr>
            </a:lvl1pPr>
          </a:lstStyle>
          <a:p>
            <a:r>
              <a:t>Click to edit text
Click to edit text</a:t>
            </a:r>
          </a:p>
        </p:txBody>
      </p:sp>
      <p:sp>
        <p:nvSpPr>
          <p:cNvPr id="886" name="Text Placeholder 2"/>
          <p:cNvSpPr>
            <a:spLocks noGrp="1"/>
          </p:cNvSpPr>
          <p:nvPr>
            <p:ph type="body" sz="quarter" idx="31" hasCustomPrompt="1"/>
          </p:nvPr>
        </p:nvSpPr>
        <p:spPr>
          <a:xfrm>
            <a:off x="6249269" y="1445049"/>
            <a:ext cx="2600333" cy="4523548"/>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887" name="Picture Placeholder 16"/>
          <p:cNvSpPr>
            <a:spLocks noGrp="1"/>
          </p:cNvSpPr>
          <p:nvPr>
            <p:ph type="pic" sz="quarter" idx="32"/>
          </p:nvPr>
        </p:nvSpPr>
        <p:spPr>
          <a:xfrm>
            <a:off x="6221085" y="1416495"/>
            <a:ext cx="2659063" cy="1832325"/>
          </a:xfrm>
          <a:prstGeom prst="rect">
            <a:avLst/>
          </a:prstGeom>
          <a:noFill/>
          <a:ln w="12700">
            <a:noFill/>
            <a:miter lim="400000"/>
          </a:ln>
        </p:spPr>
        <p:txBody>
          <a:bodyPr lIns="91439" tIns="45719" rIns="91439" bIns="45719" anchor="t">
            <a:noAutofit/>
          </a:bodyPr>
          <a:lstStyle/>
          <a:p>
            <a:endParaRPr/>
          </a:p>
        </p:txBody>
      </p:sp>
      <p:sp>
        <p:nvSpPr>
          <p:cNvPr id="888" name="Text Placeholder 14"/>
          <p:cNvSpPr>
            <a:spLocks noGrp="1"/>
          </p:cNvSpPr>
          <p:nvPr>
            <p:ph type="body" sz="quarter" idx="33" hasCustomPrompt="1"/>
          </p:nvPr>
        </p:nvSpPr>
        <p:spPr>
          <a:xfrm>
            <a:off x="6397435" y="3503357"/>
            <a:ext cx="2304001" cy="721740"/>
          </a:xfrm>
          <a:prstGeom prst="rect">
            <a:avLst/>
          </a:prstGeom>
          <a:noFill/>
          <a:ln w="12700">
            <a:noFill/>
            <a:miter lim="400000"/>
          </a:ln>
        </p:spPr>
        <p:txBody>
          <a:bodyPr lIns="0" tIns="0" rIns="0" bIns="0" anchor="t"/>
          <a:lstStyle>
            <a:lvl1pPr defTabSz="352044">
              <a:lnSpc>
                <a:spcPts val="2300"/>
              </a:lnSpc>
              <a:spcBef>
                <a:spcPts val="650"/>
              </a:spcBef>
              <a:defRPr sz="2310" spc="-77">
                <a:solidFill>
                  <a:srgbClr val="000000"/>
                </a:solidFill>
                <a:latin typeface="Avenir Next LT Pro Demi"/>
                <a:ea typeface="Avenir Next LT Pro Demi"/>
                <a:cs typeface="Avenir Next LT Pro Demi"/>
                <a:sym typeface="Avenir Next LT Pro Demi"/>
              </a:defRPr>
            </a:lvl1pPr>
          </a:lstStyle>
          <a:p>
            <a:r>
              <a:t>Click to edit Master subtitle style  </a:t>
            </a:r>
          </a:p>
        </p:txBody>
      </p:sp>
      <p:sp>
        <p:nvSpPr>
          <p:cNvPr id="889" name="Text Placeholder 11"/>
          <p:cNvSpPr>
            <a:spLocks noGrp="1"/>
          </p:cNvSpPr>
          <p:nvPr>
            <p:ph type="body" sz="quarter" idx="34" hasCustomPrompt="1"/>
          </p:nvPr>
        </p:nvSpPr>
        <p:spPr>
          <a:xfrm>
            <a:off x="6252708" y="4888693"/>
            <a:ext cx="2593763" cy="1074254"/>
          </a:xfrm>
          <a:prstGeom prst="rect">
            <a:avLst/>
          </a:prstGeom>
          <a:gradFill>
            <a:gsLst>
              <a:gs pos="0">
                <a:srgbClr val="FFFFFF"/>
              </a:gs>
              <a:gs pos="100000">
                <a:srgbClr val="F2F2F2"/>
              </a:gs>
            </a:gsLst>
            <a:lin ang="13500000"/>
          </a:gradFill>
          <a:ln w="12700">
            <a:noFill/>
            <a:miter lim="400000"/>
          </a:ln>
        </p:spPr>
        <p:txBody>
          <a:bodyPr lIns="0" tIns="0" rIns="0" bIns="0"/>
          <a:lstStyle>
            <a:lvl1pPr algn="ctr" defTabSz="457200">
              <a:spcBef>
                <a:spcPts val="900"/>
              </a:spcBef>
              <a:defRPr sz="1500">
                <a:solidFill>
                  <a:srgbClr val="000000"/>
                </a:solidFill>
              </a:defRPr>
            </a:lvl1pPr>
          </a:lstStyle>
          <a:p>
            <a:r>
              <a:t>Click to edit text
Click to edit text</a:t>
            </a:r>
          </a:p>
        </p:txBody>
      </p:sp>
      <p:sp>
        <p:nvSpPr>
          <p:cNvPr id="890" name="Text Placeholder 2"/>
          <p:cNvSpPr>
            <a:spLocks noGrp="1"/>
          </p:cNvSpPr>
          <p:nvPr>
            <p:ph type="body" sz="quarter" idx="35" hasCustomPrompt="1"/>
          </p:nvPr>
        </p:nvSpPr>
        <p:spPr>
          <a:xfrm>
            <a:off x="9160599" y="1445049"/>
            <a:ext cx="2600333" cy="4523548"/>
          </a:xfrm>
          <a:prstGeom prst="rect">
            <a:avLst/>
          </a:prstGeom>
          <a:noFill/>
          <a:ln>
            <a:solidFill>
              <a:srgbClr val="D9D9D9"/>
            </a:solidFill>
            <a:round/>
          </a:ln>
        </p:spPr>
        <p:txBody>
          <a:bodyPr lIns="0" tIns="0" rIns="0" bIns="0"/>
          <a:lstStyle>
            <a:lvl1pPr algn="ctr" defTabSz="457200">
              <a:spcBef>
                <a:spcPts val="900"/>
              </a:spcBef>
              <a:defRPr spc="-100">
                <a:latin typeface="Avenir Next LT Pro Demi"/>
                <a:ea typeface="Avenir Next LT Pro Demi"/>
                <a:cs typeface="Avenir Next LT Pro Demi"/>
                <a:sym typeface="Avenir Next LT Pro Demi"/>
              </a:defRPr>
            </a:lvl1pPr>
          </a:lstStyle>
          <a:p>
            <a:r>
              <a:t>.</a:t>
            </a:r>
          </a:p>
        </p:txBody>
      </p:sp>
      <p:sp>
        <p:nvSpPr>
          <p:cNvPr id="891" name="Picture Placeholder 16"/>
          <p:cNvSpPr>
            <a:spLocks noGrp="1"/>
          </p:cNvSpPr>
          <p:nvPr>
            <p:ph type="pic" sz="quarter" idx="36"/>
          </p:nvPr>
        </p:nvSpPr>
        <p:spPr>
          <a:xfrm>
            <a:off x="9132415" y="1416495"/>
            <a:ext cx="2659063" cy="1832325"/>
          </a:xfrm>
          <a:prstGeom prst="rect">
            <a:avLst/>
          </a:prstGeom>
          <a:noFill/>
          <a:ln w="12700">
            <a:noFill/>
            <a:miter lim="400000"/>
          </a:ln>
        </p:spPr>
        <p:txBody>
          <a:bodyPr lIns="91439" tIns="45719" rIns="91439" bIns="45719" anchor="t">
            <a:noAutofit/>
          </a:bodyPr>
          <a:lstStyle/>
          <a:p>
            <a:endParaRPr/>
          </a:p>
        </p:txBody>
      </p:sp>
      <p:sp>
        <p:nvSpPr>
          <p:cNvPr id="892" name="Text Placeholder 14"/>
          <p:cNvSpPr>
            <a:spLocks noGrp="1"/>
          </p:cNvSpPr>
          <p:nvPr>
            <p:ph type="body" sz="quarter" idx="37" hasCustomPrompt="1"/>
          </p:nvPr>
        </p:nvSpPr>
        <p:spPr>
          <a:xfrm>
            <a:off x="9308764" y="3503357"/>
            <a:ext cx="2304001" cy="721740"/>
          </a:xfrm>
          <a:prstGeom prst="rect">
            <a:avLst/>
          </a:prstGeom>
          <a:noFill/>
          <a:ln w="12700">
            <a:noFill/>
            <a:miter lim="400000"/>
          </a:ln>
        </p:spPr>
        <p:txBody>
          <a:bodyPr lIns="0" tIns="0" rIns="0" bIns="0" anchor="t"/>
          <a:lstStyle>
            <a:lvl1pPr defTabSz="352044">
              <a:lnSpc>
                <a:spcPts val="2300"/>
              </a:lnSpc>
              <a:spcBef>
                <a:spcPts val="650"/>
              </a:spcBef>
              <a:defRPr sz="2310" spc="-77">
                <a:solidFill>
                  <a:srgbClr val="000000"/>
                </a:solidFill>
                <a:latin typeface="Avenir Next LT Pro Demi"/>
                <a:ea typeface="Avenir Next LT Pro Demi"/>
                <a:cs typeface="Avenir Next LT Pro Demi"/>
                <a:sym typeface="Avenir Next LT Pro Demi"/>
              </a:defRPr>
            </a:lvl1pPr>
          </a:lstStyle>
          <a:p>
            <a:r>
              <a:t>Click to edit Master subtitle style  </a:t>
            </a:r>
          </a:p>
        </p:txBody>
      </p:sp>
      <p:sp>
        <p:nvSpPr>
          <p:cNvPr id="893" name="Text Placeholder 11"/>
          <p:cNvSpPr>
            <a:spLocks noGrp="1"/>
          </p:cNvSpPr>
          <p:nvPr>
            <p:ph type="body" sz="quarter" idx="38" hasCustomPrompt="1"/>
          </p:nvPr>
        </p:nvSpPr>
        <p:spPr>
          <a:xfrm>
            <a:off x="9165579" y="4888693"/>
            <a:ext cx="2590825" cy="1072858"/>
          </a:xfrm>
          <a:prstGeom prst="rect">
            <a:avLst/>
          </a:prstGeom>
          <a:gradFill>
            <a:gsLst>
              <a:gs pos="0">
                <a:srgbClr val="FFFFFF"/>
              </a:gs>
              <a:gs pos="100000">
                <a:srgbClr val="F2F2F2"/>
              </a:gs>
            </a:gsLst>
            <a:lin ang="13500000"/>
          </a:gradFill>
          <a:ln w="12700">
            <a:noFill/>
            <a:miter lim="400000"/>
          </a:ln>
        </p:spPr>
        <p:txBody>
          <a:bodyPr lIns="0" tIns="0" rIns="0" bIns="0"/>
          <a:lstStyle>
            <a:lvl1pPr algn="ctr" defTabSz="457200">
              <a:spcBef>
                <a:spcPts val="900"/>
              </a:spcBef>
              <a:defRPr sz="1500">
                <a:solidFill>
                  <a:srgbClr val="000000"/>
                </a:solidFill>
              </a:defRPr>
            </a:lvl1pPr>
          </a:lstStyle>
          <a:p>
            <a:r>
              <a:t>Click to edit text
Click to edit text</a:t>
            </a:r>
          </a:p>
        </p:txBody>
      </p:sp>
    </p:spTree>
    <p:extLst>
      <p:ext uri="{BB962C8B-B14F-4D97-AF65-F5344CB8AC3E}">
        <p14:creationId xmlns:p14="http://schemas.microsoft.com/office/powerpoint/2010/main" val="415592888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Big title, Content and image A">
    <p:bg>
      <p:bgPr>
        <a:solidFill>
          <a:srgbClr val="FFFFFF"/>
        </a:solidFill>
        <a:effectLst/>
      </p:bgPr>
    </p:bg>
    <p:spTree>
      <p:nvGrpSpPr>
        <p:cNvPr id="1" name=""/>
        <p:cNvGrpSpPr/>
        <p:nvPr/>
      </p:nvGrpSpPr>
      <p:grpSpPr>
        <a:xfrm>
          <a:off x="0" y="0"/>
          <a:ext cx="0" cy="0"/>
          <a:chOff x="0" y="0"/>
          <a:chExt cx="0" cy="0"/>
        </a:xfrm>
      </p:grpSpPr>
      <p:pic>
        <p:nvPicPr>
          <p:cNvPr id="90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901" name="Picture 14" descr="Picture 14"/>
          <p:cNvPicPr>
            <a:picLocks noChangeAspect="1"/>
          </p:cNvPicPr>
          <p:nvPr/>
        </p:nvPicPr>
        <p:blipFill>
          <a:blip r:embed="rId3">
            <a:alphaModFix amt="20000"/>
          </a:blip>
          <a:stretch>
            <a:fillRect/>
          </a:stretch>
        </p:blipFill>
        <p:spPr>
          <a:xfrm>
            <a:off x="0" y="0"/>
            <a:ext cx="10850451" cy="6859151"/>
          </a:xfrm>
          <a:prstGeom prst="rect">
            <a:avLst/>
          </a:prstGeom>
          <a:ln w="12700">
            <a:miter lim="400000"/>
          </a:ln>
        </p:spPr>
      </p:pic>
      <p:sp>
        <p:nvSpPr>
          <p:cNvPr id="902" name="Body Level One…"/>
          <p:cNvSpPr txBox="1">
            <a:spLocks noGrp="1"/>
          </p:cNvSpPr>
          <p:nvPr>
            <p:ph type="body" sz="half" idx="1"/>
          </p:nvPr>
        </p:nvSpPr>
        <p:spPr>
          <a:xfrm>
            <a:off x="6149975" y="440531"/>
            <a:ext cx="5652295" cy="5796757"/>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000000"/>
                </a:solidFill>
              </a:defRPr>
            </a:lvl1pPr>
            <a:lvl2pPr marL="762187" indent="-267187" defTabSz="457200">
              <a:spcBef>
                <a:spcPts val="900"/>
              </a:spcBef>
              <a:buFont typeface="Helvetica"/>
              <a:defRPr sz="1900">
                <a:solidFill>
                  <a:srgbClr val="000000"/>
                </a:solidFill>
              </a:defRPr>
            </a:lvl2pPr>
            <a:lvl3pPr marL="1254000" indent="-228000" defTabSz="457200">
              <a:spcBef>
                <a:spcPts val="900"/>
              </a:spcBef>
              <a:buFont typeface="Helvetica"/>
              <a:defRPr sz="1900">
                <a:solidFill>
                  <a:srgbClr val="000000"/>
                </a:solidFill>
              </a:defRPr>
            </a:lvl3pPr>
            <a:lvl4pPr marL="1761000" indent="-285000" defTabSz="457200">
              <a:spcBef>
                <a:spcPts val="900"/>
              </a:spcBef>
              <a:buFont typeface="Helvetica"/>
              <a:defRPr sz="1900">
                <a:solidFill>
                  <a:srgbClr val="000000"/>
                </a:solidFill>
              </a:defRPr>
            </a:lvl4pPr>
            <a:lvl5pPr marL="2211000" indent="-285000" defTabSz="457200">
              <a:spcBef>
                <a:spcPts val="900"/>
              </a:spcBef>
              <a:buFont typeface="Helvetica"/>
              <a:defRPr sz="19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903"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904"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pic>
        <p:nvPicPr>
          <p:cNvPr id="905" name="Picture 3" descr="Picture 3"/>
          <p:cNvPicPr>
            <a:picLocks noChangeAspect="1"/>
          </p:cNvPicPr>
          <p:nvPr/>
        </p:nvPicPr>
        <p:blipFill>
          <a:blip r:embed="rId4">
            <a:alphaModFix amt="40000"/>
          </a:blip>
          <a:stretch>
            <a:fillRect/>
          </a:stretch>
        </p:blipFill>
        <p:spPr>
          <a:xfrm>
            <a:off x="-1" y="812618"/>
            <a:ext cx="630001" cy="1206385"/>
          </a:xfrm>
          <a:prstGeom prst="rect">
            <a:avLst/>
          </a:prstGeom>
          <a:ln w="12700">
            <a:miter lim="400000"/>
          </a:ln>
        </p:spPr>
      </p:pic>
      <p:pic>
        <p:nvPicPr>
          <p:cNvPr id="906" name="Picture 6" descr="Picture 6"/>
          <p:cNvPicPr>
            <a:picLocks noChangeAspect="1"/>
          </p:cNvPicPr>
          <p:nvPr/>
        </p:nvPicPr>
        <p:blipFill>
          <a:blip r:embed="rId5"/>
          <a:srcRect/>
          <a:stretch>
            <a:fillRect/>
          </a:stretch>
        </p:blipFill>
        <p:spPr>
          <a:xfrm>
            <a:off x="5043201" y="3273248"/>
            <a:ext cx="501295" cy="495726"/>
          </a:xfrm>
          <a:prstGeom prst="rect">
            <a:avLst/>
          </a:prstGeom>
          <a:ln w="12700">
            <a:miter lim="400000"/>
          </a:ln>
        </p:spPr>
      </p:pic>
      <p:sp>
        <p:nvSpPr>
          <p:cNvPr id="907" name="Insert title here"/>
          <p:cNvSpPr txBox="1">
            <a:spLocks noGrp="1"/>
          </p:cNvSpPr>
          <p:nvPr>
            <p:ph type="title" hasCustomPrompt="1"/>
          </p:nvPr>
        </p:nvSpPr>
        <p:spPr>
          <a:xfrm>
            <a:off x="338203" y="3271622"/>
            <a:ext cx="4771960" cy="2965666"/>
          </a:xfrm>
          <a:prstGeom prst="rect">
            <a:avLst/>
          </a:prstGeom>
        </p:spPr>
        <p:txBody>
          <a:bodyPr anchor="b"/>
          <a:lstStyle>
            <a:lvl1pPr>
              <a:lnSpc>
                <a:spcPts val="7500"/>
              </a:lnSpc>
              <a:defRPr sz="7500" spc="-300">
                <a:gradFill flip="none" rotWithShape="1">
                  <a:gsLst>
                    <a:gs pos="0">
                      <a:schemeClr val="accent6"/>
                    </a:gs>
                    <a:gs pos="100000">
                      <a:schemeClr val="accent1"/>
                    </a:gs>
                  </a:gsLst>
                  <a:lin ang="10800000" scaled="0"/>
                </a:gradFill>
              </a:defRPr>
            </a:lvl1pPr>
          </a:lstStyle>
          <a:p>
            <a:r>
              <a:t>Insert title here</a:t>
            </a:r>
          </a:p>
        </p:txBody>
      </p:sp>
      <p:sp>
        <p:nvSpPr>
          <p:cNvPr id="908" name="Picture Placeholder 16"/>
          <p:cNvSpPr>
            <a:spLocks noGrp="1"/>
          </p:cNvSpPr>
          <p:nvPr>
            <p:ph type="pic" sz="quarter" idx="22"/>
          </p:nvPr>
        </p:nvSpPr>
        <p:spPr>
          <a:xfrm>
            <a:off x="2081049" y="595660"/>
            <a:ext cx="3486042" cy="2265782"/>
          </a:xfrm>
          <a:prstGeom prst="rect">
            <a:avLst/>
          </a:prstGeom>
          <a:noFill/>
          <a:ln w="12700">
            <a:noFill/>
            <a:miter lim="400000"/>
          </a:ln>
          <a:effectLst>
            <a:outerShdw blurRad="850900" dist="635000" dir="5400000" rotWithShape="0">
              <a:srgbClr val="000000">
                <a:alpha val="12000"/>
              </a:srgbClr>
            </a:outerShdw>
          </a:effectLst>
        </p:spPr>
        <p:txBody>
          <a:bodyPr lIns="91439" tIns="45719" rIns="91439" bIns="45719" anchor="t">
            <a:noAutofit/>
          </a:bodyPr>
          <a:lstStyle/>
          <a:p>
            <a:endParaRPr/>
          </a:p>
        </p:txBody>
      </p:sp>
      <p:sp>
        <p:nvSpPr>
          <p:cNvPr id="909"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128328891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Big title, Content and image B">
    <p:bg>
      <p:bgPr>
        <a:solidFill>
          <a:srgbClr val="FFFFFF"/>
        </a:solidFill>
        <a:effectLst/>
      </p:bgPr>
    </p:bg>
    <p:spTree>
      <p:nvGrpSpPr>
        <p:cNvPr id="1" name=""/>
        <p:cNvGrpSpPr/>
        <p:nvPr/>
      </p:nvGrpSpPr>
      <p:grpSpPr>
        <a:xfrm>
          <a:off x="0" y="0"/>
          <a:ext cx="0" cy="0"/>
          <a:chOff x="0" y="0"/>
          <a:chExt cx="0" cy="0"/>
        </a:xfrm>
      </p:grpSpPr>
      <p:pic>
        <p:nvPicPr>
          <p:cNvPr id="91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917" name="Picture 14" descr="Picture 14"/>
          <p:cNvPicPr>
            <a:picLocks noChangeAspect="1"/>
          </p:cNvPicPr>
          <p:nvPr/>
        </p:nvPicPr>
        <p:blipFill>
          <a:blip r:embed="rId3">
            <a:alphaModFix amt="20000"/>
          </a:blip>
          <a:stretch>
            <a:fillRect/>
          </a:stretch>
        </p:blipFill>
        <p:spPr>
          <a:xfrm>
            <a:off x="0" y="0"/>
            <a:ext cx="10850451" cy="6859151"/>
          </a:xfrm>
          <a:prstGeom prst="rect">
            <a:avLst/>
          </a:prstGeom>
          <a:ln w="12700">
            <a:miter lim="400000"/>
          </a:ln>
        </p:spPr>
      </p:pic>
      <p:sp>
        <p:nvSpPr>
          <p:cNvPr id="918" name="Body Level One…"/>
          <p:cNvSpPr txBox="1">
            <a:spLocks noGrp="1"/>
          </p:cNvSpPr>
          <p:nvPr>
            <p:ph type="body" sz="half" idx="1"/>
          </p:nvPr>
        </p:nvSpPr>
        <p:spPr>
          <a:xfrm>
            <a:off x="6149975" y="440531"/>
            <a:ext cx="5652295" cy="5796757"/>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000000"/>
                </a:solidFill>
              </a:defRPr>
            </a:lvl1pPr>
            <a:lvl2pPr marL="762187" indent="-267187" defTabSz="457200">
              <a:spcBef>
                <a:spcPts val="900"/>
              </a:spcBef>
              <a:buFont typeface="Helvetica"/>
              <a:defRPr sz="1900">
                <a:solidFill>
                  <a:srgbClr val="000000"/>
                </a:solidFill>
              </a:defRPr>
            </a:lvl2pPr>
            <a:lvl3pPr marL="1254000" indent="-228000" defTabSz="457200">
              <a:spcBef>
                <a:spcPts val="900"/>
              </a:spcBef>
              <a:buFont typeface="Helvetica"/>
              <a:defRPr sz="1900">
                <a:solidFill>
                  <a:srgbClr val="000000"/>
                </a:solidFill>
              </a:defRPr>
            </a:lvl3pPr>
            <a:lvl4pPr marL="1761000" indent="-285000" defTabSz="457200">
              <a:spcBef>
                <a:spcPts val="900"/>
              </a:spcBef>
              <a:buFont typeface="Helvetica"/>
              <a:defRPr sz="1900">
                <a:solidFill>
                  <a:srgbClr val="000000"/>
                </a:solidFill>
              </a:defRPr>
            </a:lvl4pPr>
            <a:lvl5pPr marL="2211000" indent="-285000" defTabSz="457200">
              <a:spcBef>
                <a:spcPts val="900"/>
              </a:spcBef>
              <a:buFont typeface="Helvetica"/>
              <a:defRPr sz="19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919"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920"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pic>
        <p:nvPicPr>
          <p:cNvPr id="921" name="Picture 3" descr="Picture 3"/>
          <p:cNvPicPr>
            <a:picLocks noChangeAspect="1"/>
          </p:cNvPicPr>
          <p:nvPr/>
        </p:nvPicPr>
        <p:blipFill>
          <a:blip r:embed="rId4">
            <a:alphaModFix amt="40000"/>
          </a:blip>
          <a:stretch>
            <a:fillRect/>
          </a:stretch>
        </p:blipFill>
        <p:spPr>
          <a:xfrm>
            <a:off x="-1" y="812618"/>
            <a:ext cx="630001" cy="1206385"/>
          </a:xfrm>
          <a:prstGeom prst="rect">
            <a:avLst/>
          </a:prstGeom>
          <a:ln w="12700">
            <a:miter lim="400000"/>
          </a:ln>
        </p:spPr>
      </p:pic>
      <p:pic>
        <p:nvPicPr>
          <p:cNvPr id="922" name="Picture 6" descr="Picture 6"/>
          <p:cNvPicPr>
            <a:picLocks noChangeAspect="1"/>
          </p:cNvPicPr>
          <p:nvPr/>
        </p:nvPicPr>
        <p:blipFill>
          <a:blip r:embed="rId5"/>
          <a:srcRect/>
          <a:stretch>
            <a:fillRect/>
          </a:stretch>
        </p:blipFill>
        <p:spPr>
          <a:xfrm>
            <a:off x="5043201" y="3273248"/>
            <a:ext cx="501295" cy="495726"/>
          </a:xfrm>
          <a:prstGeom prst="rect">
            <a:avLst/>
          </a:prstGeom>
          <a:ln w="12700">
            <a:miter lim="400000"/>
          </a:ln>
        </p:spPr>
      </p:pic>
      <p:sp>
        <p:nvSpPr>
          <p:cNvPr id="923" name="Picture Placeholder 16"/>
          <p:cNvSpPr>
            <a:spLocks noGrp="1"/>
          </p:cNvSpPr>
          <p:nvPr>
            <p:ph type="pic" sz="half" idx="22"/>
          </p:nvPr>
        </p:nvSpPr>
        <p:spPr>
          <a:xfrm>
            <a:off x="3279775" y="440532"/>
            <a:ext cx="2786063" cy="6417469"/>
          </a:xfrm>
          <a:prstGeom prst="rect">
            <a:avLst/>
          </a:prstGeom>
          <a:noFill/>
          <a:ln w="12700">
            <a:noFill/>
            <a:miter lim="400000"/>
          </a:ln>
        </p:spPr>
        <p:txBody>
          <a:bodyPr lIns="91439" tIns="45719" rIns="91439" bIns="45719" anchor="t">
            <a:noAutofit/>
          </a:bodyPr>
          <a:lstStyle/>
          <a:p>
            <a:endParaRPr/>
          </a:p>
        </p:txBody>
      </p:sp>
      <p:sp>
        <p:nvSpPr>
          <p:cNvPr id="924" name="Insert title here"/>
          <p:cNvSpPr txBox="1">
            <a:spLocks noGrp="1"/>
          </p:cNvSpPr>
          <p:nvPr>
            <p:ph type="title" hasCustomPrompt="1"/>
          </p:nvPr>
        </p:nvSpPr>
        <p:spPr>
          <a:xfrm>
            <a:off x="338203" y="3271622"/>
            <a:ext cx="4771960" cy="2965666"/>
          </a:xfrm>
          <a:prstGeom prst="rect">
            <a:avLst/>
          </a:prstGeom>
        </p:spPr>
        <p:txBody>
          <a:bodyPr anchor="b"/>
          <a:lstStyle>
            <a:lvl1pPr>
              <a:lnSpc>
                <a:spcPts val="7500"/>
              </a:lnSpc>
              <a:defRPr sz="7500" spc="-300">
                <a:gradFill flip="none" rotWithShape="1">
                  <a:gsLst>
                    <a:gs pos="0">
                      <a:schemeClr val="accent6"/>
                    </a:gs>
                    <a:gs pos="100000">
                      <a:schemeClr val="accent1"/>
                    </a:gs>
                  </a:gsLst>
                  <a:lin ang="10800000" scaled="0"/>
                </a:gradFill>
              </a:defRPr>
            </a:lvl1pPr>
          </a:lstStyle>
          <a:p>
            <a:r>
              <a:t>Insert title here</a:t>
            </a:r>
          </a:p>
        </p:txBody>
      </p:sp>
      <p:sp>
        <p:nvSpPr>
          <p:cNvPr id="925"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341204759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Big title and Content - Light">
    <p:bg>
      <p:bgPr>
        <a:solidFill>
          <a:srgbClr val="FFFFFF"/>
        </a:solidFill>
        <a:effectLst/>
      </p:bgPr>
    </p:bg>
    <p:spTree>
      <p:nvGrpSpPr>
        <p:cNvPr id="1" name=""/>
        <p:cNvGrpSpPr/>
        <p:nvPr/>
      </p:nvGrpSpPr>
      <p:grpSpPr>
        <a:xfrm>
          <a:off x="0" y="0"/>
          <a:ext cx="0" cy="0"/>
          <a:chOff x="0" y="0"/>
          <a:chExt cx="0" cy="0"/>
        </a:xfrm>
      </p:grpSpPr>
      <p:pic>
        <p:nvPicPr>
          <p:cNvPr id="93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933" name="Picture 9" descr="Picture 9"/>
          <p:cNvPicPr>
            <a:picLocks noChangeAspect="1"/>
          </p:cNvPicPr>
          <p:nvPr/>
        </p:nvPicPr>
        <p:blipFill>
          <a:blip r:embed="rId3">
            <a:alphaModFix amt="20000"/>
          </a:blip>
          <a:stretch>
            <a:fillRect/>
          </a:stretch>
        </p:blipFill>
        <p:spPr>
          <a:xfrm>
            <a:off x="0" y="0"/>
            <a:ext cx="10850451" cy="6859151"/>
          </a:xfrm>
          <a:prstGeom prst="rect">
            <a:avLst/>
          </a:prstGeom>
          <a:ln w="12700">
            <a:miter lim="400000"/>
          </a:ln>
        </p:spPr>
      </p:pic>
      <p:sp>
        <p:nvSpPr>
          <p:cNvPr id="934" name="Insert title here"/>
          <p:cNvSpPr txBox="1">
            <a:spLocks noGrp="1"/>
          </p:cNvSpPr>
          <p:nvPr>
            <p:ph type="title" hasCustomPrompt="1"/>
          </p:nvPr>
        </p:nvSpPr>
        <p:spPr>
          <a:xfrm>
            <a:off x="325677" y="4201980"/>
            <a:ext cx="5740162" cy="2104201"/>
          </a:xfrm>
          <a:prstGeom prst="rect">
            <a:avLst/>
          </a:prstGeom>
        </p:spPr>
        <p:txBody>
          <a:bodyPr anchor="b"/>
          <a:lstStyle>
            <a:lvl1pPr>
              <a:lnSpc>
                <a:spcPts val="7500"/>
              </a:lnSpc>
              <a:defRPr sz="9000" spc="-300">
                <a:gradFill flip="none" rotWithShape="1">
                  <a:gsLst>
                    <a:gs pos="0">
                      <a:schemeClr val="accent6"/>
                    </a:gs>
                    <a:gs pos="100000">
                      <a:schemeClr val="accent1"/>
                    </a:gs>
                  </a:gsLst>
                  <a:lin ang="10800000" scaled="0"/>
                </a:gradFill>
              </a:defRPr>
            </a:lvl1pPr>
          </a:lstStyle>
          <a:p>
            <a:r>
              <a:t>Insert title here</a:t>
            </a:r>
          </a:p>
        </p:txBody>
      </p:sp>
      <p:sp>
        <p:nvSpPr>
          <p:cNvPr id="935" name="Body Level One…"/>
          <p:cNvSpPr txBox="1">
            <a:spLocks noGrp="1"/>
          </p:cNvSpPr>
          <p:nvPr>
            <p:ph type="body" sz="half" idx="1"/>
          </p:nvPr>
        </p:nvSpPr>
        <p:spPr>
          <a:xfrm>
            <a:off x="6149975" y="440531"/>
            <a:ext cx="5652295" cy="5796757"/>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000000"/>
                </a:solidFill>
              </a:defRPr>
            </a:lvl1pPr>
            <a:lvl2pPr marL="762187" indent="-267187" defTabSz="457200">
              <a:spcBef>
                <a:spcPts val="900"/>
              </a:spcBef>
              <a:buFont typeface="Helvetica"/>
              <a:defRPr sz="1900">
                <a:solidFill>
                  <a:srgbClr val="000000"/>
                </a:solidFill>
              </a:defRPr>
            </a:lvl2pPr>
            <a:lvl3pPr marL="1254000" indent="-228000" defTabSz="457200">
              <a:spcBef>
                <a:spcPts val="900"/>
              </a:spcBef>
              <a:buFont typeface="Helvetica"/>
              <a:defRPr sz="1900">
                <a:solidFill>
                  <a:srgbClr val="000000"/>
                </a:solidFill>
              </a:defRPr>
            </a:lvl3pPr>
            <a:lvl4pPr marL="1761000" indent="-285000" defTabSz="457200">
              <a:spcBef>
                <a:spcPts val="900"/>
              </a:spcBef>
              <a:buFont typeface="Helvetica"/>
              <a:defRPr sz="1900">
                <a:solidFill>
                  <a:srgbClr val="000000"/>
                </a:solidFill>
              </a:defRPr>
            </a:lvl4pPr>
            <a:lvl5pPr marL="2211000" indent="-285000" defTabSz="457200">
              <a:spcBef>
                <a:spcPts val="900"/>
              </a:spcBef>
              <a:buFont typeface="Helvetica"/>
              <a:defRPr sz="19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936"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937"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pic>
        <p:nvPicPr>
          <p:cNvPr id="938" name="Picture 3" descr="Picture 3"/>
          <p:cNvPicPr>
            <a:picLocks noChangeAspect="1"/>
          </p:cNvPicPr>
          <p:nvPr/>
        </p:nvPicPr>
        <p:blipFill>
          <a:blip r:embed="rId4">
            <a:alphaModFix amt="40000"/>
          </a:blip>
          <a:stretch>
            <a:fillRect/>
          </a:stretch>
        </p:blipFill>
        <p:spPr>
          <a:xfrm>
            <a:off x="-1" y="812618"/>
            <a:ext cx="630001" cy="1206385"/>
          </a:xfrm>
          <a:prstGeom prst="rect">
            <a:avLst/>
          </a:prstGeom>
          <a:ln w="12700">
            <a:miter lim="400000"/>
          </a:ln>
        </p:spPr>
      </p:pic>
      <p:pic>
        <p:nvPicPr>
          <p:cNvPr id="939" name="Picture 6" descr="Picture 6"/>
          <p:cNvPicPr>
            <a:picLocks noChangeAspect="1"/>
          </p:cNvPicPr>
          <p:nvPr/>
        </p:nvPicPr>
        <p:blipFill>
          <a:blip r:embed="rId5"/>
          <a:srcRect/>
          <a:stretch>
            <a:fillRect/>
          </a:stretch>
        </p:blipFill>
        <p:spPr>
          <a:xfrm>
            <a:off x="5043201" y="3273248"/>
            <a:ext cx="501295" cy="495726"/>
          </a:xfrm>
          <a:prstGeom prst="rect">
            <a:avLst/>
          </a:prstGeom>
          <a:ln w="12700">
            <a:miter lim="400000"/>
          </a:ln>
        </p:spPr>
      </p:pic>
      <p:sp>
        <p:nvSpPr>
          <p:cNvPr id="940"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121782992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Big title and Content - Dark">
    <p:spTree>
      <p:nvGrpSpPr>
        <p:cNvPr id="1" name=""/>
        <p:cNvGrpSpPr/>
        <p:nvPr/>
      </p:nvGrpSpPr>
      <p:grpSpPr>
        <a:xfrm>
          <a:off x="0" y="0"/>
          <a:ext cx="0" cy="0"/>
          <a:chOff x="0" y="0"/>
          <a:chExt cx="0" cy="0"/>
        </a:xfrm>
      </p:grpSpPr>
      <p:sp>
        <p:nvSpPr>
          <p:cNvPr id="947" name="Freeform 1"/>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948" name="Picture 9" descr="Picture 9"/>
          <p:cNvPicPr>
            <a:picLocks noChangeAspect="1"/>
          </p:cNvPicPr>
          <p:nvPr/>
        </p:nvPicPr>
        <p:blipFill>
          <a:blip r:embed="rId2">
            <a:alphaModFix amt="23000"/>
          </a:blip>
          <a:stretch>
            <a:fillRect/>
          </a:stretch>
        </p:blipFill>
        <p:spPr>
          <a:xfrm>
            <a:off x="0" y="0"/>
            <a:ext cx="10850451" cy="6859151"/>
          </a:xfrm>
          <a:prstGeom prst="rect">
            <a:avLst/>
          </a:prstGeom>
          <a:ln w="12700">
            <a:miter lim="400000"/>
          </a:ln>
        </p:spPr>
      </p:pic>
      <p:sp>
        <p:nvSpPr>
          <p:cNvPr id="949" name="Insert title here"/>
          <p:cNvSpPr txBox="1">
            <a:spLocks noGrp="1"/>
          </p:cNvSpPr>
          <p:nvPr>
            <p:ph type="title" hasCustomPrompt="1"/>
          </p:nvPr>
        </p:nvSpPr>
        <p:spPr>
          <a:xfrm>
            <a:off x="325677" y="4201980"/>
            <a:ext cx="5740162" cy="2104201"/>
          </a:xfrm>
          <a:prstGeom prst="rect">
            <a:avLst/>
          </a:prstGeom>
        </p:spPr>
        <p:txBody>
          <a:bodyPr anchor="b"/>
          <a:lstStyle>
            <a:lvl1pPr>
              <a:lnSpc>
                <a:spcPts val="7500"/>
              </a:lnSpc>
              <a:defRPr sz="9000" spc="-300">
                <a:gradFill flip="none" rotWithShape="1">
                  <a:gsLst>
                    <a:gs pos="0">
                      <a:schemeClr val="accent6"/>
                    </a:gs>
                    <a:gs pos="100000">
                      <a:schemeClr val="accent1"/>
                    </a:gs>
                  </a:gsLst>
                  <a:lin ang="10800000" scaled="0"/>
                </a:gradFill>
              </a:defRPr>
            </a:lvl1pPr>
          </a:lstStyle>
          <a:p>
            <a:r>
              <a:t>Insert title here</a:t>
            </a:r>
          </a:p>
        </p:txBody>
      </p:sp>
      <p:sp>
        <p:nvSpPr>
          <p:cNvPr id="950" name="Body Level One…"/>
          <p:cNvSpPr txBox="1">
            <a:spLocks noGrp="1"/>
          </p:cNvSpPr>
          <p:nvPr>
            <p:ph type="body" sz="half" idx="1"/>
          </p:nvPr>
        </p:nvSpPr>
        <p:spPr>
          <a:xfrm>
            <a:off x="6149975" y="440531"/>
            <a:ext cx="5652295" cy="5796757"/>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FFFFFF"/>
                </a:solidFill>
              </a:defRPr>
            </a:lvl1pPr>
            <a:lvl2pPr marL="762187" indent="-267187" defTabSz="457200">
              <a:spcBef>
                <a:spcPts val="900"/>
              </a:spcBef>
              <a:buFont typeface="Helvetica"/>
              <a:defRPr sz="1900">
                <a:solidFill>
                  <a:srgbClr val="FFFFFF"/>
                </a:solidFill>
              </a:defRPr>
            </a:lvl2pPr>
            <a:lvl3pPr marL="1254000" indent="-228000" defTabSz="457200">
              <a:spcBef>
                <a:spcPts val="900"/>
              </a:spcBef>
              <a:buFont typeface="Helvetica"/>
              <a:defRPr sz="1900">
                <a:solidFill>
                  <a:srgbClr val="FFFFFF"/>
                </a:solidFill>
              </a:defRPr>
            </a:lvl3pPr>
            <a:lvl4pPr marL="1761000" indent="-285000" defTabSz="457200">
              <a:spcBef>
                <a:spcPts val="900"/>
              </a:spcBef>
              <a:buFont typeface="Helvetica"/>
              <a:defRPr sz="1900">
                <a:solidFill>
                  <a:srgbClr val="FFFFFF"/>
                </a:solidFill>
              </a:defRPr>
            </a:lvl4pPr>
            <a:lvl5pPr marL="2211000" indent="-285000" defTabSz="457200">
              <a:spcBef>
                <a:spcPts val="900"/>
              </a:spcBef>
              <a:buFont typeface="Helvetica"/>
              <a:defRPr sz="19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951"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952"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pic>
        <p:nvPicPr>
          <p:cNvPr id="953" name="Picture 3" descr="Picture 3"/>
          <p:cNvPicPr>
            <a:picLocks noChangeAspect="1"/>
          </p:cNvPicPr>
          <p:nvPr/>
        </p:nvPicPr>
        <p:blipFill>
          <a:blip r:embed="rId3">
            <a:alphaModFix amt="40000"/>
          </a:blip>
          <a:stretch>
            <a:fillRect/>
          </a:stretch>
        </p:blipFill>
        <p:spPr>
          <a:xfrm>
            <a:off x="-1" y="812618"/>
            <a:ext cx="630001" cy="1206385"/>
          </a:xfrm>
          <a:prstGeom prst="rect">
            <a:avLst/>
          </a:prstGeom>
          <a:ln w="12700">
            <a:miter lim="400000"/>
          </a:ln>
        </p:spPr>
      </p:pic>
      <p:pic>
        <p:nvPicPr>
          <p:cNvPr id="954" name="Picture 6" descr="Picture 6"/>
          <p:cNvPicPr>
            <a:picLocks noChangeAspect="1"/>
          </p:cNvPicPr>
          <p:nvPr/>
        </p:nvPicPr>
        <p:blipFill>
          <a:blip r:embed="rId4"/>
          <a:srcRect/>
          <a:stretch>
            <a:fillRect/>
          </a:stretch>
        </p:blipFill>
        <p:spPr>
          <a:xfrm>
            <a:off x="5043201" y="3273248"/>
            <a:ext cx="501295" cy="495726"/>
          </a:xfrm>
          <a:prstGeom prst="rect">
            <a:avLst/>
          </a:prstGeom>
          <a:ln w="12700">
            <a:miter lim="400000"/>
          </a:ln>
        </p:spPr>
      </p:pic>
      <p:sp>
        <p:nvSpPr>
          <p:cNvPr id="955"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956" name="Picture 4" descr="Picture 4"/>
          <p:cNvPicPr>
            <a:picLocks noChangeAspect="1"/>
          </p:cNvPicPr>
          <p:nvPr/>
        </p:nvPicPr>
        <p:blipFill>
          <a:blip r:embed="rId5"/>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414050040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Big title, Hand Mockup and Content A - Light">
    <p:bg>
      <p:bgPr>
        <a:solidFill>
          <a:srgbClr val="FFFFFF"/>
        </a:solidFill>
        <a:effectLst/>
      </p:bgPr>
    </p:bg>
    <p:spTree>
      <p:nvGrpSpPr>
        <p:cNvPr id="1" name=""/>
        <p:cNvGrpSpPr/>
        <p:nvPr/>
      </p:nvGrpSpPr>
      <p:grpSpPr>
        <a:xfrm>
          <a:off x="0" y="0"/>
          <a:ext cx="0" cy="0"/>
          <a:chOff x="0" y="0"/>
          <a:chExt cx="0" cy="0"/>
        </a:xfrm>
      </p:grpSpPr>
      <p:pic>
        <p:nvPicPr>
          <p:cNvPr id="963"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964" name="Insert title"/>
          <p:cNvSpPr txBox="1">
            <a:spLocks noGrp="1"/>
          </p:cNvSpPr>
          <p:nvPr>
            <p:ph type="title" hasCustomPrompt="1"/>
          </p:nvPr>
        </p:nvSpPr>
        <p:spPr>
          <a:xfrm>
            <a:off x="340233" y="572422"/>
            <a:ext cx="4702969" cy="1206385"/>
          </a:xfrm>
          <a:prstGeom prst="rect">
            <a:avLst/>
          </a:prstGeom>
        </p:spPr>
        <p:txBody>
          <a:bodyPr/>
          <a:lstStyle>
            <a:lvl1pPr>
              <a:lnSpc>
                <a:spcPts val="7500"/>
              </a:lnSpc>
              <a:defRPr sz="7500" spc="-150">
                <a:gradFill flip="none" rotWithShape="1">
                  <a:gsLst>
                    <a:gs pos="0">
                      <a:schemeClr val="accent6"/>
                    </a:gs>
                    <a:gs pos="100000">
                      <a:schemeClr val="accent1"/>
                    </a:gs>
                  </a:gsLst>
                  <a:lin ang="10800000" scaled="0"/>
                </a:gradFill>
              </a:defRPr>
            </a:lvl1pPr>
          </a:lstStyle>
          <a:p>
            <a:r>
              <a:t>Insert title</a:t>
            </a:r>
          </a:p>
        </p:txBody>
      </p:sp>
      <p:pic>
        <p:nvPicPr>
          <p:cNvPr id="965" name="Picture 1" descr="Picture 1"/>
          <p:cNvPicPr>
            <a:picLocks noChangeAspect="1"/>
          </p:cNvPicPr>
          <p:nvPr/>
        </p:nvPicPr>
        <p:blipFill>
          <a:blip r:embed="rId3">
            <a:alphaModFix amt="20000"/>
          </a:blip>
          <a:stretch>
            <a:fillRect/>
          </a:stretch>
        </p:blipFill>
        <p:spPr>
          <a:xfrm>
            <a:off x="-1" y="0"/>
            <a:ext cx="10850451" cy="6859151"/>
          </a:xfrm>
          <a:prstGeom prst="rect">
            <a:avLst/>
          </a:prstGeom>
          <a:ln w="12700">
            <a:miter lim="400000"/>
          </a:ln>
        </p:spPr>
      </p:pic>
      <p:pic>
        <p:nvPicPr>
          <p:cNvPr id="966"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sp>
        <p:nvSpPr>
          <p:cNvPr id="967" name="Body Level One…"/>
          <p:cNvSpPr txBox="1">
            <a:spLocks noGrp="1"/>
          </p:cNvSpPr>
          <p:nvPr>
            <p:ph type="body" sz="half" idx="1"/>
          </p:nvPr>
        </p:nvSpPr>
        <p:spPr>
          <a:xfrm>
            <a:off x="6149975" y="572422"/>
            <a:ext cx="5652295" cy="5664866"/>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000000"/>
                </a:solidFill>
              </a:defRPr>
            </a:lvl1pPr>
            <a:lvl2pPr marL="762187" indent="-267187" defTabSz="457200">
              <a:spcBef>
                <a:spcPts val="900"/>
              </a:spcBef>
              <a:buFont typeface="Helvetica"/>
              <a:defRPr sz="1900">
                <a:solidFill>
                  <a:srgbClr val="000000"/>
                </a:solidFill>
              </a:defRPr>
            </a:lvl2pPr>
            <a:lvl3pPr marL="1254000" indent="-228000" defTabSz="457200">
              <a:spcBef>
                <a:spcPts val="900"/>
              </a:spcBef>
              <a:buFont typeface="Helvetica"/>
              <a:defRPr sz="1900">
                <a:solidFill>
                  <a:srgbClr val="000000"/>
                </a:solidFill>
              </a:defRPr>
            </a:lvl3pPr>
            <a:lvl4pPr marL="1761000" indent="-285000" defTabSz="457200">
              <a:spcBef>
                <a:spcPts val="900"/>
              </a:spcBef>
              <a:buFont typeface="Helvetica"/>
              <a:defRPr sz="1900">
                <a:solidFill>
                  <a:srgbClr val="000000"/>
                </a:solidFill>
              </a:defRPr>
            </a:lvl4pPr>
            <a:lvl5pPr marL="2211000" indent="-285000" defTabSz="457200">
              <a:spcBef>
                <a:spcPts val="900"/>
              </a:spcBef>
              <a:buFont typeface="Helvetica"/>
              <a:defRPr sz="19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968"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969"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pic>
        <p:nvPicPr>
          <p:cNvPr id="970" name="Picture 4" descr="Picture 4"/>
          <p:cNvPicPr>
            <a:picLocks noChangeAspect="1"/>
          </p:cNvPicPr>
          <p:nvPr/>
        </p:nvPicPr>
        <p:blipFill>
          <a:blip r:embed="rId5"/>
          <a:srcRect/>
          <a:stretch>
            <a:fillRect/>
          </a:stretch>
        </p:blipFill>
        <p:spPr>
          <a:xfrm>
            <a:off x="5043201" y="2311552"/>
            <a:ext cx="501295" cy="495726"/>
          </a:xfrm>
          <a:prstGeom prst="rect">
            <a:avLst/>
          </a:prstGeom>
          <a:ln w="12700">
            <a:miter lim="400000"/>
          </a:ln>
        </p:spPr>
      </p:pic>
      <p:pic>
        <p:nvPicPr>
          <p:cNvPr id="971" name="Picture 6" descr="Picture 6"/>
          <p:cNvPicPr>
            <a:picLocks noChangeAspect="1"/>
          </p:cNvPicPr>
          <p:nvPr/>
        </p:nvPicPr>
        <p:blipFill>
          <a:blip r:embed="rId6"/>
          <a:srcRect b="5933"/>
          <a:stretch>
            <a:fillRect/>
          </a:stretch>
        </p:blipFill>
        <p:spPr>
          <a:xfrm>
            <a:off x="1569259" y="1513079"/>
            <a:ext cx="2778997" cy="5344922"/>
          </a:xfrm>
          <a:prstGeom prst="rect">
            <a:avLst/>
          </a:prstGeom>
          <a:ln w="12700">
            <a:miter lim="400000"/>
          </a:ln>
        </p:spPr>
      </p:pic>
      <p:sp>
        <p:nvSpPr>
          <p:cNvPr id="972" name="Picture Placeholder 16"/>
          <p:cNvSpPr>
            <a:spLocks noGrp="1"/>
          </p:cNvSpPr>
          <p:nvPr>
            <p:ph type="pic" sz="quarter" idx="22"/>
          </p:nvPr>
        </p:nvSpPr>
        <p:spPr>
          <a:xfrm>
            <a:off x="2104619" y="1592179"/>
            <a:ext cx="1652288" cy="3591553"/>
          </a:xfrm>
          <a:prstGeom prst="rect">
            <a:avLst/>
          </a:prstGeom>
          <a:noFill/>
          <a:ln w="12700">
            <a:noFill/>
            <a:miter lim="400000"/>
          </a:ln>
        </p:spPr>
        <p:txBody>
          <a:bodyPr lIns="91439" tIns="45719" rIns="91439" bIns="45719" anchor="t">
            <a:noAutofit/>
          </a:bodyPr>
          <a:lstStyle/>
          <a:p>
            <a:endParaRPr/>
          </a:p>
        </p:txBody>
      </p:sp>
      <p:sp>
        <p:nvSpPr>
          <p:cNvPr id="973"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377114129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Big title, Hand Mockup and Content A - Dark">
    <p:spTree>
      <p:nvGrpSpPr>
        <p:cNvPr id="1" name=""/>
        <p:cNvGrpSpPr/>
        <p:nvPr/>
      </p:nvGrpSpPr>
      <p:grpSpPr>
        <a:xfrm>
          <a:off x="0" y="0"/>
          <a:ext cx="0" cy="0"/>
          <a:chOff x="0" y="0"/>
          <a:chExt cx="0" cy="0"/>
        </a:xfrm>
      </p:grpSpPr>
      <p:sp>
        <p:nvSpPr>
          <p:cNvPr id="980" name="Freeform 9"/>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981" name="Picture 10" descr="Picture 10"/>
          <p:cNvPicPr>
            <a:picLocks noChangeAspect="1"/>
          </p:cNvPicPr>
          <p:nvPr/>
        </p:nvPicPr>
        <p:blipFill>
          <a:blip r:embed="rId2">
            <a:alphaModFix amt="23000"/>
          </a:blip>
          <a:stretch>
            <a:fillRect/>
          </a:stretch>
        </p:blipFill>
        <p:spPr>
          <a:xfrm>
            <a:off x="0" y="0"/>
            <a:ext cx="10850451" cy="6859151"/>
          </a:xfrm>
          <a:prstGeom prst="rect">
            <a:avLst/>
          </a:prstGeom>
          <a:ln w="12700">
            <a:miter lim="400000"/>
          </a:ln>
        </p:spPr>
      </p:pic>
      <p:sp>
        <p:nvSpPr>
          <p:cNvPr id="982" name="Insert title"/>
          <p:cNvSpPr txBox="1">
            <a:spLocks noGrp="1"/>
          </p:cNvSpPr>
          <p:nvPr>
            <p:ph type="title" hasCustomPrompt="1"/>
          </p:nvPr>
        </p:nvSpPr>
        <p:spPr>
          <a:xfrm>
            <a:off x="340233" y="572422"/>
            <a:ext cx="4702969" cy="1206385"/>
          </a:xfrm>
          <a:prstGeom prst="rect">
            <a:avLst/>
          </a:prstGeom>
        </p:spPr>
        <p:txBody>
          <a:bodyPr/>
          <a:lstStyle>
            <a:lvl1pPr>
              <a:lnSpc>
                <a:spcPts val="7500"/>
              </a:lnSpc>
              <a:defRPr sz="7500" spc="-150">
                <a:gradFill flip="none" rotWithShape="1">
                  <a:gsLst>
                    <a:gs pos="0">
                      <a:schemeClr val="accent6"/>
                    </a:gs>
                    <a:gs pos="100000">
                      <a:schemeClr val="accent1"/>
                    </a:gs>
                  </a:gsLst>
                  <a:lin ang="10800000" scaled="0"/>
                </a:gradFill>
              </a:defRPr>
            </a:lvl1pPr>
          </a:lstStyle>
          <a:p>
            <a:r>
              <a:t>Insert title</a:t>
            </a:r>
          </a:p>
        </p:txBody>
      </p:sp>
      <p:pic>
        <p:nvPicPr>
          <p:cNvPr id="983" name="Picture 38" descr="Picture 38"/>
          <p:cNvPicPr>
            <a:picLocks noChangeAspect="1"/>
          </p:cNvPicPr>
          <p:nvPr/>
        </p:nvPicPr>
        <p:blipFill>
          <a:blip r:embed="rId3">
            <a:alphaModFix amt="40000"/>
          </a:blip>
          <a:stretch>
            <a:fillRect/>
          </a:stretch>
        </p:blipFill>
        <p:spPr>
          <a:xfrm>
            <a:off x="-1" y="4728193"/>
            <a:ext cx="630001" cy="1206385"/>
          </a:xfrm>
          <a:prstGeom prst="rect">
            <a:avLst/>
          </a:prstGeom>
          <a:ln w="12700">
            <a:miter lim="400000"/>
          </a:ln>
        </p:spPr>
      </p:pic>
      <p:sp>
        <p:nvSpPr>
          <p:cNvPr id="984" name="Body Level One…"/>
          <p:cNvSpPr txBox="1">
            <a:spLocks noGrp="1"/>
          </p:cNvSpPr>
          <p:nvPr>
            <p:ph type="body" sz="half" idx="1"/>
          </p:nvPr>
        </p:nvSpPr>
        <p:spPr>
          <a:xfrm>
            <a:off x="6149975" y="572422"/>
            <a:ext cx="5652295" cy="5664866"/>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FFFFFF"/>
                </a:solidFill>
              </a:defRPr>
            </a:lvl1pPr>
            <a:lvl2pPr marL="762187" indent="-267187" defTabSz="457200">
              <a:spcBef>
                <a:spcPts val="900"/>
              </a:spcBef>
              <a:buFont typeface="Helvetica"/>
              <a:defRPr sz="1900">
                <a:solidFill>
                  <a:srgbClr val="FFFFFF"/>
                </a:solidFill>
              </a:defRPr>
            </a:lvl2pPr>
            <a:lvl3pPr marL="1254000" indent="-228000" defTabSz="457200">
              <a:spcBef>
                <a:spcPts val="900"/>
              </a:spcBef>
              <a:buFont typeface="Helvetica"/>
              <a:defRPr sz="1900">
                <a:solidFill>
                  <a:srgbClr val="FFFFFF"/>
                </a:solidFill>
              </a:defRPr>
            </a:lvl3pPr>
            <a:lvl4pPr marL="1761000" indent="-285000" defTabSz="457200">
              <a:spcBef>
                <a:spcPts val="900"/>
              </a:spcBef>
              <a:buFont typeface="Helvetica"/>
              <a:defRPr sz="1900">
                <a:solidFill>
                  <a:srgbClr val="FFFFFF"/>
                </a:solidFill>
              </a:defRPr>
            </a:lvl4pPr>
            <a:lvl5pPr marL="2211000" indent="-285000" defTabSz="457200">
              <a:spcBef>
                <a:spcPts val="900"/>
              </a:spcBef>
              <a:buFont typeface="Helvetica"/>
              <a:defRPr sz="19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985"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986"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pic>
        <p:nvPicPr>
          <p:cNvPr id="987" name="Picture 4" descr="Picture 4"/>
          <p:cNvPicPr>
            <a:picLocks noChangeAspect="1"/>
          </p:cNvPicPr>
          <p:nvPr/>
        </p:nvPicPr>
        <p:blipFill>
          <a:blip r:embed="rId4"/>
          <a:srcRect/>
          <a:stretch>
            <a:fillRect/>
          </a:stretch>
        </p:blipFill>
        <p:spPr>
          <a:xfrm>
            <a:off x="5043201" y="2311552"/>
            <a:ext cx="501295" cy="495726"/>
          </a:xfrm>
          <a:prstGeom prst="rect">
            <a:avLst/>
          </a:prstGeom>
          <a:ln w="12700">
            <a:miter lim="400000"/>
          </a:ln>
        </p:spPr>
      </p:pic>
      <p:pic>
        <p:nvPicPr>
          <p:cNvPr id="988" name="Picture 11" descr="Picture 11"/>
          <p:cNvPicPr>
            <a:picLocks noChangeAspect="1"/>
          </p:cNvPicPr>
          <p:nvPr/>
        </p:nvPicPr>
        <p:blipFill>
          <a:blip r:embed="rId5"/>
          <a:stretch>
            <a:fillRect/>
          </a:stretch>
        </p:blipFill>
        <p:spPr>
          <a:xfrm>
            <a:off x="1555700" y="1500616"/>
            <a:ext cx="2791839" cy="5357385"/>
          </a:xfrm>
          <a:prstGeom prst="rect">
            <a:avLst/>
          </a:prstGeom>
          <a:ln w="12700">
            <a:miter lim="400000"/>
          </a:ln>
          <a:effectLst>
            <a:outerShdw blurRad="1016000" rotWithShape="0">
              <a:schemeClr val="accent1">
                <a:alpha val="10000"/>
              </a:schemeClr>
            </a:outerShdw>
          </a:effectLst>
        </p:spPr>
      </p:pic>
      <p:sp>
        <p:nvSpPr>
          <p:cNvPr id="989" name="Picture Placeholder 16"/>
          <p:cNvSpPr>
            <a:spLocks noGrp="1"/>
          </p:cNvSpPr>
          <p:nvPr>
            <p:ph type="pic" sz="quarter" idx="22"/>
          </p:nvPr>
        </p:nvSpPr>
        <p:spPr>
          <a:xfrm>
            <a:off x="2104619" y="1592179"/>
            <a:ext cx="1652288" cy="3591553"/>
          </a:xfrm>
          <a:prstGeom prst="rect">
            <a:avLst/>
          </a:prstGeom>
          <a:noFill/>
          <a:ln w="12700">
            <a:noFill/>
            <a:miter lim="400000"/>
          </a:ln>
        </p:spPr>
        <p:txBody>
          <a:bodyPr lIns="91439" tIns="45719" rIns="91439" bIns="45719" anchor="t">
            <a:noAutofit/>
          </a:bodyPr>
          <a:lstStyle/>
          <a:p>
            <a:endParaRPr/>
          </a:p>
        </p:txBody>
      </p:sp>
      <p:sp>
        <p:nvSpPr>
          <p:cNvPr id="990"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991" name="Picture 13" descr="Picture 13"/>
          <p:cNvPicPr>
            <a:picLocks noChangeAspect="1"/>
          </p:cNvPicPr>
          <p:nvPr/>
        </p:nvPicPr>
        <p:blipFill>
          <a:blip r:embed="rId6"/>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421641611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Big title, Mockup and 2 Content boxes - Light">
    <p:bg>
      <p:bgPr>
        <a:solidFill>
          <a:srgbClr val="FFFFFF"/>
        </a:solidFill>
        <a:effectLst/>
      </p:bgPr>
    </p:bg>
    <p:spTree>
      <p:nvGrpSpPr>
        <p:cNvPr id="1" name=""/>
        <p:cNvGrpSpPr/>
        <p:nvPr/>
      </p:nvGrpSpPr>
      <p:grpSpPr>
        <a:xfrm>
          <a:off x="0" y="0"/>
          <a:ext cx="0" cy="0"/>
          <a:chOff x="0" y="0"/>
          <a:chExt cx="0" cy="0"/>
        </a:xfrm>
      </p:grpSpPr>
      <p:pic>
        <p:nvPicPr>
          <p:cNvPr id="998"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999" name="Insert title"/>
          <p:cNvSpPr txBox="1">
            <a:spLocks noGrp="1"/>
          </p:cNvSpPr>
          <p:nvPr>
            <p:ph type="title" hasCustomPrompt="1"/>
          </p:nvPr>
        </p:nvSpPr>
        <p:spPr>
          <a:xfrm>
            <a:off x="339739" y="572422"/>
            <a:ext cx="4702969" cy="1206385"/>
          </a:xfrm>
          <a:prstGeom prst="rect">
            <a:avLst/>
          </a:prstGeom>
        </p:spPr>
        <p:txBody>
          <a:bodyPr/>
          <a:lstStyle>
            <a:lvl1pPr>
              <a:lnSpc>
                <a:spcPts val="7500"/>
              </a:lnSpc>
              <a:defRPr sz="7500" spc="-150">
                <a:gradFill flip="none" rotWithShape="1">
                  <a:gsLst>
                    <a:gs pos="0">
                      <a:schemeClr val="accent6"/>
                    </a:gs>
                    <a:gs pos="100000">
                      <a:schemeClr val="accent1"/>
                    </a:gs>
                  </a:gsLst>
                  <a:lin ang="10800000" scaled="0"/>
                </a:gradFill>
              </a:defRPr>
            </a:lvl1pPr>
          </a:lstStyle>
          <a:p>
            <a:r>
              <a:t>Insert title</a:t>
            </a:r>
          </a:p>
        </p:txBody>
      </p:sp>
      <p:pic>
        <p:nvPicPr>
          <p:cNvPr id="1000" name="Picture 9" descr="Picture 9"/>
          <p:cNvPicPr>
            <a:picLocks noChangeAspect="1"/>
          </p:cNvPicPr>
          <p:nvPr/>
        </p:nvPicPr>
        <p:blipFill>
          <a:blip r:embed="rId3">
            <a:alphaModFix amt="20000"/>
          </a:blip>
          <a:stretch>
            <a:fillRect/>
          </a:stretch>
        </p:blipFill>
        <p:spPr>
          <a:xfrm>
            <a:off x="-1" y="0"/>
            <a:ext cx="10850451" cy="6859151"/>
          </a:xfrm>
          <a:prstGeom prst="rect">
            <a:avLst/>
          </a:prstGeom>
          <a:ln w="12700">
            <a:miter lim="400000"/>
          </a:ln>
        </p:spPr>
      </p:pic>
      <p:pic>
        <p:nvPicPr>
          <p:cNvPr id="1001"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sp>
        <p:nvSpPr>
          <p:cNvPr id="1002" name="Body Level One…"/>
          <p:cNvSpPr txBox="1">
            <a:spLocks noGrp="1"/>
          </p:cNvSpPr>
          <p:nvPr>
            <p:ph type="body" sz="half" idx="1"/>
          </p:nvPr>
        </p:nvSpPr>
        <p:spPr>
          <a:xfrm>
            <a:off x="6149975" y="572422"/>
            <a:ext cx="5652295" cy="5664866"/>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000000"/>
                </a:solidFill>
              </a:defRPr>
            </a:lvl1pPr>
            <a:lvl2pPr marL="762187" indent="-267187" defTabSz="457200">
              <a:spcBef>
                <a:spcPts val="900"/>
              </a:spcBef>
              <a:buFont typeface="Helvetica"/>
              <a:defRPr sz="1900">
                <a:solidFill>
                  <a:srgbClr val="000000"/>
                </a:solidFill>
              </a:defRPr>
            </a:lvl2pPr>
            <a:lvl3pPr marL="1254000" indent="-228000" defTabSz="457200">
              <a:spcBef>
                <a:spcPts val="900"/>
              </a:spcBef>
              <a:buFont typeface="Helvetica"/>
              <a:defRPr sz="1900">
                <a:solidFill>
                  <a:srgbClr val="000000"/>
                </a:solidFill>
              </a:defRPr>
            </a:lvl3pPr>
            <a:lvl4pPr marL="1761000" indent="-285000" defTabSz="457200">
              <a:spcBef>
                <a:spcPts val="900"/>
              </a:spcBef>
              <a:buFont typeface="Helvetica"/>
              <a:defRPr sz="1900">
                <a:solidFill>
                  <a:srgbClr val="000000"/>
                </a:solidFill>
              </a:defRPr>
            </a:lvl4pPr>
            <a:lvl5pPr marL="2211000" indent="-285000" defTabSz="457200">
              <a:spcBef>
                <a:spcPts val="900"/>
              </a:spcBef>
              <a:buFont typeface="Helvetica"/>
              <a:defRPr sz="19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003"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004"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pic>
        <p:nvPicPr>
          <p:cNvPr id="1005" name="Picture 4" descr="Picture 4"/>
          <p:cNvPicPr>
            <a:picLocks noChangeAspect="1"/>
          </p:cNvPicPr>
          <p:nvPr/>
        </p:nvPicPr>
        <p:blipFill>
          <a:blip r:embed="rId5"/>
          <a:srcRect/>
          <a:stretch>
            <a:fillRect/>
          </a:stretch>
        </p:blipFill>
        <p:spPr>
          <a:xfrm>
            <a:off x="5043201" y="2311552"/>
            <a:ext cx="501295" cy="495726"/>
          </a:xfrm>
          <a:prstGeom prst="rect">
            <a:avLst/>
          </a:prstGeom>
          <a:ln w="12700">
            <a:miter lim="400000"/>
          </a:ln>
        </p:spPr>
      </p:pic>
      <p:sp>
        <p:nvSpPr>
          <p:cNvPr id="1006" name="Picture Placeholder 16"/>
          <p:cNvSpPr>
            <a:spLocks noGrp="1"/>
          </p:cNvSpPr>
          <p:nvPr>
            <p:ph type="pic" sz="quarter" idx="22"/>
          </p:nvPr>
        </p:nvSpPr>
        <p:spPr>
          <a:xfrm>
            <a:off x="2104619" y="1592179"/>
            <a:ext cx="1652288" cy="3591553"/>
          </a:xfrm>
          <a:prstGeom prst="rect">
            <a:avLst/>
          </a:prstGeom>
          <a:noFill/>
          <a:ln w="12700">
            <a:noFill/>
            <a:miter lim="400000"/>
          </a:ln>
        </p:spPr>
        <p:txBody>
          <a:bodyPr lIns="91439" tIns="45719" rIns="91439" bIns="45719" anchor="t">
            <a:noAutofit/>
          </a:bodyPr>
          <a:lstStyle/>
          <a:p>
            <a:endParaRPr/>
          </a:p>
        </p:txBody>
      </p:sp>
      <p:sp>
        <p:nvSpPr>
          <p:cNvPr id="1007"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3460859082"/>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Big title, Mockup and 2 Content boxes - Dark">
    <p:spTree>
      <p:nvGrpSpPr>
        <p:cNvPr id="1" name=""/>
        <p:cNvGrpSpPr/>
        <p:nvPr/>
      </p:nvGrpSpPr>
      <p:grpSpPr>
        <a:xfrm>
          <a:off x="0" y="0"/>
          <a:ext cx="0" cy="0"/>
          <a:chOff x="0" y="0"/>
          <a:chExt cx="0" cy="0"/>
        </a:xfrm>
      </p:grpSpPr>
      <p:sp>
        <p:nvSpPr>
          <p:cNvPr id="1014" name="Freeform 3"/>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1015" name="Picture 6" descr="Picture 6"/>
          <p:cNvPicPr>
            <a:picLocks noChangeAspect="1"/>
          </p:cNvPicPr>
          <p:nvPr/>
        </p:nvPicPr>
        <p:blipFill>
          <a:blip r:embed="rId2">
            <a:alphaModFix amt="23000"/>
          </a:blip>
          <a:stretch>
            <a:fillRect/>
          </a:stretch>
        </p:blipFill>
        <p:spPr>
          <a:xfrm>
            <a:off x="0" y="0"/>
            <a:ext cx="10850451" cy="6859151"/>
          </a:xfrm>
          <a:prstGeom prst="rect">
            <a:avLst/>
          </a:prstGeom>
          <a:ln w="12700">
            <a:miter lim="400000"/>
          </a:ln>
        </p:spPr>
      </p:pic>
      <p:sp>
        <p:nvSpPr>
          <p:cNvPr id="1016" name="Insert title"/>
          <p:cNvSpPr txBox="1">
            <a:spLocks noGrp="1"/>
          </p:cNvSpPr>
          <p:nvPr>
            <p:ph type="title" hasCustomPrompt="1"/>
          </p:nvPr>
        </p:nvSpPr>
        <p:spPr>
          <a:xfrm>
            <a:off x="339739" y="572422"/>
            <a:ext cx="4702969" cy="1206385"/>
          </a:xfrm>
          <a:prstGeom prst="rect">
            <a:avLst/>
          </a:prstGeom>
        </p:spPr>
        <p:txBody>
          <a:bodyPr/>
          <a:lstStyle>
            <a:lvl1pPr>
              <a:lnSpc>
                <a:spcPts val="7500"/>
              </a:lnSpc>
              <a:defRPr sz="7500" spc="-150">
                <a:gradFill flip="none" rotWithShape="1">
                  <a:gsLst>
                    <a:gs pos="0">
                      <a:schemeClr val="accent6"/>
                    </a:gs>
                    <a:gs pos="100000">
                      <a:schemeClr val="accent1"/>
                    </a:gs>
                  </a:gsLst>
                  <a:lin ang="10800000" scaled="0"/>
                </a:gradFill>
              </a:defRPr>
            </a:lvl1pPr>
          </a:lstStyle>
          <a:p>
            <a:r>
              <a:t>Insert title</a:t>
            </a:r>
          </a:p>
        </p:txBody>
      </p:sp>
      <p:pic>
        <p:nvPicPr>
          <p:cNvPr id="1017" name="Picture 38" descr="Picture 38"/>
          <p:cNvPicPr>
            <a:picLocks noChangeAspect="1"/>
          </p:cNvPicPr>
          <p:nvPr/>
        </p:nvPicPr>
        <p:blipFill>
          <a:blip r:embed="rId3">
            <a:alphaModFix amt="40000"/>
          </a:blip>
          <a:stretch>
            <a:fillRect/>
          </a:stretch>
        </p:blipFill>
        <p:spPr>
          <a:xfrm>
            <a:off x="-1" y="4728193"/>
            <a:ext cx="630001" cy="1206385"/>
          </a:xfrm>
          <a:prstGeom prst="rect">
            <a:avLst/>
          </a:prstGeom>
          <a:ln w="12700">
            <a:miter lim="400000"/>
          </a:ln>
        </p:spPr>
      </p:pic>
      <p:sp>
        <p:nvSpPr>
          <p:cNvPr id="1018" name="Body Level One…"/>
          <p:cNvSpPr txBox="1">
            <a:spLocks noGrp="1"/>
          </p:cNvSpPr>
          <p:nvPr>
            <p:ph type="body" sz="half" idx="1"/>
          </p:nvPr>
        </p:nvSpPr>
        <p:spPr>
          <a:xfrm>
            <a:off x="6149975" y="572422"/>
            <a:ext cx="5652295" cy="5664866"/>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FFFFFF"/>
                </a:solidFill>
              </a:defRPr>
            </a:lvl1pPr>
            <a:lvl2pPr marL="762187" indent="-267187" defTabSz="457200">
              <a:spcBef>
                <a:spcPts val="900"/>
              </a:spcBef>
              <a:buFont typeface="Helvetica"/>
              <a:defRPr sz="1900">
                <a:solidFill>
                  <a:srgbClr val="FFFFFF"/>
                </a:solidFill>
              </a:defRPr>
            </a:lvl2pPr>
            <a:lvl3pPr marL="1254000" indent="-228000" defTabSz="457200">
              <a:spcBef>
                <a:spcPts val="900"/>
              </a:spcBef>
              <a:buFont typeface="Helvetica"/>
              <a:defRPr sz="1900">
                <a:solidFill>
                  <a:srgbClr val="FFFFFF"/>
                </a:solidFill>
              </a:defRPr>
            </a:lvl3pPr>
            <a:lvl4pPr marL="1761000" indent="-285000" defTabSz="457200">
              <a:spcBef>
                <a:spcPts val="900"/>
              </a:spcBef>
              <a:buFont typeface="Helvetica"/>
              <a:defRPr sz="1900">
                <a:solidFill>
                  <a:srgbClr val="FFFFFF"/>
                </a:solidFill>
              </a:defRPr>
            </a:lvl4pPr>
            <a:lvl5pPr marL="2211000" indent="-285000" defTabSz="457200">
              <a:spcBef>
                <a:spcPts val="900"/>
              </a:spcBef>
              <a:buFont typeface="Helvetica"/>
              <a:defRPr sz="19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019"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020"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pic>
        <p:nvPicPr>
          <p:cNvPr id="1021" name="Picture 4" descr="Picture 4"/>
          <p:cNvPicPr>
            <a:picLocks noChangeAspect="1"/>
          </p:cNvPicPr>
          <p:nvPr/>
        </p:nvPicPr>
        <p:blipFill>
          <a:blip r:embed="rId4"/>
          <a:srcRect/>
          <a:stretch>
            <a:fillRect/>
          </a:stretch>
        </p:blipFill>
        <p:spPr>
          <a:xfrm>
            <a:off x="5043201" y="2311552"/>
            <a:ext cx="501295" cy="495726"/>
          </a:xfrm>
          <a:prstGeom prst="rect">
            <a:avLst/>
          </a:prstGeom>
          <a:ln w="12700">
            <a:miter lim="400000"/>
          </a:ln>
        </p:spPr>
      </p:pic>
      <p:sp>
        <p:nvSpPr>
          <p:cNvPr id="1022" name="Picture Placeholder 16"/>
          <p:cNvSpPr>
            <a:spLocks noGrp="1"/>
          </p:cNvSpPr>
          <p:nvPr>
            <p:ph type="pic" sz="quarter" idx="22"/>
          </p:nvPr>
        </p:nvSpPr>
        <p:spPr>
          <a:xfrm>
            <a:off x="2104619" y="1592179"/>
            <a:ext cx="1652288" cy="3591553"/>
          </a:xfrm>
          <a:prstGeom prst="rect">
            <a:avLst/>
          </a:prstGeom>
          <a:noFill/>
          <a:ln w="12700">
            <a:noFill/>
            <a:miter lim="400000"/>
          </a:ln>
        </p:spPr>
        <p:txBody>
          <a:bodyPr lIns="91439" tIns="45719" rIns="91439" bIns="45719" anchor="t">
            <a:noAutofit/>
          </a:bodyPr>
          <a:lstStyle/>
          <a:p>
            <a:endParaRPr/>
          </a:p>
        </p:txBody>
      </p:sp>
      <p:sp>
        <p:nvSpPr>
          <p:cNvPr id="1023"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1024" name="Picture 10" descr="Picture 10"/>
          <p:cNvPicPr>
            <a:picLocks noChangeAspect="1"/>
          </p:cNvPicPr>
          <p:nvPr/>
        </p:nvPicPr>
        <p:blipFill>
          <a:blip r:embed="rId5"/>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1717048772"/>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Big Title, Image and Content - Light">
    <p:bg>
      <p:bgPr>
        <a:solidFill>
          <a:srgbClr val="FFFFFF"/>
        </a:solidFill>
        <a:effectLst/>
      </p:bgPr>
    </p:bg>
    <p:spTree>
      <p:nvGrpSpPr>
        <p:cNvPr id="1" name=""/>
        <p:cNvGrpSpPr/>
        <p:nvPr/>
      </p:nvGrpSpPr>
      <p:grpSpPr>
        <a:xfrm>
          <a:off x="0" y="0"/>
          <a:ext cx="0" cy="0"/>
          <a:chOff x="0" y="0"/>
          <a:chExt cx="0" cy="0"/>
        </a:xfrm>
      </p:grpSpPr>
      <p:pic>
        <p:nvPicPr>
          <p:cNvPr id="103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032" name="Picture 10" descr="Picture 10"/>
          <p:cNvPicPr>
            <a:picLocks noChangeAspect="1"/>
          </p:cNvPicPr>
          <p:nvPr/>
        </p:nvPicPr>
        <p:blipFill>
          <a:blip r:embed="rId3">
            <a:alphaModFix amt="20000"/>
          </a:blip>
          <a:stretch>
            <a:fillRect/>
          </a:stretch>
        </p:blipFill>
        <p:spPr>
          <a:xfrm>
            <a:off x="-1" y="0"/>
            <a:ext cx="10850451" cy="6859151"/>
          </a:xfrm>
          <a:prstGeom prst="rect">
            <a:avLst/>
          </a:prstGeom>
          <a:ln w="12700">
            <a:miter lim="400000"/>
          </a:ln>
        </p:spPr>
      </p:pic>
      <p:sp>
        <p:nvSpPr>
          <p:cNvPr id="1033"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034"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pic>
        <p:nvPicPr>
          <p:cNvPr id="1035" name="Picture 4" descr="Picture 4"/>
          <p:cNvPicPr>
            <a:picLocks noChangeAspect="1"/>
          </p:cNvPicPr>
          <p:nvPr/>
        </p:nvPicPr>
        <p:blipFill>
          <a:blip r:embed="rId4"/>
          <a:srcRect/>
          <a:stretch>
            <a:fillRect/>
          </a:stretch>
        </p:blipFill>
        <p:spPr>
          <a:xfrm>
            <a:off x="4473267" y="608013"/>
            <a:ext cx="501295" cy="495726"/>
          </a:xfrm>
          <a:prstGeom prst="rect">
            <a:avLst/>
          </a:prstGeom>
          <a:ln w="12700">
            <a:miter lim="400000"/>
          </a:ln>
        </p:spPr>
      </p:pic>
      <p:sp>
        <p:nvSpPr>
          <p:cNvPr id="1036" name="Picture Placeholder 16"/>
          <p:cNvSpPr>
            <a:spLocks noGrp="1"/>
          </p:cNvSpPr>
          <p:nvPr>
            <p:ph type="pic" sz="quarter" idx="21"/>
          </p:nvPr>
        </p:nvSpPr>
        <p:spPr>
          <a:xfrm>
            <a:off x="723287" y="1841326"/>
            <a:ext cx="4703401" cy="3184201"/>
          </a:xfrm>
          <a:prstGeom prst="rect">
            <a:avLst/>
          </a:prstGeom>
          <a:noFill/>
          <a:ln w="12700">
            <a:noFill/>
            <a:miter lim="400000"/>
          </a:ln>
          <a:effectLst>
            <a:outerShdw blurRad="850900" dist="635000" dir="5400000" rotWithShape="0">
              <a:srgbClr val="000000">
                <a:alpha val="12000"/>
              </a:srgbClr>
            </a:outerShdw>
          </a:effectLst>
        </p:spPr>
        <p:txBody>
          <a:bodyPr lIns="91439" tIns="45719" rIns="91439" bIns="45719" anchor="t">
            <a:noAutofit/>
          </a:bodyPr>
          <a:lstStyle/>
          <a:p>
            <a:endParaRPr/>
          </a:p>
        </p:txBody>
      </p:sp>
      <p:sp>
        <p:nvSpPr>
          <p:cNvPr id="1037" name="Agenda"/>
          <p:cNvSpPr txBox="1">
            <a:spLocks noGrp="1"/>
          </p:cNvSpPr>
          <p:nvPr>
            <p:ph type="title" hasCustomPrompt="1"/>
          </p:nvPr>
        </p:nvSpPr>
        <p:spPr>
          <a:xfrm>
            <a:off x="735813" y="4511858"/>
            <a:ext cx="4703401" cy="792916"/>
          </a:xfrm>
          <a:prstGeom prst="rect">
            <a:avLst/>
          </a:prstGeom>
        </p:spPr>
        <p:txBody>
          <a:bodyPr anchor="b"/>
          <a:lstStyle>
            <a:lvl1pPr algn="r">
              <a:lnSpc>
                <a:spcPts val="7500"/>
              </a:lnSpc>
              <a:defRPr sz="9000" spc="-500">
                <a:gradFill flip="none" rotWithShape="1">
                  <a:gsLst>
                    <a:gs pos="0">
                      <a:schemeClr val="accent6"/>
                    </a:gs>
                    <a:gs pos="100000">
                      <a:schemeClr val="accent1"/>
                    </a:gs>
                  </a:gsLst>
                  <a:lin ang="10800000" scaled="0"/>
                </a:gradFill>
              </a:defRPr>
            </a:lvl1pPr>
          </a:lstStyle>
          <a:p>
            <a:r>
              <a:t>Agenda</a:t>
            </a:r>
          </a:p>
        </p:txBody>
      </p:sp>
      <p:pic>
        <p:nvPicPr>
          <p:cNvPr id="1038" name="Picture 13" descr="Picture 13"/>
          <p:cNvPicPr>
            <a:picLocks noChangeAspect="1"/>
          </p:cNvPicPr>
          <p:nvPr/>
        </p:nvPicPr>
        <p:blipFill>
          <a:blip r:embed="rId5">
            <a:alphaModFix amt="40000"/>
          </a:blip>
          <a:stretch>
            <a:fillRect/>
          </a:stretch>
        </p:blipFill>
        <p:spPr>
          <a:xfrm>
            <a:off x="-1" y="812618"/>
            <a:ext cx="630001" cy="1206385"/>
          </a:xfrm>
          <a:prstGeom prst="rect">
            <a:avLst/>
          </a:prstGeom>
          <a:ln w="12700">
            <a:miter lim="400000"/>
          </a:ln>
        </p:spPr>
      </p:pic>
      <p:sp>
        <p:nvSpPr>
          <p:cNvPr id="1039"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100218267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Big Title, Image and Content - Dark">
    <p:spTree>
      <p:nvGrpSpPr>
        <p:cNvPr id="1" name=""/>
        <p:cNvGrpSpPr/>
        <p:nvPr/>
      </p:nvGrpSpPr>
      <p:grpSpPr>
        <a:xfrm>
          <a:off x="0" y="0"/>
          <a:ext cx="0" cy="0"/>
          <a:chOff x="0" y="0"/>
          <a:chExt cx="0" cy="0"/>
        </a:xfrm>
      </p:grpSpPr>
      <p:sp>
        <p:nvSpPr>
          <p:cNvPr id="1046" name="Freeform 7"/>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1047" name="Picture 11" descr="Picture 11"/>
          <p:cNvPicPr>
            <a:picLocks noChangeAspect="1"/>
          </p:cNvPicPr>
          <p:nvPr/>
        </p:nvPicPr>
        <p:blipFill>
          <a:blip r:embed="rId2">
            <a:alphaModFix amt="23000"/>
          </a:blip>
          <a:stretch>
            <a:fillRect/>
          </a:stretch>
        </p:blipFill>
        <p:spPr>
          <a:xfrm>
            <a:off x="0" y="0"/>
            <a:ext cx="10850451" cy="6859151"/>
          </a:xfrm>
          <a:prstGeom prst="rect">
            <a:avLst/>
          </a:prstGeom>
          <a:ln w="12700">
            <a:miter lim="400000"/>
          </a:ln>
        </p:spPr>
      </p:pic>
      <p:sp>
        <p:nvSpPr>
          <p:cNvPr id="1048"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049"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pic>
        <p:nvPicPr>
          <p:cNvPr id="1050" name="Picture 4" descr="Picture 4"/>
          <p:cNvPicPr>
            <a:picLocks noChangeAspect="1"/>
          </p:cNvPicPr>
          <p:nvPr/>
        </p:nvPicPr>
        <p:blipFill>
          <a:blip r:embed="rId3"/>
          <a:srcRect/>
          <a:stretch>
            <a:fillRect/>
          </a:stretch>
        </p:blipFill>
        <p:spPr>
          <a:xfrm>
            <a:off x="4473267" y="608013"/>
            <a:ext cx="501295" cy="495726"/>
          </a:xfrm>
          <a:prstGeom prst="rect">
            <a:avLst/>
          </a:prstGeom>
          <a:ln w="12700">
            <a:miter lim="400000"/>
          </a:ln>
        </p:spPr>
      </p:pic>
      <p:sp>
        <p:nvSpPr>
          <p:cNvPr id="1051" name="Picture Placeholder 16"/>
          <p:cNvSpPr>
            <a:spLocks noGrp="1"/>
          </p:cNvSpPr>
          <p:nvPr>
            <p:ph type="pic" sz="quarter" idx="21"/>
          </p:nvPr>
        </p:nvSpPr>
        <p:spPr>
          <a:xfrm>
            <a:off x="723287" y="1841326"/>
            <a:ext cx="4703401" cy="3184201"/>
          </a:xfrm>
          <a:prstGeom prst="rect">
            <a:avLst/>
          </a:prstGeom>
          <a:noFill/>
          <a:ln w="12700">
            <a:noFill/>
            <a:miter lim="400000"/>
          </a:ln>
          <a:effectLst>
            <a:outerShdw blurRad="1016000" rotWithShape="0">
              <a:schemeClr val="accent1">
                <a:alpha val="10000"/>
              </a:schemeClr>
            </a:outerShdw>
          </a:effectLst>
        </p:spPr>
        <p:txBody>
          <a:bodyPr lIns="91439" tIns="45719" rIns="91439" bIns="45719" anchor="t">
            <a:noAutofit/>
          </a:bodyPr>
          <a:lstStyle/>
          <a:p>
            <a:endParaRPr/>
          </a:p>
        </p:txBody>
      </p:sp>
      <p:sp>
        <p:nvSpPr>
          <p:cNvPr id="1052" name="Agenda"/>
          <p:cNvSpPr txBox="1">
            <a:spLocks noGrp="1"/>
          </p:cNvSpPr>
          <p:nvPr>
            <p:ph type="title" hasCustomPrompt="1"/>
          </p:nvPr>
        </p:nvSpPr>
        <p:spPr>
          <a:xfrm>
            <a:off x="735813" y="4511858"/>
            <a:ext cx="4703401" cy="792916"/>
          </a:xfrm>
          <a:prstGeom prst="rect">
            <a:avLst/>
          </a:prstGeom>
        </p:spPr>
        <p:txBody>
          <a:bodyPr anchor="b"/>
          <a:lstStyle>
            <a:lvl1pPr algn="r">
              <a:lnSpc>
                <a:spcPts val="7500"/>
              </a:lnSpc>
              <a:defRPr sz="9000" spc="-500">
                <a:gradFill flip="none" rotWithShape="1">
                  <a:gsLst>
                    <a:gs pos="0">
                      <a:schemeClr val="accent6"/>
                    </a:gs>
                    <a:gs pos="100000">
                      <a:schemeClr val="accent1"/>
                    </a:gs>
                  </a:gsLst>
                  <a:lin ang="10800000" scaled="0"/>
                </a:gradFill>
              </a:defRPr>
            </a:lvl1pPr>
          </a:lstStyle>
          <a:p>
            <a:r>
              <a:t>Agenda</a:t>
            </a:r>
          </a:p>
        </p:txBody>
      </p:sp>
      <p:pic>
        <p:nvPicPr>
          <p:cNvPr id="1053" name="Picture 13" descr="Picture 13"/>
          <p:cNvPicPr>
            <a:picLocks noChangeAspect="1"/>
          </p:cNvPicPr>
          <p:nvPr/>
        </p:nvPicPr>
        <p:blipFill>
          <a:blip r:embed="rId4">
            <a:alphaModFix amt="40000"/>
          </a:blip>
          <a:stretch>
            <a:fillRect/>
          </a:stretch>
        </p:blipFill>
        <p:spPr>
          <a:xfrm>
            <a:off x="-1" y="812618"/>
            <a:ext cx="630001" cy="1206385"/>
          </a:xfrm>
          <a:prstGeom prst="rect">
            <a:avLst/>
          </a:prstGeom>
          <a:ln w="12700">
            <a:miter lim="400000"/>
          </a:ln>
        </p:spPr>
      </p:pic>
      <p:sp>
        <p:nvSpPr>
          <p:cNvPr id="1054"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1055" name="Picture 6" descr="Picture 6"/>
          <p:cNvPicPr>
            <a:picLocks noChangeAspect="1"/>
          </p:cNvPicPr>
          <p:nvPr/>
        </p:nvPicPr>
        <p:blipFill>
          <a:blip r:embed="rId5"/>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3684197767"/>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Big Title and 2 Content boxes">
    <p:bg>
      <p:bgPr>
        <a:solidFill>
          <a:srgbClr val="FFFFFF"/>
        </a:solidFill>
        <a:effectLst/>
      </p:bgPr>
    </p:bg>
    <p:spTree>
      <p:nvGrpSpPr>
        <p:cNvPr id="1" name=""/>
        <p:cNvGrpSpPr/>
        <p:nvPr/>
      </p:nvGrpSpPr>
      <p:grpSpPr>
        <a:xfrm>
          <a:off x="0" y="0"/>
          <a:ext cx="0" cy="0"/>
          <a:chOff x="0" y="0"/>
          <a:chExt cx="0" cy="0"/>
        </a:xfrm>
      </p:grpSpPr>
      <p:pic>
        <p:nvPicPr>
          <p:cNvPr id="106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063" name="Picture 10" descr="Picture 10"/>
          <p:cNvPicPr>
            <a:picLocks noChangeAspect="1"/>
          </p:cNvPicPr>
          <p:nvPr/>
        </p:nvPicPr>
        <p:blipFill>
          <a:blip r:embed="rId3">
            <a:alphaModFix amt="20000"/>
          </a:blip>
          <a:stretch>
            <a:fillRect/>
          </a:stretch>
        </p:blipFill>
        <p:spPr>
          <a:xfrm>
            <a:off x="-1" y="0"/>
            <a:ext cx="10850451" cy="6859151"/>
          </a:xfrm>
          <a:prstGeom prst="rect">
            <a:avLst/>
          </a:prstGeom>
          <a:ln w="12700">
            <a:miter lim="400000"/>
          </a:ln>
        </p:spPr>
      </p:pic>
      <p:sp>
        <p:nvSpPr>
          <p:cNvPr id="1064"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065"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066" name="Insert title"/>
          <p:cNvSpPr txBox="1">
            <a:spLocks noGrp="1"/>
          </p:cNvSpPr>
          <p:nvPr>
            <p:ph type="title" hasCustomPrompt="1"/>
          </p:nvPr>
        </p:nvSpPr>
        <p:spPr>
          <a:xfrm>
            <a:off x="339739" y="572422"/>
            <a:ext cx="4702969" cy="1206385"/>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title</a:t>
            </a:r>
          </a:p>
        </p:txBody>
      </p:sp>
      <p:sp>
        <p:nvSpPr>
          <p:cNvPr id="1067"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336107191"/>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Big Title, Mockup and Chapters">
    <p:bg>
      <p:bgPr>
        <a:solidFill>
          <a:srgbClr val="FFFFFF"/>
        </a:solidFill>
        <a:effectLst/>
      </p:bgPr>
    </p:bg>
    <p:spTree>
      <p:nvGrpSpPr>
        <p:cNvPr id="1" name=""/>
        <p:cNvGrpSpPr/>
        <p:nvPr/>
      </p:nvGrpSpPr>
      <p:grpSpPr>
        <a:xfrm>
          <a:off x="0" y="0"/>
          <a:ext cx="0" cy="0"/>
          <a:chOff x="0" y="0"/>
          <a:chExt cx="0" cy="0"/>
        </a:xfrm>
      </p:grpSpPr>
      <p:pic>
        <p:nvPicPr>
          <p:cNvPr id="107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075" name="Picture 2" descr="Picture 2"/>
          <p:cNvPicPr>
            <a:picLocks noChangeAspect="1"/>
          </p:cNvPicPr>
          <p:nvPr/>
        </p:nvPicPr>
        <p:blipFill>
          <a:blip r:embed="rId3">
            <a:alphaModFix amt="20000"/>
          </a:blip>
          <a:stretch>
            <a:fillRect/>
          </a:stretch>
        </p:blipFill>
        <p:spPr>
          <a:xfrm>
            <a:off x="-1" y="0"/>
            <a:ext cx="10850451" cy="6859151"/>
          </a:xfrm>
          <a:prstGeom prst="rect">
            <a:avLst/>
          </a:prstGeom>
          <a:ln w="12700">
            <a:miter lim="400000"/>
          </a:ln>
        </p:spPr>
      </p:pic>
      <p:pic>
        <p:nvPicPr>
          <p:cNvPr id="1076"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pic>
        <p:nvPicPr>
          <p:cNvPr id="1077" name="Picture 40" descr="Picture 40"/>
          <p:cNvPicPr>
            <a:picLocks noChangeAspect="1"/>
          </p:cNvPicPr>
          <p:nvPr/>
        </p:nvPicPr>
        <p:blipFill>
          <a:blip r:embed="rId5"/>
          <a:srcRect/>
          <a:stretch>
            <a:fillRect/>
          </a:stretch>
        </p:blipFill>
        <p:spPr>
          <a:xfrm>
            <a:off x="5043201" y="2311552"/>
            <a:ext cx="501295" cy="495726"/>
          </a:xfrm>
          <a:prstGeom prst="rect">
            <a:avLst/>
          </a:prstGeom>
          <a:ln w="12700">
            <a:miter lim="400000"/>
          </a:ln>
        </p:spPr>
      </p:pic>
      <p:sp>
        <p:nvSpPr>
          <p:cNvPr id="1078" name="Insert title"/>
          <p:cNvSpPr txBox="1">
            <a:spLocks noGrp="1"/>
          </p:cNvSpPr>
          <p:nvPr>
            <p:ph type="title" hasCustomPrompt="1"/>
          </p:nvPr>
        </p:nvSpPr>
        <p:spPr>
          <a:xfrm>
            <a:off x="324749" y="335280"/>
            <a:ext cx="5658643" cy="1317569"/>
          </a:xfrm>
          <a:prstGeom prst="rect">
            <a:avLst/>
          </a:prstGeom>
        </p:spPr>
        <p:txBody>
          <a:bodyPr/>
          <a:lstStyle>
            <a:lvl1pPr>
              <a:defRPr sz="9000" spc="-150">
                <a:gradFill flip="none" rotWithShape="1">
                  <a:gsLst>
                    <a:gs pos="0">
                      <a:schemeClr val="accent6">
                        <a:alpha val="22000"/>
                      </a:schemeClr>
                    </a:gs>
                    <a:gs pos="50000">
                      <a:schemeClr val="accent1">
                        <a:alpha val="19000"/>
                      </a:schemeClr>
                    </a:gs>
                    <a:gs pos="100000">
                      <a:schemeClr val="accent2">
                        <a:alpha val="20308"/>
                      </a:schemeClr>
                    </a:gs>
                  </a:gsLst>
                  <a:lin ang="13500000" scaled="0"/>
                </a:gradFill>
              </a:defRPr>
            </a:lvl1pPr>
          </a:lstStyle>
          <a:p>
            <a:r>
              <a:t>Insert title</a:t>
            </a:r>
          </a:p>
        </p:txBody>
      </p:sp>
      <p:sp>
        <p:nvSpPr>
          <p:cNvPr id="1079" name="Body Level One…"/>
          <p:cNvSpPr txBox="1">
            <a:spLocks noGrp="1"/>
          </p:cNvSpPr>
          <p:nvPr>
            <p:ph type="body" sz="quarter" idx="1" hasCustomPrompt="1"/>
          </p:nvPr>
        </p:nvSpPr>
        <p:spPr>
          <a:xfrm>
            <a:off x="6240536" y="692342"/>
            <a:ext cx="1261702" cy="990987"/>
          </a:xfrm>
          <a:prstGeom prst="rect">
            <a:avLst/>
          </a:prstGeom>
          <a:noFill/>
          <a:ln w="12700">
            <a:noFill/>
            <a:miter lim="400000"/>
          </a:ln>
        </p:spPr>
        <p:txBody>
          <a:bodyPr lIns="0" tIns="0" rIns="0" bIns="0" anchor="t"/>
          <a:lstStyle>
            <a:lvl1pPr algn="ctr" defTabSz="457200">
              <a:spcBef>
                <a:spcPts val="900"/>
              </a:spcBef>
              <a:defRPr sz="6000" spc="-150">
                <a:solidFill>
                  <a:srgbClr val="000000"/>
                </a:solidFill>
                <a:latin typeface="Avenir Next LT Pro Demi"/>
                <a:ea typeface="Avenir Next LT Pro Demi"/>
                <a:cs typeface="Avenir Next LT Pro Demi"/>
                <a:sym typeface="Avenir Next LT Pro Demi"/>
              </a:defRPr>
            </a:lvl1pPr>
            <a:lvl2pPr marL="1338750" indent="-843750" algn="ctr" defTabSz="457200">
              <a:spcBef>
                <a:spcPts val="900"/>
              </a:spcBef>
              <a:defRPr sz="6000" spc="-150">
                <a:solidFill>
                  <a:srgbClr val="000000"/>
                </a:solidFill>
                <a:latin typeface="Avenir Next LT Pro Demi"/>
                <a:ea typeface="Avenir Next LT Pro Demi"/>
                <a:cs typeface="Avenir Next LT Pro Demi"/>
                <a:sym typeface="Avenir Next LT Pro Demi"/>
              </a:defRPr>
            </a:lvl2pPr>
            <a:lvl3pPr marL="1746000" indent="-720000" algn="ctr" defTabSz="457200">
              <a:spcBef>
                <a:spcPts val="900"/>
              </a:spcBef>
              <a:defRPr sz="6000" spc="-150">
                <a:solidFill>
                  <a:srgbClr val="000000"/>
                </a:solidFill>
                <a:latin typeface="Avenir Next LT Pro Demi"/>
                <a:ea typeface="Avenir Next LT Pro Demi"/>
                <a:cs typeface="Avenir Next LT Pro Demi"/>
                <a:sym typeface="Avenir Next LT Pro Demi"/>
              </a:defRPr>
            </a:lvl3pPr>
            <a:lvl4pPr marL="2376000" indent="-900000" algn="ctr" defTabSz="457200">
              <a:spcBef>
                <a:spcPts val="900"/>
              </a:spcBef>
              <a:defRPr sz="6000" spc="-150">
                <a:solidFill>
                  <a:srgbClr val="000000"/>
                </a:solidFill>
                <a:latin typeface="Avenir Next LT Pro Demi"/>
                <a:ea typeface="Avenir Next LT Pro Demi"/>
                <a:cs typeface="Avenir Next LT Pro Demi"/>
                <a:sym typeface="Avenir Next LT Pro Demi"/>
              </a:defRPr>
            </a:lvl4pPr>
            <a:lvl5pPr marL="2826000" indent="-900000" algn="ctr" defTabSz="457200">
              <a:spcBef>
                <a:spcPts val="900"/>
              </a:spcBef>
              <a:defRPr sz="6000" spc="-150">
                <a:solidFill>
                  <a:srgbClr val="000000"/>
                </a:solidFill>
                <a:latin typeface="Avenir Next LT Pro Demi"/>
                <a:ea typeface="Avenir Next LT Pro Demi"/>
                <a:cs typeface="Avenir Next LT Pro Demi"/>
                <a:sym typeface="Avenir Next LT Pro Demi"/>
              </a:defRPr>
            </a:lvl5pPr>
          </a:lstStyle>
          <a:p>
            <a:r>
              <a:t>01</a:t>
            </a:r>
          </a:p>
          <a:p>
            <a:pPr lvl="1"/>
            <a:endParaRPr/>
          </a:p>
          <a:p>
            <a:pPr lvl="2"/>
            <a:endParaRPr/>
          </a:p>
          <a:p>
            <a:pPr lvl="3"/>
            <a:endParaRPr/>
          </a:p>
          <a:p>
            <a:pPr lvl="4"/>
            <a:endParaRPr/>
          </a:p>
        </p:txBody>
      </p:sp>
      <p:sp>
        <p:nvSpPr>
          <p:cNvPr id="1080"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081"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1082" name="Text Placeholder 14"/>
          <p:cNvSpPr>
            <a:spLocks noGrp="1"/>
          </p:cNvSpPr>
          <p:nvPr>
            <p:ph type="body" sz="quarter" idx="22" hasCustomPrompt="1"/>
          </p:nvPr>
        </p:nvSpPr>
        <p:spPr>
          <a:xfrm>
            <a:off x="7654898" y="784109"/>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083" name="Text Placeholder 17"/>
          <p:cNvSpPr>
            <a:spLocks noGrp="1"/>
          </p:cNvSpPr>
          <p:nvPr>
            <p:ph type="body" sz="quarter" idx="23" hasCustomPrompt="1"/>
          </p:nvPr>
        </p:nvSpPr>
        <p:spPr>
          <a:xfrm>
            <a:off x="7654898" y="1109230"/>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084" name="Text Placeholder 14"/>
          <p:cNvSpPr>
            <a:spLocks noGrp="1"/>
          </p:cNvSpPr>
          <p:nvPr>
            <p:ph type="body" sz="quarter" idx="24" hasCustomPrompt="1"/>
          </p:nvPr>
        </p:nvSpPr>
        <p:spPr>
          <a:xfrm>
            <a:off x="7654898" y="1902396"/>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085" name="Text Placeholder 17"/>
          <p:cNvSpPr>
            <a:spLocks noGrp="1"/>
          </p:cNvSpPr>
          <p:nvPr>
            <p:ph type="body" sz="quarter" idx="25" hasCustomPrompt="1"/>
          </p:nvPr>
        </p:nvSpPr>
        <p:spPr>
          <a:xfrm>
            <a:off x="7654898" y="2227517"/>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086" name="Text Placeholder 14"/>
          <p:cNvSpPr>
            <a:spLocks noGrp="1"/>
          </p:cNvSpPr>
          <p:nvPr>
            <p:ph type="body" sz="quarter" idx="26" hasCustomPrompt="1"/>
          </p:nvPr>
        </p:nvSpPr>
        <p:spPr>
          <a:xfrm>
            <a:off x="7654898" y="3063930"/>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087" name="Text Placeholder 17"/>
          <p:cNvSpPr>
            <a:spLocks noGrp="1"/>
          </p:cNvSpPr>
          <p:nvPr>
            <p:ph type="body" sz="quarter" idx="27" hasCustomPrompt="1"/>
          </p:nvPr>
        </p:nvSpPr>
        <p:spPr>
          <a:xfrm>
            <a:off x="7654898" y="3389052"/>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088" name="Text Placeholder 14"/>
          <p:cNvSpPr>
            <a:spLocks noGrp="1"/>
          </p:cNvSpPr>
          <p:nvPr>
            <p:ph type="body" sz="quarter" idx="28" hasCustomPrompt="1"/>
          </p:nvPr>
        </p:nvSpPr>
        <p:spPr>
          <a:xfrm>
            <a:off x="7654898" y="4188396"/>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089" name="Text Placeholder 17"/>
          <p:cNvSpPr>
            <a:spLocks noGrp="1"/>
          </p:cNvSpPr>
          <p:nvPr>
            <p:ph type="body" sz="quarter" idx="29" hasCustomPrompt="1"/>
          </p:nvPr>
        </p:nvSpPr>
        <p:spPr>
          <a:xfrm>
            <a:off x="7654898" y="4513517"/>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090" name="Text Placeholder 14"/>
          <p:cNvSpPr>
            <a:spLocks noGrp="1"/>
          </p:cNvSpPr>
          <p:nvPr>
            <p:ph type="body" sz="quarter" idx="30" hasCustomPrompt="1"/>
          </p:nvPr>
        </p:nvSpPr>
        <p:spPr>
          <a:xfrm>
            <a:off x="7654898" y="5448784"/>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091" name="Text Placeholder 17"/>
          <p:cNvSpPr>
            <a:spLocks noGrp="1"/>
          </p:cNvSpPr>
          <p:nvPr>
            <p:ph type="body" sz="quarter" idx="31" hasCustomPrompt="1"/>
          </p:nvPr>
        </p:nvSpPr>
        <p:spPr>
          <a:xfrm>
            <a:off x="7654898" y="5773906"/>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pic>
        <p:nvPicPr>
          <p:cNvPr id="1092" name="Picture 4" descr="Picture 4"/>
          <p:cNvPicPr>
            <a:picLocks noChangeAspect="1"/>
          </p:cNvPicPr>
          <p:nvPr/>
        </p:nvPicPr>
        <p:blipFill>
          <a:blip r:embed="rId6"/>
          <a:srcRect b="5933"/>
          <a:stretch>
            <a:fillRect/>
          </a:stretch>
        </p:blipFill>
        <p:spPr>
          <a:xfrm>
            <a:off x="1569259" y="1513079"/>
            <a:ext cx="2778997" cy="5344922"/>
          </a:xfrm>
          <a:prstGeom prst="rect">
            <a:avLst/>
          </a:prstGeom>
          <a:ln w="12700">
            <a:miter lim="400000"/>
          </a:ln>
        </p:spPr>
      </p:pic>
      <p:sp>
        <p:nvSpPr>
          <p:cNvPr id="1093" name="Picture Placeholder 16"/>
          <p:cNvSpPr>
            <a:spLocks noGrp="1"/>
          </p:cNvSpPr>
          <p:nvPr>
            <p:ph type="pic" sz="quarter" idx="32"/>
          </p:nvPr>
        </p:nvSpPr>
        <p:spPr>
          <a:xfrm>
            <a:off x="2104619" y="1592179"/>
            <a:ext cx="1652288" cy="3591553"/>
          </a:xfrm>
          <a:prstGeom prst="rect">
            <a:avLst/>
          </a:prstGeom>
          <a:noFill/>
          <a:ln w="12700">
            <a:noFill/>
            <a:miter lim="400000"/>
          </a:ln>
        </p:spPr>
        <p:txBody>
          <a:bodyPr lIns="91439" tIns="45719" rIns="91439" bIns="45719" anchor="t">
            <a:noAutofit/>
          </a:bodyPr>
          <a:lstStyle/>
          <a:p>
            <a:endParaRPr/>
          </a:p>
        </p:txBody>
      </p:sp>
      <p:sp>
        <p:nvSpPr>
          <p:cNvPr id="1094" name="Text Placeholder 14"/>
          <p:cNvSpPr>
            <a:spLocks noGrp="1"/>
          </p:cNvSpPr>
          <p:nvPr>
            <p:ph type="body" sz="quarter" idx="3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249552325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Big Title, Content and Chapters A">
    <p:bg>
      <p:bgPr>
        <a:solidFill>
          <a:srgbClr val="FFFFFF"/>
        </a:solidFill>
        <a:effectLst/>
      </p:bgPr>
    </p:bg>
    <p:spTree>
      <p:nvGrpSpPr>
        <p:cNvPr id="1" name=""/>
        <p:cNvGrpSpPr/>
        <p:nvPr/>
      </p:nvGrpSpPr>
      <p:grpSpPr>
        <a:xfrm>
          <a:off x="0" y="0"/>
          <a:ext cx="0" cy="0"/>
          <a:chOff x="0" y="0"/>
          <a:chExt cx="0" cy="0"/>
        </a:xfrm>
      </p:grpSpPr>
      <p:pic>
        <p:nvPicPr>
          <p:cNvPr id="110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102" name="Body Level One…"/>
          <p:cNvSpPr txBox="1">
            <a:spLocks noGrp="1"/>
          </p:cNvSpPr>
          <p:nvPr>
            <p:ph type="body" sz="half" idx="1"/>
          </p:nvPr>
        </p:nvSpPr>
        <p:spPr>
          <a:xfrm>
            <a:off x="407194" y="1902346"/>
            <a:ext cx="5658644" cy="4298959"/>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solidFill>
                  <a:srgbClr val="000000"/>
                </a:solidFill>
              </a:defRPr>
            </a:lvl1pPr>
            <a:lvl2pPr marL="762187" indent="-267187" defTabSz="457200">
              <a:spcBef>
                <a:spcPts val="900"/>
              </a:spcBef>
              <a:buFont typeface="Helvetica"/>
              <a:defRPr sz="1900">
                <a:solidFill>
                  <a:srgbClr val="000000"/>
                </a:solidFill>
              </a:defRPr>
            </a:lvl2pPr>
            <a:lvl3pPr marL="1254000" indent="-228000" defTabSz="457200">
              <a:spcBef>
                <a:spcPts val="900"/>
              </a:spcBef>
              <a:buFont typeface="Helvetica"/>
              <a:defRPr sz="1900">
                <a:solidFill>
                  <a:srgbClr val="000000"/>
                </a:solidFill>
              </a:defRPr>
            </a:lvl3pPr>
            <a:lvl4pPr marL="1761000" indent="-285000" defTabSz="457200">
              <a:spcBef>
                <a:spcPts val="900"/>
              </a:spcBef>
              <a:buFont typeface="Helvetica"/>
              <a:defRPr sz="1900">
                <a:solidFill>
                  <a:srgbClr val="000000"/>
                </a:solidFill>
              </a:defRPr>
            </a:lvl4pPr>
            <a:lvl5pPr marL="2211000" indent="-285000" defTabSz="457200">
              <a:spcBef>
                <a:spcPts val="900"/>
              </a:spcBef>
              <a:buFont typeface="Helvetica"/>
              <a:defRPr sz="19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pic>
        <p:nvPicPr>
          <p:cNvPr id="1103" name="Picture 4" descr="Picture 4"/>
          <p:cNvPicPr>
            <a:picLocks noChangeAspect="1"/>
          </p:cNvPicPr>
          <p:nvPr/>
        </p:nvPicPr>
        <p:blipFill>
          <a:blip r:embed="rId3">
            <a:alphaModFix amt="20000"/>
          </a:blip>
          <a:stretch>
            <a:fillRect/>
          </a:stretch>
        </p:blipFill>
        <p:spPr>
          <a:xfrm>
            <a:off x="-1" y="0"/>
            <a:ext cx="10850451" cy="6859151"/>
          </a:xfrm>
          <a:prstGeom prst="rect">
            <a:avLst/>
          </a:prstGeom>
          <a:ln w="12700">
            <a:miter lim="400000"/>
          </a:ln>
        </p:spPr>
      </p:pic>
      <p:pic>
        <p:nvPicPr>
          <p:cNvPr id="1104"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pic>
        <p:nvPicPr>
          <p:cNvPr id="1105" name="Picture 40" descr="Picture 40"/>
          <p:cNvPicPr>
            <a:picLocks noChangeAspect="1"/>
          </p:cNvPicPr>
          <p:nvPr/>
        </p:nvPicPr>
        <p:blipFill>
          <a:blip r:embed="rId5"/>
          <a:srcRect/>
          <a:stretch>
            <a:fillRect/>
          </a:stretch>
        </p:blipFill>
        <p:spPr>
          <a:xfrm>
            <a:off x="5043201" y="2311552"/>
            <a:ext cx="501295" cy="495726"/>
          </a:xfrm>
          <a:prstGeom prst="rect">
            <a:avLst/>
          </a:prstGeom>
          <a:ln w="12700">
            <a:miter lim="400000"/>
          </a:ln>
        </p:spPr>
      </p:pic>
      <p:sp>
        <p:nvSpPr>
          <p:cNvPr id="1106" name="Insert title"/>
          <p:cNvSpPr txBox="1">
            <a:spLocks noGrp="1"/>
          </p:cNvSpPr>
          <p:nvPr>
            <p:ph type="title" hasCustomPrompt="1"/>
          </p:nvPr>
        </p:nvSpPr>
        <p:spPr>
          <a:xfrm>
            <a:off x="339739" y="572421"/>
            <a:ext cx="5658643" cy="1317568"/>
          </a:xfrm>
          <a:prstGeom prst="rect">
            <a:avLst/>
          </a:prstGeom>
        </p:spPr>
        <p:txBody>
          <a:bodyPr/>
          <a:lstStyle>
            <a:lvl1pPr>
              <a:lnSpc>
                <a:spcPts val="7500"/>
              </a:lnSpc>
              <a:defRPr sz="7500" spc="-150">
                <a:gradFill flip="none" rotWithShape="1">
                  <a:gsLst>
                    <a:gs pos="0">
                      <a:schemeClr val="accent6"/>
                    </a:gs>
                    <a:gs pos="100000">
                      <a:schemeClr val="accent1"/>
                    </a:gs>
                  </a:gsLst>
                  <a:lin ang="10800000" scaled="0"/>
                </a:gradFill>
              </a:defRPr>
            </a:lvl1pPr>
          </a:lstStyle>
          <a:p>
            <a:r>
              <a:t>Insert title</a:t>
            </a:r>
          </a:p>
        </p:txBody>
      </p:sp>
      <p:sp>
        <p:nvSpPr>
          <p:cNvPr id="1107"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108"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1109" name="Text Placeholder 14"/>
          <p:cNvSpPr>
            <a:spLocks noGrp="1"/>
          </p:cNvSpPr>
          <p:nvPr>
            <p:ph type="body" sz="quarter" idx="22" hasCustomPrompt="1"/>
          </p:nvPr>
        </p:nvSpPr>
        <p:spPr>
          <a:xfrm>
            <a:off x="7654898" y="658010"/>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10" name="Text Placeholder 17"/>
          <p:cNvSpPr>
            <a:spLocks noGrp="1"/>
          </p:cNvSpPr>
          <p:nvPr>
            <p:ph type="body" sz="quarter" idx="23" hasCustomPrompt="1"/>
          </p:nvPr>
        </p:nvSpPr>
        <p:spPr>
          <a:xfrm>
            <a:off x="7654898" y="983131"/>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111" name="Text Placeholder 14"/>
          <p:cNvSpPr>
            <a:spLocks noGrp="1"/>
          </p:cNvSpPr>
          <p:nvPr>
            <p:ph type="body" sz="quarter" idx="24" hasCustomPrompt="1"/>
          </p:nvPr>
        </p:nvSpPr>
        <p:spPr>
          <a:xfrm>
            <a:off x="7654898" y="1776296"/>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12" name="Text Placeholder 17"/>
          <p:cNvSpPr>
            <a:spLocks noGrp="1"/>
          </p:cNvSpPr>
          <p:nvPr>
            <p:ph type="body" sz="quarter" idx="25" hasCustomPrompt="1"/>
          </p:nvPr>
        </p:nvSpPr>
        <p:spPr>
          <a:xfrm>
            <a:off x="7654898" y="2101418"/>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113" name="Text Placeholder 14"/>
          <p:cNvSpPr>
            <a:spLocks noGrp="1"/>
          </p:cNvSpPr>
          <p:nvPr>
            <p:ph type="body" sz="quarter" idx="26" hasCustomPrompt="1"/>
          </p:nvPr>
        </p:nvSpPr>
        <p:spPr>
          <a:xfrm>
            <a:off x="7654898" y="2937832"/>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14" name="Text Placeholder 17"/>
          <p:cNvSpPr>
            <a:spLocks noGrp="1"/>
          </p:cNvSpPr>
          <p:nvPr>
            <p:ph type="body" sz="quarter" idx="27" hasCustomPrompt="1"/>
          </p:nvPr>
        </p:nvSpPr>
        <p:spPr>
          <a:xfrm>
            <a:off x="7654898" y="3262953"/>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115" name="Text Placeholder 14"/>
          <p:cNvSpPr>
            <a:spLocks noGrp="1"/>
          </p:cNvSpPr>
          <p:nvPr>
            <p:ph type="body" sz="quarter" idx="28" hasCustomPrompt="1"/>
          </p:nvPr>
        </p:nvSpPr>
        <p:spPr>
          <a:xfrm>
            <a:off x="7654898" y="4062297"/>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16" name="Text Placeholder 17"/>
          <p:cNvSpPr>
            <a:spLocks noGrp="1"/>
          </p:cNvSpPr>
          <p:nvPr>
            <p:ph type="body" sz="quarter" idx="29" hasCustomPrompt="1"/>
          </p:nvPr>
        </p:nvSpPr>
        <p:spPr>
          <a:xfrm>
            <a:off x="7654898" y="4387418"/>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117" name="Text Placeholder 14"/>
          <p:cNvSpPr>
            <a:spLocks noGrp="1"/>
          </p:cNvSpPr>
          <p:nvPr>
            <p:ph type="body" sz="quarter" idx="30" hasCustomPrompt="1"/>
          </p:nvPr>
        </p:nvSpPr>
        <p:spPr>
          <a:xfrm>
            <a:off x="7654898" y="5322686"/>
            <a:ext cx="4142435"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18" name="Text Placeholder 17"/>
          <p:cNvSpPr>
            <a:spLocks noGrp="1"/>
          </p:cNvSpPr>
          <p:nvPr>
            <p:ph type="body" sz="quarter" idx="31" hasCustomPrompt="1"/>
          </p:nvPr>
        </p:nvSpPr>
        <p:spPr>
          <a:xfrm>
            <a:off x="7654898" y="5647807"/>
            <a:ext cx="4142435" cy="402706"/>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Lorem ipsum dolor sit amet, consectetur adipiscing elit, sed do eiusmod tempor incididunt ut labore.</a:t>
            </a:r>
          </a:p>
        </p:txBody>
      </p:sp>
      <p:sp>
        <p:nvSpPr>
          <p:cNvPr id="1119" name="Text Placeholder 14"/>
          <p:cNvSpPr>
            <a:spLocks noGrp="1"/>
          </p:cNvSpPr>
          <p:nvPr>
            <p:ph type="body" sz="quarter" idx="3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790626175"/>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Big Title, Content and Chapters B">
    <p:bg>
      <p:bgPr>
        <a:solidFill>
          <a:srgbClr val="FFFFFF"/>
        </a:solidFill>
        <a:effectLst/>
      </p:bgPr>
    </p:bg>
    <p:spTree>
      <p:nvGrpSpPr>
        <p:cNvPr id="1" name=""/>
        <p:cNvGrpSpPr/>
        <p:nvPr/>
      </p:nvGrpSpPr>
      <p:grpSpPr>
        <a:xfrm>
          <a:off x="0" y="0"/>
          <a:ext cx="0" cy="0"/>
          <a:chOff x="0" y="0"/>
          <a:chExt cx="0" cy="0"/>
        </a:xfrm>
      </p:grpSpPr>
      <p:pic>
        <p:nvPicPr>
          <p:cNvPr id="112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127" name="Body Level One…"/>
          <p:cNvSpPr txBox="1">
            <a:spLocks noGrp="1"/>
          </p:cNvSpPr>
          <p:nvPr>
            <p:ph type="body" sz="quarter" idx="1" hasCustomPrompt="1"/>
          </p:nvPr>
        </p:nvSpPr>
        <p:spPr>
          <a:xfrm>
            <a:off x="7105650" y="446061"/>
            <a:ext cx="1203984" cy="1003796"/>
          </a:xfrm>
          <a:prstGeom prst="rect">
            <a:avLst/>
          </a:prstGeom>
          <a:noFill/>
          <a:ln w="12700">
            <a:noFill/>
            <a:miter lim="400000"/>
          </a:ln>
        </p:spPr>
        <p:txBody>
          <a:bodyPr lIns="0" tIns="0" rIns="0" bIns="0" anchor="t"/>
          <a:lstStyle>
            <a:lvl1pPr algn="ctr" defTabSz="457200">
              <a:spcBef>
                <a:spcPts val="900"/>
              </a:spcBef>
              <a:defRPr sz="6000" spc="-150">
                <a:solidFill>
                  <a:srgbClr val="000000"/>
                </a:solidFill>
                <a:latin typeface="Avenir Next LT Pro Demi"/>
                <a:ea typeface="Avenir Next LT Pro Demi"/>
                <a:cs typeface="Avenir Next LT Pro Demi"/>
                <a:sym typeface="Avenir Next LT Pro Demi"/>
              </a:defRPr>
            </a:lvl1pPr>
            <a:lvl2pPr marL="1338750" indent="-843750" algn="ctr" defTabSz="457200">
              <a:spcBef>
                <a:spcPts val="900"/>
              </a:spcBef>
              <a:defRPr sz="6000" spc="-150">
                <a:solidFill>
                  <a:srgbClr val="000000"/>
                </a:solidFill>
                <a:latin typeface="Avenir Next LT Pro Demi"/>
                <a:ea typeface="Avenir Next LT Pro Demi"/>
                <a:cs typeface="Avenir Next LT Pro Demi"/>
                <a:sym typeface="Avenir Next LT Pro Demi"/>
              </a:defRPr>
            </a:lvl2pPr>
            <a:lvl3pPr marL="1746000" indent="-720000" algn="ctr" defTabSz="457200">
              <a:spcBef>
                <a:spcPts val="900"/>
              </a:spcBef>
              <a:defRPr sz="6000" spc="-150">
                <a:solidFill>
                  <a:srgbClr val="000000"/>
                </a:solidFill>
                <a:latin typeface="Avenir Next LT Pro Demi"/>
                <a:ea typeface="Avenir Next LT Pro Demi"/>
                <a:cs typeface="Avenir Next LT Pro Demi"/>
                <a:sym typeface="Avenir Next LT Pro Demi"/>
              </a:defRPr>
            </a:lvl3pPr>
            <a:lvl4pPr marL="2376000" indent="-900000" algn="ctr" defTabSz="457200">
              <a:spcBef>
                <a:spcPts val="900"/>
              </a:spcBef>
              <a:defRPr sz="6000" spc="-150">
                <a:solidFill>
                  <a:srgbClr val="000000"/>
                </a:solidFill>
                <a:latin typeface="Avenir Next LT Pro Demi"/>
                <a:ea typeface="Avenir Next LT Pro Demi"/>
                <a:cs typeface="Avenir Next LT Pro Demi"/>
                <a:sym typeface="Avenir Next LT Pro Demi"/>
              </a:defRPr>
            </a:lvl4pPr>
            <a:lvl5pPr marL="2826000" indent="-900000" algn="ctr" defTabSz="457200">
              <a:spcBef>
                <a:spcPts val="900"/>
              </a:spcBef>
              <a:defRPr sz="6000" spc="-150">
                <a:solidFill>
                  <a:srgbClr val="000000"/>
                </a:solidFill>
                <a:latin typeface="Avenir Next LT Pro Demi"/>
                <a:ea typeface="Avenir Next LT Pro Demi"/>
                <a:cs typeface="Avenir Next LT Pro Demi"/>
                <a:sym typeface="Avenir Next LT Pro Demi"/>
              </a:defRPr>
            </a:lvl5pPr>
          </a:lstStyle>
          <a:p>
            <a:r>
              <a:t>01</a:t>
            </a:r>
          </a:p>
          <a:p>
            <a:pPr lvl="1"/>
            <a:endParaRPr/>
          </a:p>
          <a:p>
            <a:pPr lvl="2"/>
            <a:endParaRPr/>
          </a:p>
          <a:p>
            <a:pPr lvl="3"/>
            <a:endParaRPr/>
          </a:p>
          <a:p>
            <a:pPr lvl="4"/>
            <a:endParaRPr/>
          </a:p>
        </p:txBody>
      </p:sp>
      <p:sp>
        <p:nvSpPr>
          <p:cNvPr id="1128"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129"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1130" name="Text Placeholder 14"/>
          <p:cNvSpPr>
            <a:spLocks noGrp="1"/>
          </p:cNvSpPr>
          <p:nvPr>
            <p:ph type="body" sz="quarter" idx="22" hasCustomPrompt="1"/>
          </p:nvPr>
        </p:nvSpPr>
        <p:spPr>
          <a:xfrm>
            <a:off x="8644030" y="473565"/>
            <a:ext cx="3154634"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31" name="Text Placeholder 17"/>
          <p:cNvSpPr>
            <a:spLocks noGrp="1"/>
          </p:cNvSpPr>
          <p:nvPr>
            <p:ph type="body" sz="quarter" idx="23" hasCustomPrompt="1"/>
          </p:nvPr>
        </p:nvSpPr>
        <p:spPr>
          <a:xfrm>
            <a:off x="8644030" y="753716"/>
            <a:ext cx="3154634" cy="402706"/>
          </a:xfrm>
          <a:prstGeom prst="rect">
            <a:avLst/>
          </a:prstGeom>
          <a:noFill/>
          <a:ln w="12700">
            <a:noFill/>
            <a:miter lim="400000"/>
          </a:ln>
        </p:spPr>
        <p:txBody>
          <a:bodyPr lIns="0" tIns="0" rIns="0" bIns="0" anchor="t"/>
          <a:lstStyle>
            <a:lvl1pPr defTabSz="416052">
              <a:spcBef>
                <a:spcPts val="800"/>
              </a:spcBef>
              <a:defRPr sz="1092">
                <a:solidFill>
                  <a:srgbClr val="000000"/>
                </a:solidFill>
              </a:defRPr>
            </a:lvl1pPr>
          </a:lstStyle>
          <a:p>
            <a:r>
              <a:t>Lorem ipsum dolor sit amet, consectetur adipiscing elit, sed do eiusmod tempor incididunt ut labore.</a:t>
            </a:r>
          </a:p>
        </p:txBody>
      </p:sp>
      <p:sp>
        <p:nvSpPr>
          <p:cNvPr id="1132" name="Text Placeholder 14"/>
          <p:cNvSpPr>
            <a:spLocks noGrp="1"/>
          </p:cNvSpPr>
          <p:nvPr>
            <p:ph type="body" sz="quarter" idx="24" hasCustomPrompt="1"/>
          </p:nvPr>
        </p:nvSpPr>
        <p:spPr>
          <a:xfrm>
            <a:off x="8644030" y="1666977"/>
            <a:ext cx="3154634"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33" name="Text Placeholder 17"/>
          <p:cNvSpPr>
            <a:spLocks noGrp="1"/>
          </p:cNvSpPr>
          <p:nvPr>
            <p:ph type="body" sz="quarter" idx="25" hasCustomPrompt="1"/>
          </p:nvPr>
        </p:nvSpPr>
        <p:spPr>
          <a:xfrm>
            <a:off x="8644030" y="1947128"/>
            <a:ext cx="3154634" cy="402706"/>
          </a:xfrm>
          <a:prstGeom prst="rect">
            <a:avLst/>
          </a:prstGeom>
          <a:noFill/>
          <a:ln w="12700">
            <a:noFill/>
            <a:miter lim="400000"/>
          </a:ln>
        </p:spPr>
        <p:txBody>
          <a:bodyPr lIns="0" tIns="0" rIns="0" bIns="0" anchor="t"/>
          <a:lstStyle>
            <a:lvl1pPr defTabSz="416052">
              <a:spcBef>
                <a:spcPts val="800"/>
              </a:spcBef>
              <a:defRPr sz="1092">
                <a:solidFill>
                  <a:srgbClr val="000000"/>
                </a:solidFill>
              </a:defRPr>
            </a:lvl1pPr>
          </a:lstStyle>
          <a:p>
            <a:r>
              <a:t>Lorem ipsum dolor sit amet, consectetur adipiscing elit, sed do eiusmod tempor incididunt ut labore.</a:t>
            </a:r>
          </a:p>
        </p:txBody>
      </p:sp>
      <p:sp>
        <p:nvSpPr>
          <p:cNvPr id="1134" name="Text Placeholder 14"/>
          <p:cNvSpPr>
            <a:spLocks noGrp="1"/>
          </p:cNvSpPr>
          <p:nvPr>
            <p:ph type="body" sz="quarter" idx="26" hasCustomPrompt="1"/>
          </p:nvPr>
        </p:nvSpPr>
        <p:spPr>
          <a:xfrm>
            <a:off x="8644030" y="2863835"/>
            <a:ext cx="3154634"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35" name="Text Placeholder 17"/>
          <p:cNvSpPr>
            <a:spLocks noGrp="1"/>
          </p:cNvSpPr>
          <p:nvPr>
            <p:ph type="body" sz="quarter" idx="27" hasCustomPrompt="1"/>
          </p:nvPr>
        </p:nvSpPr>
        <p:spPr>
          <a:xfrm>
            <a:off x="8644030" y="3143987"/>
            <a:ext cx="3154634" cy="402706"/>
          </a:xfrm>
          <a:prstGeom prst="rect">
            <a:avLst/>
          </a:prstGeom>
          <a:noFill/>
          <a:ln w="12700">
            <a:noFill/>
            <a:miter lim="400000"/>
          </a:ln>
        </p:spPr>
        <p:txBody>
          <a:bodyPr lIns="0" tIns="0" rIns="0" bIns="0" anchor="t"/>
          <a:lstStyle>
            <a:lvl1pPr defTabSz="416052">
              <a:spcBef>
                <a:spcPts val="800"/>
              </a:spcBef>
              <a:defRPr sz="1092">
                <a:solidFill>
                  <a:srgbClr val="000000"/>
                </a:solidFill>
              </a:defRPr>
            </a:lvl1pPr>
          </a:lstStyle>
          <a:p>
            <a:r>
              <a:t>Lorem ipsum dolor sit amet, consectetur adipiscing elit, sed do eiusmod tempor incididunt ut labore.</a:t>
            </a:r>
          </a:p>
        </p:txBody>
      </p:sp>
      <p:sp>
        <p:nvSpPr>
          <p:cNvPr id="1136" name="Text Placeholder 14"/>
          <p:cNvSpPr>
            <a:spLocks noGrp="1"/>
          </p:cNvSpPr>
          <p:nvPr>
            <p:ph type="body" sz="quarter" idx="28" hasCustomPrompt="1"/>
          </p:nvPr>
        </p:nvSpPr>
        <p:spPr>
          <a:xfrm>
            <a:off x="8644030" y="4050910"/>
            <a:ext cx="3154634" cy="357983"/>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37" name="Text Placeholder 17"/>
          <p:cNvSpPr>
            <a:spLocks noGrp="1"/>
          </p:cNvSpPr>
          <p:nvPr>
            <p:ph type="body" sz="quarter" idx="29" hasCustomPrompt="1"/>
          </p:nvPr>
        </p:nvSpPr>
        <p:spPr>
          <a:xfrm>
            <a:off x="8644030" y="4331062"/>
            <a:ext cx="3154634" cy="402706"/>
          </a:xfrm>
          <a:prstGeom prst="rect">
            <a:avLst/>
          </a:prstGeom>
          <a:noFill/>
          <a:ln w="12700">
            <a:noFill/>
            <a:miter lim="400000"/>
          </a:ln>
        </p:spPr>
        <p:txBody>
          <a:bodyPr lIns="0" tIns="0" rIns="0" bIns="0" anchor="t"/>
          <a:lstStyle>
            <a:lvl1pPr defTabSz="416052">
              <a:spcBef>
                <a:spcPts val="800"/>
              </a:spcBef>
              <a:defRPr sz="1092">
                <a:solidFill>
                  <a:srgbClr val="000000"/>
                </a:solidFill>
              </a:defRPr>
            </a:lvl1pPr>
          </a:lstStyle>
          <a:p>
            <a:r>
              <a:t>Lorem ipsum dolor sit amet, consectetur adipiscing elit, sed do eiusmod tempor incididunt ut labore.</a:t>
            </a:r>
          </a:p>
        </p:txBody>
      </p:sp>
      <p:sp>
        <p:nvSpPr>
          <p:cNvPr id="1138" name="Text Placeholder 14"/>
          <p:cNvSpPr>
            <a:spLocks noGrp="1"/>
          </p:cNvSpPr>
          <p:nvPr>
            <p:ph type="body" sz="quarter" idx="30" hasCustomPrompt="1"/>
          </p:nvPr>
        </p:nvSpPr>
        <p:spPr>
          <a:xfrm>
            <a:off x="8644030" y="5257550"/>
            <a:ext cx="3154634" cy="357982"/>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1139" name="Text Placeholder 17"/>
          <p:cNvSpPr>
            <a:spLocks noGrp="1"/>
          </p:cNvSpPr>
          <p:nvPr>
            <p:ph type="body" sz="quarter" idx="31" hasCustomPrompt="1"/>
          </p:nvPr>
        </p:nvSpPr>
        <p:spPr>
          <a:xfrm>
            <a:off x="8644030" y="5537702"/>
            <a:ext cx="3154634" cy="402706"/>
          </a:xfrm>
          <a:prstGeom prst="rect">
            <a:avLst/>
          </a:prstGeom>
          <a:noFill/>
          <a:ln w="12700">
            <a:noFill/>
            <a:miter lim="400000"/>
          </a:ln>
        </p:spPr>
        <p:txBody>
          <a:bodyPr lIns="0" tIns="0" rIns="0" bIns="0" anchor="t"/>
          <a:lstStyle>
            <a:lvl1pPr defTabSz="416052">
              <a:spcBef>
                <a:spcPts val="800"/>
              </a:spcBef>
              <a:defRPr sz="1092">
                <a:solidFill>
                  <a:srgbClr val="000000"/>
                </a:solidFill>
              </a:defRPr>
            </a:lvl1pPr>
          </a:lstStyle>
          <a:p>
            <a:r>
              <a:t>Lorem ipsum dolor sit amet, consectetur adipiscing elit, sed do eiusmod tempor incididunt ut labore.</a:t>
            </a:r>
          </a:p>
        </p:txBody>
      </p:sp>
      <p:sp>
        <p:nvSpPr>
          <p:cNvPr id="1140" name="Title Text"/>
          <p:cNvSpPr txBox="1">
            <a:spLocks noGrp="1"/>
          </p:cNvSpPr>
          <p:nvPr>
            <p:ph type="title"/>
          </p:nvPr>
        </p:nvSpPr>
        <p:spPr>
          <a:xfrm>
            <a:off x="380085" y="354667"/>
            <a:ext cx="5685753" cy="392252"/>
          </a:xfrm>
          <a:prstGeom prst="rect">
            <a:avLst/>
          </a:prstGeom>
        </p:spPr>
        <p:txBody>
          <a:bodyPr/>
          <a:lstStyle>
            <a:lvl1pPr>
              <a:defRPr>
                <a:solidFill>
                  <a:srgbClr val="000000"/>
                </a:solidFill>
              </a:defRPr>
            </a:lvl1pPr>
          </a:lstStyle>
          <a:p>
            <a:r>
              <a:t>Title Text</a:t>
            </a:r>
          </a:p>
        </p:txBody>
      </p:sp>
      <p:sp>
        <p:nvSpPr>
          <p:cNvPr id="1141" name="Text Placeholder 4"/>
          <p:cNvSpPr>
            <a:spLocks noGrp="1"/>
          </p:cNvSpPr>
          <p:nvPr>
            <p:ph type="body" sz="quarter" idx="32"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1142" name="Text Placeholder 14"/>
          <p:cNvSpPr>
            <a:spLocks noGrp="1"/>
          </p:cNvSpPr>
          <p:nvPr>
            <p:ph type="body" sz="quarter" idx="33"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Tree>
    <p:extLst>
      <p:ext uri="{BB962C8B-B14F-4D97-AF65-F5344CB8AC3E}">
        <p14:creationId xmlns:p14="http://schemas.microsoft.com/office/powerpoint/2010/main" val="72219968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cSld name="Divider Cover - Light A">
    <p:bg>
      <p:bgPr>
        <a:solidFill>
          <a:srgbClr val="FFFFFF"/>
        </a:solidFill>
        <a:effectLst/>
      </p:bgPr>
    </p:bg>
    <p:spTree>
      <p:nvGrpSpPr>
        <p:cNvPr id="1" name=""/>
        <p:cNvGrpSpPr/>
        <p:nvPr/>
      </p:nvGrpSpPr>
      <p:grpSpPr>
        <a:xfrm>
          <a:off x="0" y="0"/>
          <a:ext cx="0" cy="0"/>
          <a:chOff x="0" y="0"/>
          <a:chExt cx="0" cy="0"/>
        </a:xfrm>
      </p:grpSpPr>
      <p:pic>
        <p:nvPicPr>
          <p:cNvPr id="1149" name="Picture 11" descr="Picture 11"/>
          <p:cNvPicPr>
            <a:picLocks noChangeAspect="1"/>
          </p:cNvPicPr>
          <p:nvPr/>
        </p:nvPicPr>
        <p:blipFill>
          <a:blip r:embed="rId2">
            <a:alphaModFix amt="23000"/>
          </a:blip>
          <a:stretch>
            <a:fillRect/>
          </a:stretch>
        </p:blipFill>
        <p:spPr>
          <a:xfrm rot="10800000">
            <a:off x="11413524" y="4351694"/>
            <a:ext cx="778476" cy="1490699"/>
          </a:xfrm>
          <a:prstGeom prst="rect">
            <a:avLst/>
          </a:prstGeom>
          <a:ln w="12700">
            <a:miter lim="400000"/>
          </a:ln>
        </p:spPr>
      </p:pic>
      <p:pic>
        <p:nvPicPr>
          <p:cNvPr id="1150" name="Picture 5" descr="Picture 5"/>
          <p:cNvPicPr>
            <a:picLocks noChangeAspect="1"/>
          </p:cNvPicPr>
          <p:nvPr/>
        </p:nvPicPr>
        <p:blipFill>
          <a:blip r:embed="rId3"/>
          <a:stretch>
            <a:fillRect/>
          </a:stretch>
        </p:blipFill>
        <p:spPr>
          <a:xfrm>
            <a:off x="-1" y="-2"/>
            <a:ext cx="12192002" cy="6858001"/>
          </a:xfrm>
          <a:prstGeom prst="rect">
            <a:avLst/>
          </a:prstGeom>
          <a:ln w="12700">
            <a:miter lim="400000"/>
          </a:ln>
        </p:spPr>
      </p:pic>
      <p:pic>
        <p:nvPicPr>
          <p:cNvPr id="1151" name="Picture 13" descr="Picture 13"/>
          <p:cNvPicPr>
            <a:picLocks noChangeAspect="1"/>
          </p:cNvPicPr>
          <p:nvPr/>
        </p:nvPicPr>
        <p:blipFill>
          <a:blip r:embed="rId4">
            <a:alphaModFix amt="42000"/>
          </a:blip>
          <a:stretch>
            <a:fillRect/>
          </a:stretch>
        </p:blipFill>
        <p:spPr>
          <a:xfrm rot="16200000">
            <a:off x="1369302" y="-305684"/>
            <a:ext cx="744273" cy="1355640"/>
          </a:xfrm>
          <a:prstGeom prst="rect">
            <a:avLst/>
          </a:prstGeom>
          <a:ln w="12700">
            <a:miter lim="400000"/>
          </a:ln>
        </p:spPr>
      </p:pic>
      <p:sp>
        <p:nvSpPr>
          <p:cNvPr id="1152" name="Insert section title here"/>
          <p:cNvSpPr txBox="1">
            <a:spLocks noGrp="1"/>
          </p:cNvSpPr>
          <p:nvPr>
            <p:ph type="title" hasCustomPrompt="1"/>
          </p:nvPr>
        </p:nvSpPr>
        <p:spPr>
          <a:xfrm>
            <a:off x="1366838" y="1942323"/>
            <a:ext cx="9483725" cy="802322"/>
          </a:xfrm>
          <a:prstGeom prst="rect">
            <a:avLst/>
          </a:prstGeom>
        </p:spPr>
        <p:txBody>
          <a:bodyPr/>
          <a:lstStyle>
            <a:lvl1pPr algn="ctr">
              <a:defRPr sz="5000" b="1">
                <a:solidFill>
                  <a:srgbClr val="000000"/>
                </a:solidFill>
              </a:defRPr>
            </a:lvl1pPr>
          </a:lstStyle>
          <a:p>
            <a:r>
              <a:t>Insert section title here</a:t>
            </a:r>
          </a:p>
        </p:txBody>
      </p:sp>
      <p:sp>
        <p:nvSpPr>
          <p:cNvPr id="1153" name="Body Level One…"/>
          <p:cNvSpPr txBox="1">
            <a:spLocks noGrp="1"/>
          </p:cNvSpPr>
          <p:nvPr>
            <p:ph type="body" sz="quarter" idx="1" hasCustomPrompt="1"/>
          </p:nvPr>
        </p:nvSpPr>
        <p:spPr>
          <a:xfrm>
            <a:off x="2325688" y="3037561"/>
            <a:ext cx="7566025" cy="700088"/>
          </a:xfrm>
          <a:prstGeom prst="rect">
            <a:avLst/>
          </a:prstGeom>
          <a:noFill/>
          <a:ln w="12700">
            <a:noFill/>
            <a:miter lim="400000"/>
          </a:ln>
        </p:spPr>
        <p:txBody>
          <a:bodyPr lIns="0" tIns="0" rIns="0" bIns="0" anchor="t"/>
          <a:lstStyle>
            <a:lvl1pPr algn="ctr" defTabSz="457200">
              <a:spcBef>
                <a:spcPts val="900"/>
              </a:spcBef>
              <a:defRPr sz="3250" spc="-75">
                <a:solidFill>
                  <a:srgbClr val="000000"/>
                </a:solidFill>
              </a:defRPr>
            </a:lvl1pPr>
            <a:lvl2pPr marL="0" indent="495000" algn="ctr" defTabSz="457200">
              <a:spcBef>
                <a:spcPts val="900"/>
              </a:spcBef>
              <a:buSzTx/>
              <a:buNone/>
              <a:defRPr sz="3250" spc="-75">
                <a:solidFill>
                  <a:srgbClr val="000000"/>
                </a:solidFill>
              </a:defRPr>
            </a:lvl2pPr>
            <a:lvl3pPr marL="0" indent="1026000" algn="ctr" defTabSz="457200">
              <a:spcBef>
                <a:spcPts val="900"/>
              </a:spcBef>
              <a:buSzTx/>
              <a:buNone/>
              <a:defRPr sz="3250" spc="-75">
                <a:solidFill>
                  <a:srgbClr val="000000"/>
                </a:solidFill>
              </a:defRPr>
            </a:lvl3pPr>
            <a:lvl4pPr marL="0" indent="1476000" algn="ctr" defTabSz="457200">
              <a:spcBef>
                <a:spcPts val="900"/>
              </a:spcBef>
              <a:buSzTx/>
              <a:buNone/>
              <a:defRPr sz="3250" spc="-75">
                <a:solidFill>
                  <a:srgbClr val="000000"/>
                </a:solidFill>
              </a:defRPr>
            </a:lvl4pPr>
            <a:lvl5pPr marL="0" indent="1926000" algn="ctr" defTabSz="457200">
              <a:spcBef>
                <a:spcPts val="900"/>
              </a:spcBef>
              <a:buSzTx/>
              <a:buNone/>
              <a:defRPr sz="3250" spc="-75">
                <a:solidFill>
                  <a:srgbClr val="000000"/>
                </a:solidFill>
              </a:defRPr>
            </a:lvl5pPr>
          </a:lstStyle>
          <a:p>
            <a:r>
              <a:t>Insert section subtitle here</a:t>
            </a:r>
          </a:p>
          <a:p>
            <a:pPr lvl="1"/>
            <a:endParaRPr/>
          </a:p>
          <a:p>
            <a:pPr lvl="2"/>
            <a:endParaRPr/>
          </a:p>
          <a:p>
            <a:pPr lvl="3"/>
            <a:endParaRPr/>
          </a:p>
          <a:p>
            <a:pPr lvl="4"/>
            <a:endParaRPr/>
          </a:p>
        </p:txBody>
      </p:sp>
      <p:sp>
        <p:nvSpPr>
          <p:cNvPr id="1154"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155"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1156"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pic>
        <p:nvPicPr>
          <p:cNvPr id="1157" name="Picture 12" descr="Picture 12"/>
          <p:cNvPicPr>
            <a:picLocks noChangeAspect="1"/>
          </p:cNvPicPr>
          <p:nvPr/>
        </p:nvPicPr>
        <p:blipFill>
          <a:blip r:embed="rId5"/>
          <a:stretch>
            <a:fillRect/>
          </a:stretch>
        </p:blipFill>
        <p:spPr>
          <a:xfrm>
            <a:off x="406450" y="6399000"/>
            <a:ext cx="1057001" cy="205451"/>
          </a:xfrm>
          <a:prstGeom prst="rect">
            <a:avLst/>
          </a:prstGeom>
          <a:ln w="12700">
            <a:miter lim="400000"/>
          </a:ln>
        </p:spPr>
      </p:pic>
    </p:spTree>
    <p:extLst>
      <p:ext uri="{BB962C8B-B14F-4D97-AF65-F5344CB8AC3E}">
        <p14:creationId xmlns:p14="http://schemas.microsoft.com/office/powerpoint/2010/main" val="535652434"/>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x">
  <p:cSld name="Divider Cover - Dark A">
    <p:spTree>
      <p:nvGrpSpPr>
        <p:cNvPr id="1" name=""/>
        <p:cNvGrpSpPr/>
        <p:nvPr/>
      </p:nvGrpSpPr>
      <p:grpSpPr>
        <a:xfrm>
          <a:off x="0" y="0"/>
          <a:ext cx="0" cy="0"/>
          <a:chOff x="0" y="0"/>
          <a:chExt cx="0" cy="0"/>
        </a:xfrm>
      </p:grpSpPr>
      <p:pic>
        <p:nvPicPr>
          <p:cNvPr id="1164" name="Picture 11" descr="Picture 11"/>
          <p:cNvPicPr>
            <a:picLocks noChangeAspect="1"/>
          </p:cNvPicPr>
          <p:nvPr/>
        </p:nvPicPr>
        <p:blipFill>
          <a:blip r:embed="rId2">
            <a:alphaModFix amt="23000"/>
          </a:blip>
          <a:stretch>
            <a:fillRect/>
          </a:stretch>
        </p:blipFill>
        <p:spPr>
          <a:xfrm rot="10800000">
            <a:off x="11413524" y="4351694"/>
            <a:ext cx="778476" cy="1490699"/>
          </a:xfrm>
          <a:prstGeom prst="rect">
            <a:avLst/>
          </a:prstGeom>
          <a:ln w="12700">
            <a:miter lim="400000"/>
          </a:ln>
        </p:spPr>
      </p:pic>
      <p:pic>
        <p:nvPicPr>
          <p:cNvPr id="1165" name="Picture 6" descr="Picture 6"/>
          <p:cNvPicPr>
            <a:picLocks noChangeAspect="1"/>
          </p:cNvPicPr>
          <p:nvPr/>
        </p:nvPicPr>
        <p:blipFill>
          <a:blip r:embed="rId3"/>
          <a:stretch>
            <a:fillRect/>
          </a:stretch>
        </p:blipFill>
        <p:spPr>
          <a:xfrm>
            <a:off x="-1" y="1"/>
            <a:ext cx="12192002" cy="6858000"/>
          </a:xfrm>
          <a:prstGeom prst="rect">
            <a:avLst/>
          </a:prstGeom>
          <a:ln w="12700">
            <a:miter lim="400000"/>
          </a:ln>
        </p:spPr>
      </p:pic>
      <p:sp>
        <p:nvSpPr>
          <p:cNvPr id="1166" name="Freeform 9"/>
          <p:cNvSpPr/>
          <p:nvPr/>
        </p:nvSpPr>
        <p:spPr>
          <a:xfrm rot="10800000" flipH="1">
            <a:off x="-1" y="-1"/>
            <a:ext cx="12192002" cy="6858000"/>
          </a:xfrm>
          <a:prstGeom prst="rect">
            <a:avLst/>
          </a:prstGeom>
          <a:gradFill>
            <a:gsLst>
              <a:gs pos="0">
                <a:schemeClr val="accent6">
                  <a:alpha val="41227"/>
                </a:schemeClr>
              </a:gs>
              <a:gs pos="28000">
                <a:schemeClr val="accent1">
                  <a:alpha val="36742"/>
                </a:schemeClr>
              </a:gs>
              <a:gs pos="70000">
                <a:schemeClr val="accent2">
                  <a:alpha val="0"/>
                </a:schemeClr>
              </a:gs>
              <a:gs pos="100000">
                <a:schemeClr val="accent1">
                  <a:alpha val="27311"/>
                </a:schemeClr>
              </a:gs>
            </a:gsLst>
            <a:path path="circle">
              <a:fillToRect l="62278" t="119636" r="37721" b="-19636"/>
            </a:path>
          </a:gradFill>
          <a:ln w="12700">
            <a:miter lim="400000"/>
          </a:ln>
        </p:spPr>
        <p:txBody>
          <a:bodyPr lIns="0" tIns="0" rIns="0" bIns="0" anchor="b"/>
          <a:lstStyle/>
          <a:p>
            <a:pPr>
              <a:defRPr sz="4000"/>
            </a:pPr>
            <a:endParaRPr sz="2000"/>
          </a:p>
        </p:txBody>
      </p:sp>
      <p:pic>
        <p:nvPicPr>
          <p:cNvPr id="1167" name="Picture 13" descr="Picture 13"/>
          <p:cNvPicPr>
            <a:picLocks noChangeAspect="1"/>
          </p:cNvPicPr>
          <p:nvPr/>
        </p:nvPicPr>
        <p:blipFill>
          <a:blip r:embed="rId4">
            <a:alphaModFix amt="42000"/>
          </a:blip>
          <a:stretch>
            <a:fillRect/>
          </a:stretch>
        </p:blipFill>
        <p:spPr>
          <a:xfrm rot="16200000">
            <a:off x="1369302" y="-305684"/>
            <a:ext cx="744273" cy="1355640"/>
          </a:xfrm>
          <a:prstGeom prst="rect">
            <a:avLst/>
          </a:prstGeom>
          <a:ln w="12700">
            <a:miter lim="400000"/>
          </a:ln>
        </p:spPr>
      </p:pic>
      <p:sp>
        <p:nvSpPr>
          <p:cNvPr id="1168" name="Insert section title here"/>
          <p:cNvSpPr txBox="1">
            <a:spLocks noGrp="1"/>
          </p:cNvSpPr>
          <p:nvPr>
            <p:ph type="title" hasCustomPrompt="1"/>
          </p:nvPr>
        </p:nvSpPr>
        <p:spPr>
          <a:xfrm>
            <a:off x="1366838" y="1942323"/>
            <a:ext cx="9483725" cy="802322"/>
          </a:xfrm>
          <a:prstGeom prst="rect">
            <a:avLst/>
          </a:prstGeom>
        </p:spPr>
        <p:txBody>
          <a:bodyPr/>
          <a:lstStyle>
            <a:lvl1pPr algn="ctr">
              <a:defRPr sz="5000" b="1">
                <a:gradFill flip="none" rotWithShape="1">
                  <a:gsLst>
                    <a:gs pos="0">
                      <a:schemeClr val="accent6"/>
                    </a:gs>
                    <a:gs pos="100000">
                      <a:schemeClr val="accent1"/>
                    </a:gs>
                  </a:gsLst>
                  <a:lin ang="10800000" scaled="0"/>
                </a:gradFill>
              </a:defRPr>
            </a:lvl1pPr>
          </a:lstStyle>
          <a:p>
            <a:r>
              <a:t>Insert section title here</a:t>
            </a:r>
          </a:p>
        </p:txBody>
      </p:sp>
      <p:sp>
        <p:nvSpPr>
          <p:cNvPr id="1169" name="Body Level One…"/>
          <p:cNvSpPr txBox="1">
            <a:spLocks noGrp="1"/>
          </p:cNvSpPr>
          <p:nvPr>
            <p:ph type="body" sz="quarter" idx="1" hasCustomPrompt="1"/>
          </p:nvPr>
        </p:nvSpPr>
        <p:spPr>
          <a:xfrm>
            <a:off x="2325688" y="3035934"/>
            <a:ext cx="7566025" cy="700088"/>
          </a:xfrm>
          <a:prstGeom prst="rect">
            <a:avLst/>
          </a:prstGeom>
          <a:noFill/>
          <a:ln w="12700">
            <a:noFill/>
            <a:miter lim="400000"/>
          </a:ln>
        </p:spPr>
        <p:txBody>
          <a:bodyPr lIns="0" tIns="0" rIns="0" bIns="0" anchor="t"/>
          <a:lstStyle>
            <a:lvl1pPr algn="ctr" defTabSz="457200">
              <a:spcBef>
                <a:spcPts val="900"/>
              </a:spcBef>
              <a:defRPr sz="3250" spc="-75">
                <a:solidFill>
                  <a:srgbClr val="FFFFFF"/>
                </a:solidFill>
              </a:defRPr>
            </a:lvl1pPr>
            <a:lvl2pPr marL="0" indent="495000" algn="ctr" defTabSz="457200">
              <a:spcBef>
                <a:spcPts val="900"/>
              </a:spcBef>
              <a:buSzTx/>
              <a:buNone/>
              <a:defRPr sz="3250" spc="-75">
                <a:solidFill>
                  <a:srgbClr val="FFFFFF"/>
                </a:solidFill>
              </a:defRPr>
            </a:lvl2pPr>
            <a:lvl3pPr marL="0" indent="1026000" algn="ctr" defTabSz="457200">
              <a:spcBef>
                <a:spcPts val="900"/>
              </a:spcBef>
              <a:buSzTx/>
              <a:buNone/>
              <a:defRPr sz="3250" spc="-75">
                <a:solidFill>
                  <a:srgbClr val="FFFFFF"/>
                </a:solidFill>
              </a:defRPr>
            </a:lvl3pPr>
            <a:lvl4pPr marL="0" indent="1476000" algn="ctr" defTabSz="457200">
              <a:spcBef>
                <a:spcPts val="900"/>
              </a:spcBef>
              <a:buSzTx/>
              <a:buNone/>
              <a:defRPr sz="3250" spc="-75">
                <a:solidFill>
                  <a:srgbClr val="FFFFFF"/>
                </a:solidFill>
              </a:defRPr>
            </a:lvl4pPr>
            <a:lvl5pPr marL="0" indent="1926000" algn="ctr" defTabSz="457200">
              <a:spcBef>
                <a:spcPts val="900"/>
              </a:spcBef>
              <a:buSzTx/>
              <a:buNone/>
              <a:defRPr sz="3250" spc="-75">
                <a:solidFill>
                  <a:srgbClr val="FFFFFF"/>
                </a:solidFill>
              </a:defRPr>
            </a:lvl5pPr>
          </a:lstStyle>
          <a:p>
            <a:r>
              <a:t>Insert section subtitle here</a:t>
            </a:r>
          </a:p>
          <a:p>
            <a:pPr lvl="1"/>
            <a:endParaRPr/>
          </a:p>
          <a:p>
            <a:pPr lvl="2"/>
            <a:endParaRPr/>
          </a:p>
          <a:p>
            <a:pPr lvl="3"/>
            <a:endParaRPr/>
          </a:p>
          <a:p>
            <a:pPr lvl="4"/>
            <a:endParaRPr/>
          </a:p>
        </p:txBody>
      </p:sp>
      <p:sp>
        <p:nvSpPr>
          <p:cNvPr id="1170"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171"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sp>
        <p:nvSpPr>
          <p:cNvPr id="1172"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1173" name="Picture 14" descr="Picture 14"/>
          <p:cNvPicPr>
            <a:picLocks noChangeAspect="1"/>
          </p:cNvPicPr>
          <p:nvPr/>
        </p:nvPicPr>
        <p:blipFill>
          <a:blip r:embed="rId5"/>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353321345"/>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cSld name="Divider Cover - Light B">
    <p:bg>
      <p:bgPr>
        <a:solidFill>
          <a:srgbClr val="FFFFFF"/>
        </a:solidFill>
        <a:effectLst/>
      </p:bgPr>
    </p:bg>
    <p:spTree>
      <p:nvGrpSpPr>
        <p:cNvPr id="1" name=""/>
        <p:cNvGrpSpPr/>
        <p:nvPr/>
      </p:nvGrpSpPr>
      <p:grpSpPr>
        <a:xfrm>
          <a:off x="0" y="0"/>
          <a:ext cx="0" cy="0"/>
          <a:chOff x="0" y="0"/>
          <a:chExt cx="0" cy="0"/>
        </a:xfrm>
      </p:grpSpPr>
      <p:pic>
        <p:nvPicPr>
          <p:cNvPr id="1180" name="Picture 11" descr="Picture 11"/>
          <p:cNvPicPr>
            <a:picLocks noChangeAspect="1"/>
          </p:cNvPicPr>
          <p:nvPr/>
        </p:nvPicPr>
        <p:blipFill>
          <a:blip r:embed="rId2">
            <a:alphaModFix amt="23000"/>
          </a:blip>
          <a:stretch>
            <a:fillRect/>
          </a:stretch>
        </p:blipFill>
        <p:spPr>
          <a:xfrm rot="10800000">
            <a:off x="11413524" y="4351694"/>
            <a:ext cx="778476" cy="1490699"/>
          </a:xfrm>
          <a:prstGeom prst="rect">
            <a:avLst/>
          </a:prstGeom>
          <a:ln w="12700">
            <a:miter lim="400000"/>
          </a:ln>
        </p:spPr>
      </p:pic>
      <p:pic>
        <p:nvPicPr>
          <p:cNvPr id="1181" name="Picture 5" descr="Picture 5"/>
          <p:cNvPicPr>
            <a:picLocks noChangeAspect="1"/>
          </p:cNvPicPr>
          <p:nvPr/>
        </p:nvPicPr>
        <p:blipFill>
          <a:blip r:embed="rId3">
            <a:alphaModFix amt="21000"/>
          </a:blip>
          <a:stretch>
            <a:fillRect/>
          </a:stretch>
        </p:blipFill>
        <p:spPr>
          <a:xfrm>
            <a:off x="-1" y="-2"/>
            <a:ext cx="12192002" cy="6858001"/>
          </a:xfrm>
          <a:prstGeom prst="rect">
            <a:avLst/>
          </a:prstGeom>
          <a:ln w="12700">
            <a:miter lim="400000"/>
          </a:ln>
        </p:spPr>
      </p:pic>
      <p:pic>
        <p:nvPicPr>
          <p:cNvPr id="1182" name="Picture 13" descr="Picture 13"/>
          <p:cNvPicPr>
            <a:picLocks noChangeAspect="1"/>
          </p:cNvPicPr>
          <p:nvPr/>
        </p:nvPicPr>
        <p:blipFill>
          <a:blip r:embed="rId4">
            <a:alphaModFix amt="42000"/>
          </a:blip>
          <a:stretch>
            <a:fillRect/>
          </a:stretch>
        </p:blipFill>
        <p:spPr>
          <a:xfrm rot="16200000">
            <a:off x="1369302" y="-305684"/>
            <a:ext cx="744273" cy="1355640"/>
          </a:xfrm>
          <a:prstGeom prst="rect">
            <a:avLst/>
          </a:prstGeom>
          <a:ln w="12700">
            <a:miter lim="400000"/>
          </a:ln>
        </p:spPr>
      </p:pic>
      <p:pic>
        <p:nvPicPr>
          <p:cNvPr id="1183" name="Picture 7" descr="Picture 7"/>
          <p:cNvPicPr>
            <a:picLocks noChangeAspect="1"/>
          </p:cNvPicPr>
          <p:nvPr/>
        </p:nvPicPr>
        <p:blipFill>
          <a:blip r:embed="rId5"/>
          <a:stretch>
            <a:fillRect/>
          </a:stretch>
        </p:blipFill>
        <p:spPr>
          <a:xfrm>
            <a:off x="406450" y="6399000"/>
            <a:ext cx="1057001" cy="205451"/>
          </a:xfrm>
          <a:prstGeom prst="rect">
            <a:avLst/>
          </a:prstGeom>
          <a:ln w="12700">
            <a:miter lim="400000"/>
          </a:ln>
        </p:spPr>
      </p:pic>
      <p:sp>
        <p:nvSpPr>
          <p:cNvPr id="1184"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1185"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186"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187" name="Insert section title here"/>
          <p:cNvSpPr txBox="1">
            <a:spLocks noGrp="1"/>
          </p:cNvSpPr>
          <p:nvPr>
            <p:ph type="title" hasCustomPrompt="1"/>
          </p:nvPr>
        </p:nvSpPr>
        <p:spPr>
          <a:xfrm>
            <a:off x="1366838" y="1942323"/>
            <a:ext cx="9483725" cy="802322"/>
          </a:xfrm>
          <a:prstGeom prst="rect">
            <a:avLst/>
          </a:prstGeom>
        </p:spPr>
        <p:txBody>
          <a:bodyPr/>
          <a:lstStyle>
            <a:lvl1pPr algn="ctr">
              <a:defRPr sz="5000" b="1">
                <a:solidFill>
                  <a:srgbClr val="000000"/>
                </a:solidFill>
              </a:defRPr>
            </a:lvl1pPr>
          </a:lstStyle>
          <a:p>
            <a:r>
              <a:t>Insert section title here</a:t>
            </a:r>
          </a:p>
        </p:txBody>
      </p:sp>
      <p:sp>
        <p:nvSpPr>
          <p:cNvPr id="1188" name="Text Placeholder 22"/>
          <p:cNvSpPr>
            <a:spLocks noGrp="1"/>
          </p:cNvSpPr>
          <p:nvPr>
            <p:ph type="body" sz="quarter" idx="22" hasCustomPrompt="1"/>
          </p:nvPr>
        </p:nvSpPr>
        <p:spPr>
          <a:xfrm>
            <a:off x="2325688" y="3037499"/>
            <a:ext cx="7566025" cy="700088"/>
          </a:xfrm>
          <a:prstGeom prst="rect">
            <a:avLst/>
          </a:prstGeom>
          <a:noFill/>
          <a:ln w="12700">
            <a:noFill/>
            <a:miter lim="400000"/>
          </a:ln>
        </p:spPr>
        <p:txBody>
          <a:bodyPr lIns="0" tIns="0" rIns="0" bIns="0" anchor="t"/>
          <a:lstStyle>
            <a:lvl1pPr algn="ctr" defTabSz="457200">
              <a:spcBef>
                <a:spcPts val="900"/>
              </a:spcBef>
              <a:defRPr sz="3250" spc="-100">
                <a:solidFill>
                  <a:srgbClr val="000000"/>
                </a:solidFill>
              </a:defRPr>
            </a:lvl1pPr>
          </a:lstStyle>
          <a:p>
            <a:r>
              <a:t>Insert section subtitle here</a:t>
            </a:r>
          </a:p>
        </p:txBody>
      </p:sp>
    </p:spTree>
    <p:extLst>
      <p:ext uri="{BB962C8B-B14F-4D97-AF65-F5344CB8AC3E}">
        <p14:creationId xmlns:p14="http://schemas.microsoft.com/office/powerpoint/2010/main" val="1889157041"/>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x">
  <p:cSld name="Divider Cover - Dark B">
    <p:spTree>
      <p:nvGrpSpPr>
        <p:cNvPr id="1" name=""/>
        <p:cNvGrpSpPr/>
        <p:nvPr/>
      </p:nvGrpSpPr>
      <p:grpSpPr>
        <a:xfrm>
          <a:off x="0" y="0"/>
          <a:ext cx="0" cy="0"/>
          <a:chOff x="0" y="0"/>
          <a:chExt cx="0" cy="0"/>
        </a:xfrm>
      </p:grpSpPr>
      <p:pic>
        <p:nvPicPr>
          <p:cNvPr id="1195" name="Picture 1" descr="Picture 1"/>
          <p:cNvPicPr>
            <a:picLocks noChangeAspect="1"/>
          </p:cNvPicPr>
          <p:nvPr/>
        </p:nvPicPr>
        <p:blipFill>
          <a:blip r:embed="rId2"/>
          <a:stretch>
            <a:fillRect/>
          </a:stretch>
        </p:blipFill>
        <p:spPr>
          <a:xfrm>
            <a:off x="-1" y="1"/>
            <a:ext cx="12192002" cy="6858000"/>
          </a:xfrm>
          <a:prstGeom prst="rect">
            <a:avLst/>
          </a:prstGeom>
          <a:ln w="12700">
            <a:miter lim="400000"/>
          </a:ln>
        </p:spPr>
      </p:pic>
      <p:sp>
        <p:nvSpPr>
          <p:cNvPr id="1196" name="Freeform 4"/>
          <p:cNvSpPr/>
          <p:nvPr/>
        </p:nvSpPr>
        <p:spPr>
          <a:xfrm rot="10800000" flipH="1">
            <a:off x="-1" y="-1"/>
            <a:ext cx="12192002" cy="6858000"/>
          </a:xfrm>
          <a:prstGeom prst="rect">
            <a:avLst/>
          </a:prstGeom>
          <a:gradFill>
            <a:gsLst>
              <a:gs pos="0">
                <a:schemeClr val="accent6">
                  <a:alpha val="41227"/>
                </a:schemeClr>
              </a:gs>
              <a:gs pos="28000">
                <a:schemeClr val="accent1">
                  <a:alpha val="36742"/>
                </a:schemeClr>
              </a:gs>
              <a:gs pos="70000">
                <a:schemeClr val="accent2">
                  <a:alpha val="0"/>
                </a:schemeClr>
              </a:gs>
              <a:gs pos="100000">
                <a:schemeClr val="accent1">
                  <a:alpha val="27311"/>
                </a:schemeClr>
              </a:gs>
            </a:gsLst>
            <a:path path="circle">
              <a:fillToRect l="62278" t="119636" r="37721" b="-19636"/>
            </a:path>
          </a:gradFill>
          <a:ln w="12700">
            <a:miter lim="400000"/>
          </a:ln>
        </p:spPr>
        <p:txBody>
          <a:bodyPr lIns="0" tIns="0" rIns="0" bIns="0" anchor="b"/>
          <a:lstStyle/>
          <a:p>
            <a:pPr>
              <a:defRPr sz="4000"/>
            </a:pPr>
            <a:endParaRPr sz="2000"/>
          </a:p>
        </p:txBody>
      </p:sp>
      <p:pic>
        <p:nvPicPr>
          <p:cNvPr id="1197" name="Picture 11" descr="Picture 11"/>
          <p:cNvPicPr>
            <a:picLocks noChangeAspect="1"/>
          </p:cNvPicPr>
          <p:nvPr/>
        </p:nvPicPr>
        <p:blipFill>
          <a:blip r:embed="rId3">
            <a:alphaModFix amt="23000"/>
          </a:blip>
          <a:stretch>
            <a:fillRect/>
          </a:stretch>
        </p:blipFill>
        <p:spPr>
          <a:xfrm rot="10800000">
            <a:off x="11413524" y="4351694"/>
            <a:ext cx="778476" cy="1490699"/>
          </a:xfrm>
          <a:prstGeom prst="rect">
            <a:avLst/>
          </a:prstGeom>
          <a:ln w="12700">
            <a:miter lim="400000"/>
          </a:ln>
        </p:spPr>
      </p:pic>
      <p:pic>
        <p:nvPicPr>
          <p:cNvPr id="1198" name="Picture 13" descr="Picture 13"/>
          <p:cNvPicPr>
            <a:picLocks noChangeAspect="1"/>
          </p:cNvPicPr>
          <p:nvPr/>
        </p:nvPicPr>
        <p:blipFill>
          <a:blip r:embed="rId4">
            <a:alphaModFix amt="42000"/>
          </a:blip>
          <a:stretch>
            <a:fillRect/>
          </a:stretch>
        </p:blipFill>
        <p:spPr>
          <a:xfrm rot="16200000">
            <a:off x="1369302" y="-305684"/>
            <a:ext cx="744273" cy="1355640"/>
          </a:xfrm>
          <a:prstGeom prst="rect">
            <a:avLst/>
          </a:prstGeom>
          <a:ln w="12700">
            <a:miter lim="400000"/>
          </a:ln>
        </p:spPr>
      </p:pic>
      <p:sp>
        <p:nvSpPr>
          <p:cNvPr id="119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0"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sp>
        <p:nvSpPr>
          <p:cNvPr id="1201"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1202" name="Insert section title here"/>
          <p:cNvSpPr txBox="1">
            <a:spLocks noGrp="1"/>
          </p:cNvSpPr>
          <p:nvPr>
            <p:ph type="title" hasCustomPrompt="1"/>
          </p:nvPr>
        </p:nvSpPr>
        <p:spPr>
          <a:xfrm>
            <a:off x="1366838" y="1942323"/>
            <a:ext cx="9483725" cy="802322"/>
          </a:xfrm>
          <a:prstGeom prst="rect">
            <a:avLst/>
          </a:prstGeom>
        </p:spPr>
        <p:txBody>
          <a:bodyPr/>
          <a:lstStyle>
            <a:lvl1pPr algn="ctr">
              <a:defRPr sz="5000" b="1">
                <a:gradFill flip="none" rotWithShape="1">
                  <a:gsLst>
                    <a:gs pos="0">
                      <a:schemeClr val="accent6"/>
                    </a:gs>
                    <a:gs pos="100000">
                      <a:schemeClr val="accent1"/>
                    </a:gs>
                  </a:gsLst>
                  <a:lin ang="10800000" scaled="0"/>
                </a:gradFill>
              </a:defRPr>
            </a:lvl1pPr>
          </a:lstStyle>
          <a:p>
            <a:r>
              <a:t>Insert section title here</a:t>
            </a:r>
          </a:p>
        </p:txBody>
      </p:sp>
      <p:sp>
        <p:nvSpPr>
          <p:cNvPr id="1203" name="Text Placeholder 22"/>
          <p:cNvSpPr>
            <a:spLocks noGrp="1"/>
          </p:cNvSpPr>
          <p:nvPr>
            <p:ph type="body" sz="quarter" idx="22" hasCustomPrompt="1"/>
          </p:nvPr>
        </p:nvSpPr>
        <p:spPr>
          <a:xfrm>
            <a:off x="2325688" y="3036618"/>
            <a:ext cx="7566025" cy="700088"/>
          </a:xfrm>
          <a:prstGeom prst="rect">
            <a:avLst/>
          </a:prstGeom>
          <a:noFill/>
          <a:ln w="12700">
            <a:noFill/>
            <a:miter lim="400000"/>
          </a:ln>
        </p:spPr>
        <p:txBody>
          <a:bodyPr lIns="0" tIns="0" rIns="0" bIns="0" anchor="t"/>
          <a:lstStyle>
            <a:lvl1pPr algn="ctr" defTabSz="457200">
              <a:spcBef>
                <a:spcPts val="900"/>
              </a:spcBef>
              <a:defRPr sz="3250" spc="-100">
                <a:solidFill>
                  <a:srgbClr val="FFFFFF"/>
                </a:solidFill>
              </a:defRPr>
            </a:lvl1pPr>
          </a:lstStyle>
          <a:p>
            <a:r>
              <a:t>Insert section subtitle here</a:t>
            </a:r>
          </a:p>
        </p:txBody>
      </p:sp>
      <p:pic>
        <p:nvPicPr>
          <p:cNvPr id="1204" name="Picture 6" descr="Picture 6"/>
          <p:cNvPicPr>
            <a:picLocks noChangeAspect="1"/>
          </p:cNvPicPr>
          <p:nvPr/>
        </p:nvPicPr>
        <p:blipFill>
          <a:blip r:embed="rId5"/>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314143792"/>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x">
  <p:cSld name="Divider Cover - Light C">
    <p:bg>
      <p:bgPr>
        <a:solidFill>
          <a:srgbClr val="FFFFFF"/>
        </a:solidFill>
        <a:effectLst/>
      </p:bgPr>
    </p:bg>
    <p:spTree>
      <p:nvGrpSpPr>
        <p:cNvPr id="1" name=""/>
        <p:cNvGrpSpPr/>
        <p:nvPr/>
      </p:nvGrpSpPr>
      <p:grpSpPr>
        <a:xfrm>
          <a:off x="0" y="0"/>
          <a:ext cx="0" cy="0"/>
          <a:chOff x="0" y="0"/>
          <a:chExt cx="0" cy="0"/>
        </a:xfrm>
      </p:grpSpPr>
      <p:pic>
        <p:nvPicPr>
          <p:cNvPr id="121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212" name="Picture 3" descr="Picture 3"/>
          <p:cNvPicPr>
            <a:picLocks noChangeAspect="1"/>
          </p:cNvPicPr>
          <p:nvPr/>
        </p:nvPicPr>
        <p:blipFill>
          <a:blip r:embed="rId3">
            <a:alphaModFix amt="20000"/>
          </a:blip>
          <a:stretch>
            <a:fillRect/>
          </a:stretch>
        </p:blipFill>
        <p:spPr>
          <a:xfrm>
            <a:off x="0" y="-1151"/>
            <a:ext cx="10850451" cy="6859151"/>
          </a:xfrm>
          <a:prstGeom prst="rect">
            <a:avLst/>
          </a:prstGeom>
          <a:ln w="12700">
            <a:miter lim="400000"/>
          </a:ln>
        </p:spPr>
      </p:pic>
      <p:pic>
        <p:nvPicPr>
          <p:cNvPr id="1213"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sp>
        <p:nvSpPr>
          <p:cNvPr id="1214" name="Insert section title here"/>
          <p:cNvSpPr txBox="1">
            <a:spLocks noGrp="1"/>
          </p:cNvSpPr>
          <p:nvPr>
            <p:ph type="title" hasCustomPrompt="1"/>
          </p:nvPr>
        </p:nvSpPr>
        <p:spPr>
          <a:xfrm>
            <a:off x="1365250" y="2713381"/>
            <a:ext cx="9485313" cy="967463"/>
          </a:xfrm>
          <a:prstGeom prst="rect">
            <a:avLst/>
          </a:prstGeom>
        </p:spPr>
        <p:txBody>
          <a:bodyPr/>
          <a:lstStyle>
            <a:lvl1pPr algn="ct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215"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216"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pic>
        <p:nvPicPr>
          <p:cNvPr id="1217" name="Picture 7" descr="Picture 7"/>
          <p:cNvPicPr>
            <a:picLocks noChangeAspect="1"/>
          </p:cNvPicPr>
          <p:nvPr/>
        </p:nvPicPr>
        <p:blipFill>
          <a:blip r:embed="rId5"/>
          <a:srcRect/>
          <a:stretch>
            <a:fillRect/>
          </a:stretch>
        </p:blipFill>
        <p:spPr>
          <a:xfrm>
            <a:off x="10848018" y="841975"/>
            <a:ext cx="501295" cy="495726"/>
          </a:xfrm>
          <a:prstGeom prst="rect">
            <a:avLst/>
          </a:prstGeom>
          <a:ln w="12700">
            <a:miter lim="400000"/>
          </a:ln>
        </p:spPr>
      </p:pic>
      <p:sp>
        <p:nvSpPr>
          <p:cNvPr id="1218"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219" name="Text Placeholder 22"/>
          <p:cNvSpPr>
            <a:spLocks noGrp="1"/>
          </p:cNvSpPr>
          <p:nvPr>
            <p:ph type="body" sz="quarter" idx="22" hasCustomPrompt="1"/>
          </p:nvPr>
        </p:nvSpPr>
        <p:spPr>
          <a:xfrm>
            <a:off x="2325688" y="3886259"/>
            <a:ext cx="7566026" cy="700088"/>
          </a:xfrm>
          <a:prstGeom prst="rect">
            <a:avLst/>
          </a:prstGeom>
          <a:noFill/>
          <a:ln w="12700">
            <a:noFill/>
            <a:miter lim="400000"/>
          </a:ln>
        </p:spPr>
        <p:txBody>
          <a:bodyPr lIns="0" tIns="0" rIns="0" bIns="0" anchor="t"/>
          <a:lstStyle>
            <a:lvl1pPr algn="ctr" defTabSz="457200">
              <a:spcBef>
                <a:spcPts val="900"/>
              </a:spcBef>
              <a:defRPr sz="3250" spc="-100">
                <a:solidFill>
                  <a:srgbClr val="000000"/>
                </a:solidFill>
              </a:defRPr>
            </a:lvl1pPr>
          </a:lstStyle>
          <a:p>
            <a:r>
              <a:t>Insert section subtitle here</a:t>
            </a:r>
          </a:p>
        </p:txBody>
      </p:sp>
    </p:spTree>
    <p:extLst>
      <p:ext uri="{BB962C8B-B14F-4D97-AF65-F5344CB8AC3E}">
        <p14:creationId xmlns:p14="http://schemas.microsoft.com/office/powerpoint/2010/main" val="1657990691"/>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
  <p:cSld name="Divider Cover - Dark C">
    <p:spTree>
      <p:nvGrpSpPr>
        <p:cNvPr id="1" name=""/>
        <p:cNvGrpSpPr/>
        <p:nvPr/>
      </p:nvGrpSpPr>
      <p:grpSpPr>
        <a:xfrm>
          <a:off x="0" y="0"/>
          <a:ext cx="0" cy="0"/>
          <a:chOff x="0" y="0"/>
          <a:chExt cx="0" cy="0"/>
        </a:xfrm>
      </p:grpSpPr>
      <p:sp>
        <p:nvSpPr>
          <p:cNvPr id="1226" name="Freeform 4"/>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1227" name="Picture 6" descr="Picture 6"/>
          <p:cNvPicPr>
            <a:picLocks noChangeAspect="1"/>
          </p:cNvPicPr>
          <p:nvPr/>
        </p:nvPicPr>
        <p:blipFill>
          <a:blip r:embed="rId2">
            <a:alphaModFix amt="23000"/>
          </a:blip>
          <a:stretch>
            <a:fillRect/>
          </a:stretch>
        </p:blipFill>
        <p:spPr>
          <a:xfrm>
            <a:off x="0" y="0"/>
            <a:ext cx="10850451" cy="6859151"/>
          </a:xfrm>
          <a:prstGeom prst="rect">
            <a:avLst/>
          </a:prstGeom>
          <a:ln w="12700">
            <a:miter lim="400000"/>
          </a:ln>
        </p:spPr>
      </p:pic>
      <p:pic>
        <p:nvPicPr>
          <p:cNvPr id="1228" name="Picture 38" descr="Picture 38"/>
          <p:cNvPicPr>
            <a:picLocks noChangeAspect="1"/>
          </p:cNvPicPr>
          <p:nvPr/>
        </p:nvPicPr>
        <p:blipFill>
          <a:blip r:embed="rId3">
            <a:alphaModFix amt="40000"/>
          </a:blip>
          <a:stretch>
            <a:fillRect/>
          </a:stretch>
        </p:blipFill>
        <p:spPr>
          <a:xfrm>
            <a:off x="-1" y="4728193"/>
            <a:ext cx="630001" cy="1206385"/>
          </a:xfrm>
          <a:prstGeom prst="rect">
            <a:avLst/>
          </a:prstGeom>
          <a:ln w="12700">
            <a:miter lim="400000"/>
          </a:ln>
        </p:spPr>
      </p:pic>
      <p:sp>
        <p:nvSpPr>
          <p:cNvPr id="1229" name="Insert section title here"/>
          <p:cNvSpPr txBox="1">
            <a:spLocks noGrp="1"/>
          </p:cNvSpPr>
          <p:nvPr>
            <p:ph type="title" hasCustomPrompt="1"/>
          </p:nvPr>
        </p:nvSpPr>
        <p:spPr>
          <a:xfrm>
            <a:off x="1365250" y="2712587"/>
            <a:ext cx="9485313" cy="967463"/>
          </a:xfrm>
          <a:prstGeom prst="rect">
            <a:avLst/>
          </a:prstGeom>
        </p:spPr>
        <p:txBody>
          <a:bodyPr/>
          <a:lstStyle>
            <a:lvl1pPr algn="ct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230"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231"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pic>
        <p:nvPicPr>
          <p:cNvPr id="1232" name="Picture 7" descr="Picture 7"/>
          <p:cNvPicPr>
            <a:picLocks noChangeAspect="1"/>
          </p:cNvPicPr>
          <p:nvPr/>
        </p:nvPicPr>
        <p:blipFill>
          <a:blip r:embed="rId4"/>
          <a:srcRect/>
          <a:stretch>
            <a:fillRect/>
          </a:stretch>
        </p:blipFill>
        <p:spPr>
          <a:xfrm>
            <a:off x="10848018" y="841975"/>
            <a:ext cx="501295" cy="495726"/>
          </a:xfrm>
          <a:prstGeom prst="rect">
            <a:avLst/>
          </a:prstGeom>
          <a:ln w="12700">
            <a:miter lim="400000"/>
          </a:ln>
        </p:spPr>
      </p:pic>
      <p:sp>
        <p:nvSpPr>
          <p:cNvPr id="1233"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1234" name="Text Placeholder 22"/>
          <p:cNvSpPr>
            <a:spLocks noGrp="1"/>
          </p:cNvSpPr>
          <p:nvPr>
            <p:ph type="body" sz="quarter" idx="22" hasCustomPrompt="1"/>
          </p:nvPr>
        </p:nvSpPr>
        <p:spPr>
          <a:xfrm>
            <a:off x="2325688" y="3887052"/>
            <a:ext cx="7566026" cy="700088"/>
          </a:xfrm>
          <a:prstGeom prst="rect">
            <a:avLst/>
          </a:prstGeom>
          <a:noFill/>
          <a:ln w="12700">
            <a:noFill/>
            <a:miter lim="400000"/>
          </a:ln>
        </p:spPr>
        <p:txBody>
          <a:bodyPr lIns="0" tIns="0" rIns="0" bIns="0" anchor="t"/>
          <a:lstStyle>
            <a:lvl1pPr algn="ctr" defTabSz="457200">
              <a:spcBef>
                <a:spcPts val="900"/>
              </a:spcBef>
              <a:defRPr sz="3250" spc="-100">
                <a:solidFill>
                  <a:srgbClr val="FFFFFF"/>
                </a:solidFill>
              </a:defRPr>
            </a:lvl1pPr>
          </a:lstStyle>
          <a:p>
            <a:r>
              <a:t>Insert section subtitle here</a:t>
            </a:r>
          </a:p>
        </p:txBody>
      </p:sp>
      <p:pic>
        <p:nvPicPr>
          <p:cNvPr id="1235" name="Picture 9" descr="Picture 9"/>
          <p:cNvPicPr>
            <a:picLocks noChangeAspect="1"/>
          </p:cNvPicPr>
          <p:nvPr/>
        </p:nvPicPr>
        <p:blipFill>
          <a:blip r:embed="rId5"/>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4265089445"/>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x">
  <p:cSld name="iPhone Mockup and big title - Light A">
    <p:bg>
      <p:bgPr>
        <a:solidFill>
          <a:srgbClr val="FFFFFF"/>
        </a:solidFill>
        <a:effectLst/>
      </p:bgPr>
    </p:bg>
    <p:spTree>
      <p:nvGrpSpPr>
        <p:cNvPr id="1" name=""/>
        <p:cNvGrpSpPr/>
        <p:nvPr/>
      </p:nvGrpSpPr>
      <p:grpSpPr>
        <a:xfrm>
          <a:off x="0" y="0"/>
          <a:ext cx="0" cy="0"/>
          <a:chOff x="0" y="0"/>
          <a:chExt cx="0" cy="0"/>
        </a:xfrm>
      </p:grpSpPr>
      <p:pic>
        <p:nvPicPr>
          <p:cNvPr id="124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243" name="Picture 3" descr="Picture 3"/>
          <p:cNvPicPr>
            <a:picLocks noChangeAspect="1"/>
          </p:cNvPicPr>
          <p:nvPr/>
        </p:nvPicPr>
        <p:blipFill>
          <a:blip r:embed="rId3">
            <a:alphaModFix amt="20000"/>
          </a:blip>
          <a:stretch>
            <a:fillRect/>
          </a:stretch>
        </p:blipFill>
        <p:spPr>
          <a:xfrm>
            <a:off x="0" y="-1151"/>
            <a:ext cx="10850451" cy="6859151"/>
          </a:xfrm>
          <a:prstGeom prst="rect">
            <a:avLst/>
          </a:prstGeom>
          <a:ln w="12700">
            <a:miter lim="400000"/>
          </a:ln>
        </p:spPr>
      </p:pic>
      <p:pic>
        <p:nvPicPr>
          <p:cNvPr id="1244"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pic>
        <p:nvPicPr>
          <p:cNvPr id="1245" name="Picture 2" descr="Picture 2"/>
          <p:cNvPicPr>
            <a:picLocks noChangeAspect="1"/>
          </p:cNvPicPr>
          <p:nvPr/>
        </p:nvPicPr>
        <p:blipFill>
          <a:blip r:embed="rId5"/>
          <a:srcRect/>
          <a:stretch>
            <a:fillRect/>
          </a:stretch>
        </p:blipFill>
        <p:spPr>
          <a:xfrm>
            <a:off x="1107719" y="668319"/>
            <a:ext cx="3216339" cy="6189682"/>
          </a:xfrm>
          <a:prstGeom prst="rect">
            <a:avLst/>
          </a:prstGeom>
          <a:ln w="12700">
            <a:miter lim="400000"/>
          </a:ln>
        </p:spPr>
      </p:pic>
      <p:sp>
        <p:nvSpPr>
          <p:cNvPr id="1246"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247"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248" name="Picture Placeholder 16"/>
          <p:cNvSpPr>
            <a:spLocks noGrp="1"/>
          </p:cNvSpPr>
          <p:nvPr>
            <p:ph type="pic" sz="quarter" idx="21"/>
          </p:nvPr>
        </p:nvSpPr>
        <p:spPr>
          <a:xfrm>
            <a:off x="1721639" y="772732"/>
            <a:ext cx="1910961" cy="4153825"/>
          </a:xfrm>
          <a:prstGeom prst="rect">
            <a:avLst/>
          </a:prstGeom>
          <a:noFill/>
          <a:ln w="12700">
            <a:noFill/>
            <a:miter lim="400000"/>
          </a:ln>
        </p:spPr>
        <p:txBody>
          <a:bodyPr lIns="91439" tIns="45719" rIns="91439" bIns="45719" anchor="t">
            <a:noAutofit/>
          </a:bodyPr>
          <a:lstStyle/>
          <a:p>
            <a:endParaRPr/>
          </a:p>
        </p:txBody>
      </p:sp>
      <p:pic>
        <p:nvPicPr>
          <p:cNvPr id="1249" name="Picture 7" descr="Picture 7"/>
          <p:cNvPicPr>
            <a:picLocks noChangeAspect="1"/>
          </p:cNvPicPr>
          <p:nvPr/>
        </p:nvPicPr>
        <p:blipFill>
          <a:blip r:embed="rId6"/>
          <a:srcRect/>
          <a:stretch>
            <a:fillRect/>
          </a:stretch>
        </p:blipFill>
        <p:spPr>
          <a:xfrm>
            <a:off x="5043201" y="841975"/>
            <a:ext cx="501295" cy="495726"/>
          </a:xfrm>
          <a:prstGeom prst="rect">
            <a:avLst/>
          </a:prstGeom>
          <a:ln w="12700">
            <a:miter lim="400000"/>
          </a:ln>
        </p:spPr>
      </p:pic>
      <p:sp>
        <p:nvSpPr>
          <p:cNvPr id="1250"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251" name="Insert section title here"/>
          <p:cNvSpPr txBox="1">
            <a:spLocks noGrp="1"/>
          </p:cNvSpPr>
          <p:nvPr>
            <p:ph type="title" hasCustomPrompt="1"/>
          </p:nvPr>
        </p:nvSpPr>
        <p:spPr>
          <a:xfrm>
            <a:off x="5125593" y="1759159"/>
            <a:ext cx="5724970" cy="2138289"/>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252" name="Text Placeholder 20"/>
          <p:cNvSpPr>
            <a:spLocks noGrp="1"/>
          </p:cNvSpPr>
          <p:nvPr>
            <p:ph type="body" sz="quarter" idx="23" hasCustomPrompt="1"/>
          </p:nvPr>
        </p:nvSpPr>
        <p:spPr>
          <a:xfrm>
            <a:off x="5172530" y="3885553"/>
            <a:ext cx="5678034" cy="726282"/>
          </a:xfrm>
          <a:prstGeom prst="rect">
            <a:avLst/>
          </a:prstGeom>
          <a:noFill/>
          <a:ln w="12700">
            <a:noFill/>
            <a:miter lim="400000"/>
          </a:ln>
        </p:spPr>
        <p:txBody>
          <a:bodyPr lIns="0" tIns="0" rIns="0" bIns="0" anchor="t"/>
          <a:lstStyle>
            <a:lvl1pPr defTabSz="457200">
              <a:spcBef>
                <a:spcPts val="900"/>
              </a:spcBef>
              <a:defRPr sz="3250" spc="-100">
                <a:solidFill>
                  <a:srgbClr val="000000"/>
                </a:solidFill>
              </a:defRPr>
            </a:lvl1pPr>
          </a:lstStyle>
          <a:p>
            <a:r>
              <a:t>Insert section subtitle here</a:t>
            </a:r>
          </a:p>
        </p:txBody>
      </p:sp>
    </p:spTree>
    <p:extLst>
      <p:ext uri="{BB962C8B-B14F-4D97-AF65-F5344CB8AC3E}">
        <p14:creationId xmlns:p14="http://schemas.microsoft.com/office/powerpoint/2010/main" val="216957740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x">
  <p:cSld name="iPhone Mockup and big title - Dark A">
    <p:spTree>
      <p:nvGrpSpPr>
        <p:cNvPr id="1" name=""/>
        <p:cNvGrpSpPr/>
        <p:nvPr/>
      </p:nvGrpSpPr>
      <p:grpSpPr>
        <a:xfrm>
          <a:off x="0" y="0"/>
          <a:ext cx="0" cy="0"/>
          <a:chOff x="0" y="0"/>
          <a:chExt cx="0" cy="0"/>
        </a:xfrm>
      </p:grpSpPr>
      <p:sp>
        <p:nvSpPr>
          <p:cNvPr id="1259" name="Freeform 1"/>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1260" name="Picture 2" descr="Picture 2"/>
          <p:cNvPicPr>
            <a:picLocks noChangeAspect="1"/>
          </p:cNvPicPr>
          <p:nvPr/>
        </p:nvPicPr>
        <p:blipFill>
          <a:blip r:embed="rId2">
            <a:alphaModFix amt="23000"/>
          </a:blip>
          <a:stretch>
            <a:fillRect/>
          </a:stretch>
        </p:blipFill>
        <p:spPr>
          <a:xfrm>
            <a:off x="0" y="0"/>
            <a:ext cx="10850451" cy="6859151"/>
          </a:xfrm>
          <a:prstGeom prst="rect">
            <a:avLst/>
          </a:prstGeom>
          <a:ln w="12700">
            <a:miter lim="400000"/>
          </a:ln>
        </p:spPr>
      </p:pic>
      <p:pic>
        <p:nvPicPr>
          <p:cNvPr id="1261" name="Picture 13" descr="Picture 13"/>
          <p:cNvPicPr>
            <a:picLocks noChangeAspect="1"/>
          </p:cNvPicPr>
          <p:nvPr/>
        </p:nvPicPr>
        <p:blipFill>
          <a:blip r:embed="rId3"/>
          <a:srcRect/>
          <a:stretch>
            <a:fillRect/>
          </a:stretch>
        </p:blipFill>
        <p:spPr>
          <a:xfrm>
            <a:off x="1107719" y="668319"/>
            <a:ext cx="3216339" cy="6189682"/>
          </a:xfrm>
          <a:prstGeom prst="rect">
            <a:avLst/>
          </a:prstGeom>
          <a:ln w="12700">
            <a:miter lim="400000"/>
          </a:ln>
          <a:effectLst>
            <a:outerShdw blurRad="1016000" rotWithShape="0">
              <a:schemeClr val="accent1">
                <a:alpha val="10000"/>
              </a:schemeClr>
            </a:outerShdw>
          </a:effectLst>
        </p:spPr>
      </p:pic>
      <p:pic>
        <p:nvPicPr>
          <p:cNvPr id="1262"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sp>
        <p:nvSpPr>
          <p:cNvPr id="1263"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264"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sp>
        <p:nvSpPr>
          <p:cNvPr id="1265" name="Picture Placeholder 16"/>
          <p:cNvSpPr>
            <a:spLocks noGrp="1"/>
          </p:cNvSpPr>
          <p:nvPr>
            <p:ph type="pic" sz="quarter" idx="21"/>
          </p:nvPr>
        </p:nvSpPr>
        <p:spPr>
          <a:xfrm>
            <a:off x="1721639" y="772732"/>
            <a:ext cx="1910961" cy="4153825"/>
          </a:xfrm>
          <a:prstGeom prst="rect">
            <a:avLst/>
          </a:prstGeom>
          <a:noFill/>
          <a:ln w="12700">
            <a:noFill/>
            <a:miter lim="400000"/>
          </a:ln>
        </p:spPr>
        <p:txBody>
          <a:bodyPr lIns="91439" tIns="45719" rIns="91439" bIns="45719" anchor="t">
            <a:noAutofit/>
          </a:bodyPr>
          <a:lstStyle/>
          <a:p>
            <a:endParaRPr/>
          </a:p>
        </p:txBody>
      </p:sp>
      <p:pic>
        <p:nvPicPr>
          <p:cNvPr id="1266" name="Picture 7" descr="Picture 7"/>
          <p:cNvPicPr>
            <a:picLocks noChangeAspect="1"/>
          </p:cNvPicPr>
          <p:nvPr/>
        </p:nvPicPr>
        <p:blipFill>
          <a:blip r:embed="rId5"/>
          <a:srcRect/>
          <a:stretch>
            <a:fillRect/>
          </a:stretch>
        </p:blipFill>
        <p:spPr>
          <a:xfrm>
            <a:off x="5043201" y="841975"/>
            <a:ext cx="501295" cy="495726"/>
          </a:xfrm>
          <a:prstGeom prst="rect">
            <a:avLst/>
          </a:prstGeom>
          <a:ln w="12700">
            <a:miter lim="400000"/>
          </a:ln>
        </p:spPr>
      </p:pic>
      <p:sp>
        <p:nvSpPr>
          <p:cNvPr id="1267"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1268" name="Insert section title here"/>
          <p:cNvSpPr txBox="1">
            <a:spLocks noGrp="1"/>
          </p:cNvSpPr>
          <p:nvPr>
            <p:ph type="title" hasCustomPrompt="1"/>
          </p:nvPr>
        </p:nvSpPr>
        <p:spPr>
          <a:xfrm>
            <a:off x="5125593" y="1760735"/>
            <a:ext cx="5724970" cy="2138289"/>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269" name="Text Placeholder 20"/>
          <p:cNvSpPr>
            <a:spLocks noGrp="1"/>
          </p:cNvSpPr>
          <p:nvPr>
            <p:ph type="body" sz="quarter" idx="23" hasCustomPrompt="1"/>
          </p:nvPr>
        </p:nvSpPr>
        <p:spPr>
          <a:xfrm>
            <a:off x="5172530" y="3885541"/>
            <a:ext cx="5678034" cy="726282"/>
          </a:xfrm>
          <a:prstGeom prst="rect">
            <a:avLst/>
          </a:prstGeom>
          <a:noFill/>
          <a:ln w="12700">
            <a:noFill/>
            <a:miter lim="400000"/>
          </a:ln>
        </p:spPr>
        <p:txBody>
          <a:bodyPr lIns="0" tIns="0" rIns="0" bIns="0" anchor="t"/>
          <a:lstStyle>
            <a:lvl1pPr defTabSz="457200">
              <a:spcBef>
                <a:spcPts val="900"/>
              </a:spcBef>
              <a:defRPr sz="3250" spc="-100">
                <a:solidFill>
                  <a:srgbClr val="FFFFFF"/>
                </a:solidFill>
              </a:defRPr>
            </a:lvl1pPr>
          </a:lstStyle>
          <a:p>
            <a:r>
              <a:t>Insert section subtitle here</a:t>
            </a:r>
          </a:p>
        </p:txBody>
      </p:sp>
      <p:pic>
        <p:nvPicPr>
          <p:cNvPr id="1270" name="Picture 9" descr="Picture 9"/>
          <p:cNvPicPr>
            <a:picLocks noChangeAspect="1"/>
          </p:cNvPicPr>
          <p:nvPr/>
        </p:nvPicPr>
        <p:blipFill>
          <a:blip r:embed="rId6"/>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4104123936"/>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x">
  <p:cSld name="Tablet Vertical Mockup and big title - Light">
    <p:bg>
      <p:bgPr>
        <a:solidFill>
          <a:srgbClr val="FFFFFF"/>
        </a:solidFill>
        <a:effectLst/>
      </p:bgPr>
    </p:bg>
    <p:spTree>
      <p:nvGrpSpPr>
        <p:cNvPr id="1" name=""/>
        <p:cNvGrpSpPr/>
        <p:nvPr/>
      </p:nvGrpSpPr>
      <p:grpSpPr>
        <a:xfrm>
          <a:off x="0" y="0"/>
          <a:ext cx="0" cy="0"/>
          <a:chOff x="0" y="0"/>
          <a:chExt cx="0" cy="0"/>
        </a:xfrm>
      </p:grpSpPr>
      <p:pic>
        <p:nvPicPr>
          <p:cNvPr id="1277"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278" name="Picture 3" descr="Picture 3"/>
          <p:cNvPicPr>
            <a:picLocks noChangeAspect="1"/>
          </p:cNvPicPr>
          <p:nvPr/>
        </p:nvPicPr>
        <p:blipFill>
          <a:blip r:embed="rId3">
            <a:alphaModFix amt="20000"/>
          </a:blip>
          <a:stretch>
            <a:fillRect/>
          </a:stretch>
        </p:blipFill>
        <p:spPr>
          <a:xfrm>
            <a:off x="0" y="0"/>
            <a:ext cx="10850451" cy="6859151"/>
          </a:xfrm>
          <a:prstGeom prst="rect">
            <a:avLst/>
          </a:prstGeom>
          <a:ln w="12700">
            <a:miter lim="400000"/>
          </a:ln>
        </p:spPr>
      </p:pic>
      <p:pic>
        <p:nvPicPr>
          <p:cNvPr id="1279"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pic>
        <p:nvPicPr>
          <p:cNvPr id="1280" name="Picture 2" descr="Picture 2"/>
          <p:cNvPicPr>
            <a:picLocks noChangeAspect="1"/>
          </p:cNvPicPr>
          <p:nvPr/>
        </p:nvPicPr>
        <p:blipFill>
          <a:blip r:embed="rId5"/>
          <a:srcRect b="1072"/>
          <a:stretch>
            <a:fillRect/>
          </a:stretch>
        </p:blipFill>
        <p:spPr>
          <a:xfrm>
            <a:off x="1155111" y="435577"/>
            <a:ext cx="4878566" cy="6422423"/>
          </a:xfrm>
          <a:prstGeom prst="rect">
            <a:avLst/>
          </a:prstGeom>
          <a:ln w="12700">
            <a:miter lim="400000"/>
          </a:ln>
        </p:spPr>
      </p:pic>
      <p:sp>
        <p:nvSpPr>
          <p:cNvPr id="1281"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282"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283" name="Picture Placeholder 16"/>
          <p:cNvSpPr>
            <a:spLocks noGrp="1"/>
          </p:cNvSpPr>
          <p:nvPr>
            <p:ph type="pic" sz="half" idx="21"/>
          </p:nvPr>
        </p:nvSpPr>
        <p:spPr>
          <a:xfrm>
            <a:off x="1241052" y="527582"/>
            <a:ext cx="3615297" cy="5233385"/>
          </a:xfrm>
          <a:prstGeom prst="rect">
            <a:avLst/>
          </a:prstGeom>
          <a:noFill/>
          <a:ln w="12700">
            <a:noFill/>
            <a:miter lim="400000"/>
          </a:ln>
        </p:spPr>
        <p:txBody>
          <a:bodyPr lIns="91439" tIns="45719" rIns="91439" bIns="45719" anchor="t">
            <a:noAutofit/>
          </a:bodyPr>
          <a:lstStyle/>
          <a:p>
            <a:endParaRPr/>
          </a:p>
        </p:txBody>
      </p:sp>
      <p:pic>
        <p:nvPicPr>
          <p:cNvPr id="1284" name="Picture 7" descr="Picture 7"/>
          <p:cNvPicPr>
            <a:picLocks noChangeAspect="1"/>
          </p:cNvPicPr>
          <p:nvPr/>
        </p:nvPicPr>
        <p:blipFill>
          <a:blip r:embed="rId6"/>
          <a:srcRect/>
          <a:stretch>
            <a:fillRect/>
          </a:stretch>
        </p:blipFill>
        <p:spPr>
          <a:xfrm>
            <a:off x="5043201" y="841975"/>
            <a:ext cx="501295" cy="495726"/>
          </a:xfrm>
          <a:prstGeom prst="rect">
            <a:avLst/>
          </a:prstGeom>
          <a:ln w="12700">
            <a:miter lim="400000"/>
          </a:ln>
        </p:spPr>
      </p:pic>
      <p:sp>
        <p:nvSpPr>
          <p:cNvPr id="1285"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286" name="Insert section title here"/>
          <p:cNvSpPr txBox="1">
            <a:spLocks noGrp="1"/>
          </p:cNvSpPr>
          <p:nvPr>
            <p:ph type="title" hasCustomPrompt="1"/>
          </p:nvPr>
        </p:nvSpPr>
        <p:spPr>
          <a:xfrm>
            <a:off x="6074304" y="1760735"/>
            <a:ext cx="5724970" cy="2138289"/>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287" name="Text Placeholder 20"/>
          <p:cNvSpPr>
            <a:spLocks noGrp="1"/>
          </p:cNvSpPr>
          <p:nvPr>
            <p:ph type="body" sz="quarter" idx="23" hasCustomPrompt="1"/>
          </p:nvPr>
        </p:nvSpPr>
        <p:spPr>
          <a:xfrm>
            <a:off x="6121241" y="3887129"/>
            <a:ext cx="5678034" cy="726282"/>
          </a:xfrm>
          <a:prstGeom prst="rect">
            <a:avLst/>
          </a:prstGeom>
          <a:noFill/>
          <a:ln w="12700">
            <a:noFill/>
            <a:miter lim="400000"/>
          </a:ln>
        </p:spPr>
        <p:txBody>
          <a:bodyPr lIns="0" tIns="0" rIns="0" bIns="0" anchor="t"/>
          <a:lstStyle>
            <a:lvl1pPr defTabSz="457200">
              <a:spcBef>
                <a:spcPts val="900"/>
              </a:spcBef>
              <a:defRPr sz="3250" spc="-100">
                <a:solidFill>
                  <a:srgbClr val="000000"/>
                </a:solidFill>
              </a:defRPr>
            </a:lvl1pPr>
          </a:lstStyle>
          <a:p>
            <a:r>
              <a:t>Insert section subtitle here</a:t>
            </a:r>
          </a:p>
        </p:txBody>
      </p:sp>
    </p:spTree>
    <p:extLst>
      <p:ext uri="{BB962C8B-B14F-4D97-AF65-F5344CB8AC3E}">
        <p14:creationId xmlns:p14="http://schemas.microsoft.com/office/powerpoint/2010/main" val="1501884238"/>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x">
  <p:cSld name="Tablet Vertical Mockup and big title - Dark">
    <p:spTree>
      <p:nvGrpSpPr>
        <p:cNvPr id="1" name=""/>
        <p:cNvGrpSpPr/>
        <p:nvPr/>
      </p:nvGrpSpPr>
      <p:grpSpPr>
        <a:xfrm>
          <a:off x="0" y="0"/>
          <a:ext cx="0" cy="0"/>
          <a:chOff x="0" y="0"/>
          <a:chExt cx="0" cy="0"/>
        </a:xfrm>
      </p:grpSpPr>
      <p:sp>
        <p:nvSpPr>
          <p:cNvPr id="1294" name="Freeform 1"/>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1295" name="Picture 3" descr="Picture 3"/>
          <p:cNvPicPr>
            <a:picLocks noChangeAspect="1"/>
          </p:cNvPicPr>
          <p:nvPr/>
        </p:nvPicPr>
        <p:blipFill>
          <a:blip r:embed="rId2">
            <a:alphaModFix amt="20000"/>
          </a:blip>
          <a:stretch>
            <a:fillRect/>
          </a:stretch>
        </p:blipFill>
        <p:spPr>
          <a:xfrm>
            <a:off x="0" y="0"/>
            <a:ext cx="10850451" cy="6859151"/>
          </a:xfrm>
          <a:prstGeom prst="rect">
            <a:avLst/>
          </a:prstGeom>
          <a:ln w="12700">
            <a:miter lim="400000"/>
          </a:ln>
        </p:spPr>
      </p:pic>
      <p:pic>
        <p:nvPicPr>
          <p:cNvPr id="1296" name="Picture 38" descr="Picture 38"/>
          <p:cNvPicPr>
            <a:picLocks noChangeAspect="1"/>
          </p:cNvPicPr>
          <p:nvPr/>
        </p:nvPicPr>
        <p:blipFill>
          <a:blip r:embed="rId3">
            <a:alphaModFix amt="40000"/>
          </a:blip>
          <a:stretch>
            <a:fillRect/>
          </a:stretch>
        </p:blipFill>
        <p:spPr>
          <a:xfrm>
            <a:off x="-1" y="4728193"/>
            <a:ext cx="630001" cy="1206385"/>
          </a:xfrm>
          <a:prstGeom prst="rect">
            <a:avLst/>
          </a:prstGeom>
          <a:ln w="12700">
            <a:miter lim="400000"/>
          </a:ln>
        </p:spPr>
      </p:pic>
      <p:pic>
        <p:nvPicPr>
          <p:cNvPr id="1297" name="Picture 2" descr="Picture 2"/>
          <p:cNvPicPr>
            <a:picLocks noChangeAspect="1"/>
          </p:cNvPicPr>
          <p:nvPr/>
        </p:nvPicPr>
        <p:blipFill>
          <a:blip r:embed="rId4"/>
          <a:srcRect b="1072"/>
          <a:stretch>
            <a:fillRect/>
          </a:stretch>
        </p:blipFill>
        <p:spPr>
          <a:xfrm>
            <a:off x="1155111" y="435577"/>
            <a:ext cx="4878566" cy="6422423"/>
          </a:xfrm>
          <a:prstGeom prst="rect">
            <a:avLst/>
          </a:prstGeom>
          <a:ln w="12700">
            <a:miter lim="400000"/>
          </a:ln>
          <a:effectLst>
            <a:outerShdw blurRad="1016000" rotWithShape="0">
              <a:schemeClr val="accent1">
                <a:alpha val="10000"/>
              </a:schemeClr>
            </a:outerShdw>
          </a:effectLst>
        </p:spPr>
      </p:pic>
      <p:sp>
        <p:nvSpPr>
          <p:cNvPr id="1298"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299"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sp>
        <p:nvSpPr>
          <p:cNvPr id="1300" name="Picture Placeholder 16"/>
          <p:cNvSpPr>
            <a:spLocks noGrp="1"/>
          </p:cNvSpPr>
          <p:nvPr>
            <p:ph type="pic" sz="half" idx="21"/>
          </p:nvPr>
        </p:nvSpPr>
        <p:spPr>
          <a:xfrm>
            <a:off x="1241052" y="527582"/>
            <a:ext cx="3615297" cy="5233385"/>
          </a:xfrm>
          <a:prstGeom prst="rect">
            <a:avLst/>
          </a:prstGeom>
          <a:noFill/>
          <a:ln w="12700">
            <a:noFill/>
            <a:miter lim="400000"/>
          </a:ln>
        </p:spPr>
        <p:txBody>
          <a:bodyPr lIns="91439" tIns="45719" rIns="91439" bIns="45719" anchor="t">
            <a:noAutofit/>
          </a:bodyPr>
          <a:lstStyle/>
          <a:p>
            <a:endParaRPr/>
          </a:p>
        </p:txBody>
      </p:sp>
      <p:pic>
        <p:nvPicPr>
          <p:cNvPr id="1301" name="Picture 7" descr="Picture 7"/>
          <p:cNvPicPr>
            <a:picLocks noChangeAspect="1"/>
          </p:cNvPicPr>
          <p:nvPr/>
        </p:nvPicPr>
        <p:blipFill>
          <a:blip r:embed="rId5"/>
          <a:srcRect/>
          <a:stretch>
            <a:fillRect/>
          </a:stretch>
        </p:blipFill>
        <p:spPr>
          <a:xfrm>
            <a:off x="5043201" y="841975"/>
            <a:ext cx="501295" cy="495726"/>
          </a:xfrm>
          <a:prstGeom prst="rect">
            <a:avLst/>
          </a:prstGeom>
          <a:ln w="12700">
            <a:miter lim="400000"/>
          </a:ln>
        </p:spPr>
      </p:pic>
      <p:sp>
        <p:nvSpPr>
          <p:cNvPr id="1302"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1303" name="Insert section title here"/>
          <p:cNvSpPr txBox="1">
            <a:spLocks noGrp="1"/>
          </p:cNvSpPr>
          <p:nvPr>
            <p:ph type="title" hasCustomPrompt="1"/>
          </p:nvPr>
        </p:nvSpPr>
        <p:spPr>
          <a:xfrm>
            <a:off x="6074304" y="1760735"/>
            <a:ext cx="5724970" cy="2138289"/>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304" name="Text Placeholder 20"/>
          <p:cNvSpPr>
            <a:spLocks noGrp="1"/>
          </p:cNvSpPr>
          <p:nvPr>
            <p:ph type="body" sz="quarter" idx="23" hasCustomPrompt="1"/>
          </p:nvPr>
        </p:nvSpPr>
        <p:spPr>
          <a:xfrm>
            <a:off x="6121241" y="3887129"/>
            <a:ext cx="5678034" cy="726282"/>
          </a:xfrm>
          <a:prstGeom prst="rect">
            <a:avLst/>
          </a:prstGeom>
          <a:noFill/>
          <a:ln w="12700">
            <a:noFill/>
            <a:miter lim="400000"/>
          </a:ln>
        </p:spPr>
        <p:txBody>
          <a:bodyPr lIns="0" tIns="0" rIns="0" bIns="0" anchor="t"/>
          <a:lstStyle>
            <a:lvl1pPr defTabSz="457200">
              <a:spcBef>
                <a:spcPts val="900"/>
              </a:spcBef>
              <a:defRPr sz="3250" spc="-100">
                <a:solidFill>
                  <a:srgbClr val="FFFFFF"/>
                </a:solidFill>
              </a:defRPr>
            </a:lvl1pPr>
          </a:lstStyle>
          <a:p>
            <a:r>
              <a:t>Insert section subtitle here</a:t>
            </a:r>
          </a:p>
        </p:txBody>
      </p:sp>
      <p:pic>
        <p:nvPicPr>
          <p:cNvPr id="1305" name="Picture 4" descr="Picture 4"/>
          <p:cNvPicPr>
            <a:picLocks noChangeAspect="1"/>
          </p:cNvPicPr>
          <p:nvPr/>
        </p:nvPicPr>
        <p:blipFill>
          <a:blip r:embed="rId6"/>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2401017579"/>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x">
  <p:cSld name="Tablet Horizontal Mockup and big title - Light">
    <p:bg>
      <p:bgPr>
        <a:solidFill>
          <a:srgbClr val="FFFFFF"/>
        </a:solidFill>
        <a:effectLst/>
      </p:bgPr>
    </p:bg>
    <p:spTree>
      <p:nvGrpSpPr>
        <p:cNvPr id="1" name=""/>
        <p:cNvGrpSpPr/>
        <p:nvPr/>
      </p:nvGrpSpPr>
      <p:grpSpPr>
        <a:xfrm>
          <a:off x="0" y="0"/>
          <a:ext cx="0" cy="0"/>
          <a:chOff x="0" y="0"/>
          <a:chExt cx="0" cy="0"/>
        </a:xfrm>
      </p:grpSpPr>
      <p:pic>
        <p:nvPicPr>
          <p:cNvPr id="131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313" name="Picture 3" descr="Picture 3"/>
          <p:cNvPicPr>
            <a:picLocks noChangeAspect="1"/>
          </p:cNvPicPr>
          <p:nvPr/>
        </p:nvPicPr>
        <p:blipFill>
          <a:blip r:embed="rId3">
            <a:alphaModFix amt="20000"/>
          </a:blip>
          <a:stretch>
            <a:fillRect/>
          </a:stretch>
        </p:blipFill>
        <p:spPr>
          <a:xfrm>
            <a:off x="0" y="0"/>
            <a:ext cx="10850451" cy="6859151"/>
          </a:xfrm>
          <a:prstGeom prst="rect">
            <a:avLst/>
          </a:prstGeom>
          <a:ln w="12700">
            <a:miter lim="400000"/>
          </a:ln>
        </p:spPr>
      </p:pic>
      <p:pic>
        <p:nvPicPr>
          <p:cNvPr id="1314" name="Picture 38" descr="Picture 38"/>
          <p:cNvPicPr>
            <a:picLocks noChangeAspect="1"/>
          </p:cNvPicPr>
          <p:nvPr/>
        </p:nvPicPr>
        <p:blipFill>
          <a:blip r:embed="rId4">
            <a:alphaModFix amt="40000"/>
          </a:blip>
          <a:stretch>
            <a:fillRect/>
          </a:stretch>
        </p:blipFill>
        <p:spPr>
          <a:xfrm rot="5400000">
            <a:off x="1495932" y="-288193"/>
            <a:ext cx="630001" cy="1206385"/>
          </a:xfrm>
          <a:prstGeom prst="rect">
            <a:avLst/>
          </a:prstGeom>
          <a:ln w="12700">
            <a:miter lim="400000"/>
          </a:ln>
        </p:spPr>
      </p:pic>
      <p:sp>
        <p:nvSpPr>
          <p:cNvPr id="1315"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316"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pic>
        <p:nvPicPr>
          <p:cNvPr id="1317" name="Picture 7" descr="Picture 7"/>
          <p:cNvPicPr>
            <a:picLocks noChangeAspect="1"/>
          </p:cNvPicPr>
          <p:nvPr/>
        </p:nvPicPr>
        <p:blipFill>
          <a:blip r:embed="rId5"/>
          <a:srcRect/>
          <a:stretch>
            <a:fillRect/>
          </a:stretch>
        </p:blipFill>
        <p:spPr>
          <a:xfrm>
            <a:off x="4514204" y="5471752"/>
            <a:ext cx="501295" cy="495726"/>
          </a:xfrm>
          <a:prstGeom prst="rect">
            <a:avLst/>
          </a:prstGeom>
          <a:ln w="12700">
            <a:miter lim="400000"/>
          </a:ln>
        </p:spPr>
      </p:pic>
      <p:sp>
        <p:nvSpPr>
          <p:cNvPr id="1318"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pic>
        <p:nvPicPr>
          <p:cNvPr id="1319" name="Picture 2" descr="Picture 2"/>
          <p:cNvPicPr>
            <a:picLocks noChangeAspect="1"/>
          </p:cNvPicPr>
          <p:nvPr/>
        </p:nvPicPr>
        <p:blipFill>
          <a:blip r:embed="rId6"/>
          <a:srcRect l="25198" r="8307" b="16286"/>
          <a:stretch>
            <a:fillRect/>
          </a:stretch>
        </p:blipFill>
        <p:spPr>
          <a:xfrm>
            <a:off x="0" y="749985"/>
            <a:ext cx="8723377" cy="6108016"/>
          </a:xfrm>
          <a:prstGeom prst="rect">
            <a:avLst/>
          </a:prstGeom>
          <a:ln w="12700">
            <a:miter lim="400000"/>
          </a:ln>
        </p:spPr>
      </p:pic>
      <p:sp>
        <p:nvSpPr>
          <p:cNvPr id="1320" name="Picture Placeholder 16"/>
          <p:cNvSpPr>
            <a:spLocks noGrp="1"/>
          </p:cNvSpPr>
          <p:nvPr>
            <p:ph type="pic" sz="half" idx="22"/>
          </p:nvPr>
        </p:nvSpPr>
        <p:spPr>
          <a:xfrm>
            <a:off x="509583" y="860923"/>
            <a:ext cx="5475166" cy="4017401"/>
          </a:xfrm>
          <a:prstGeom prst="rect">
            <a:avLst/>
          </a:prstGeom>
          <a:noFill/>
          <a:ln w="12700">
            <a:noFill/>
            <a:miter lim="400000"/>
          </a:ln>
        </p:spPr>
        <p:txBody>
          <a:bodyPr lIns="91439" tIns="45719" rIns="91439" bIns="45719" anchor="t">
            <a:noAutofit/>
          </a:bodyPr>
          <a:lstStyle/>
          <a:p>
            <a:endParaRPr/>
          </a:p>
        </p:txBody>
      </p:sp>
      <p:sp>
        <p:nvSpPr>
          <p:cNvPr id="1321" name="Text Placeholder 20"/>
          <p:cNvSpPr>
            <a:spLocks noGrp="1"/>
          </p:cNvSpPr>
          <p:nvPr>
            <p:ph type="body" sz="quarter" idx="23" hasCustomPrompt="1"/>
          </p:nvPr>
        </p:nvSpPr>
        <p:spPr>
          <a:xfrm>
            <a:off x="7086271" y="3128184"/>
            <a:ext cx="4715998" cy="726282"/>
          </a:xfrm>
          <a:prstGeom prst="rect">
            <a:avLst/>
          </a:prstGeom>
          <a:noFill/>
          <a:ln w="12700">
            <a:noFill/>
            <a:miter lim="400000"/>
          </a:ln>
        </p:spPr>
        <p:txBody>
          <a:bodyPr lIns="0" tIns="0" rIns="0" bIns="0" anchor="t"/>
          <a:lstStyle>
            <a:lvl1pPr defTabSz="457200">
              <a:spcBef>
                <a:spcPts val="900"/>
              </a:spcBef>
              <a:defRPr sz="2500" spc="-100">
                <a:solidFill>
                  <a:srgbClr val="000000"/>
                </a:solidFill>
              </a:defRPr>
            </a:lvl1pPr>
          </a:lstStyle>
          <a:p>
            <a:r>
              <a:t>Insert section subtitle here</a:t>
            </a:r>
          </a:p>
        </p:txBody>
      </p:sp>
      <p:sp>
        <p:nvSpPr>
          <p:cNvPr id="1322" name="Text Placeholder 4"/>
          <p:cNvSpPr>
            <a:spLocks noGrp="1"/>
          </p:cNvSpPr>
          <p:nvPr>
            <p:ph type="body" sz="quarter" idx="24" hasCustomPrompt="1"/>
          </p:nvPr>
        </p:nvSpPr>
        <p:spPr>
          <a:xfrm>
            <a:off x="7039335" y="1135073"/>
            <a:ext cx="4762936" cy="1759688"/>
          </a:xfrm>
          <a:prstGeom prst="rect">
            <a:avLst/>
          </a:prstGeom>
          <a:noFill/>
          <a:ln w="12700">
            <a:noFill/>
            <a:miter lim="400000"/>
          </a:ln>
        </p:spPr>
        <p:txBody>
          <a:bodyPr lIns="0" tIns="0" rIns="0" bIns="0" anchor="t"/>
          <a:lstStyle>
            <a:lvl1pPr defTabSz="457200">
              <a:lnSpc>
                <a:spcPts val="6500"/>
              </a:lnSpc>
              <a:defRPr sz="6000" spc="-300">
                <a:gradFill flip="none" rotWithShape="1">
                  <a:gsLst>
                    <a:gs pos="0">
                      <a:schemeClr val="accent6"/>
                    </a:gs>
                    <a:gs pos="100000">
                      <a:schemeClr val="accent1"/>
                    </a:gs>
                  </a:gsLst>
                  <a:lin ang="10800000" scaled="0"/>
                </a:gradFill>
                <a:latin typeface="Avenir Next LT Pro Demi"/>
                <a:ea typeface="Avenir Next LT Pro Demi"/>
                <a:cs typeface="Avenir Next LT Pro Demi"/>
                <a:sym typeface="Avenir Next LT Pro Demi"/>
              </a:defRPr>
            </a:lvl1pPr>
          </a:lstStyle>
          <a:p>
            <a:r>
              <a:t>Insert section title here</a:t>
            </a:r>
          </a:p>
        </p:txBody>
      </p:sp>
    </p:spTree>
    <p:extLst>
      <p:ext uri="{BB962C8B-B14F-4D97-AF65-F5344CB8AC3E}">
        <p14:creationId xmlns:p14="http://schemas.microsoft.com/office/powerpoint/2010/main" val="3357764249"/>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x">
  <p:cSld name="Tablet Horizontal Mockup and big title - Dark">
    <p:spTree>
      <p:nvGrpSpPr>
        <p:cNvPr id="1" name=""/>
        <p:cNvGrpSpPr/>
        <p:nvPr/>
      </p:nvGrpSpPr>
      <p:grpSpPr>
        <a:xfrm>
          <a:off x="0" y="0"/>
          <a:ext cx="0" cy="0"/>
          <a:chOff x="0" y="0"/>
          <a:chExt cx="0" cy="0"/>
        </a:xfrm>
      </p:grpSpPr>
      <p:sp>
        <p:nvSpPr>
          <p:cNvPr id="1329" name="Freeform 9"/>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lgn="r">
              <a:defRPr sz="4000"/>
            </a:pPr>
            <a:endParaRPr sz="2000"/>
          </a:p>
        </p:txBody>
      </p:sp>
      <p:pic>
        <p:nvPicPr>
          <p:cNvPr id="1330" name="Picture 3" descr="Picture 3"/>
          <p:cNvPicPr>
            <a:picLocks noChangeAspect="1"/>
          </p:cNvPicPr>
          <p:nvPr/>
        </p:nvPicPr>
        <p:blipFill>
          <a:blip r:embed="rId2">
            <a:alphaModFix amt="20000"/>
          </a:blip>
          <a:stretch>
            <a:fillRect/>
          </a:stretch>
        </p:blipFill>
        <p:spPr>
          <a:xfrm>
            <a:off x="0" y="0"/>
            <a:ext cx="10850451" cy="6859151"/>
          </a:xfrm>
          <a:prstGeom prst="rect">
            <a:avLst/>
          </a:prstGeom>
          <a:ln w="12700">
            <a:miter lim="400000"/>
          </a:ln>
        </p:spPr>
      </p:pic>
      <p:pic>
        <p:nvPicPr>
          <p:cNvPr id="1331" name="Picture 38" descr="Picture 38"/>
          <p:cNvPicPr>
            <a:picLocks noChangeAspect="1"/>
          </p:cNvPicPr>
          <p:nvPr/>
        </p:nvPicPr>
        <p:blipFill>
          <a:blip r:embed="rId3">
            <a:alphaModFix amt="40000"/>
          </a:blip>
          <a:stretch>
            <a:fillRect/>
          </a:stretch>
        </p:blipFill>
        <p:spPr>
          <a:xfrm rot="5400000">
            <a:off x="1495932" y="-288193"/>
            <a:ext cx="630001" cy="1206385"/>
          </a:xfrm>
          <a:prstGeom prst="rect">
            <a:avLst/>
          </a:prstGeom>
          <a:ln w="12700">
            <a:miter lim="400000"/>
          </a:ln>
        </p:spPr>
      </p:pic>
      <p:sp>
        <p:nvSpPr>
          <p:cNvPr id="1332"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333"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pic>
        <p:nvPicPr>
          <p:cNvPr id="1334" name="Picture 7" descr="Picture 7"/>
          <p:cNvPicPr>
            <a:picLocks noChangeAspect="1"/>
          </p:cNvPicPr>
          <p:nvPr/>
        </p:nvPicPr>
        <p:blipFill>
          <a:blip r:embed="rId4"/>
          <a:srcRect/>
          <a:stretch>
            <a:fillRect/>
          </a:stretch>
        </p:blipFill>
        <p:spPr>
          <a:xfrm>
            <a:off x="4514204" y="5471752"/>
            <a:ext cx="501295" cy="495726"/>
          </a:xfrm>
          <a:prstGeom prst="rect">
            <a:avLst/>
          </a:prstGeom>
          <a:ln w="12700">
            <a:miter lim="400000"/>
          </a:ln>
        </p:spPr>
      </p:pic>
      <p:sp>
        <p:nvSpPr>
          <p:cNvPr id="1335"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1336" name="Picture 2" descr="Picture 2"/>
          <p:cNvPicPr>
            <a:picLocks noChangeAspect="1"/>
          </p:cNvPicPr>
          <p:nvPr/>
        </p:nvPicPr>
        <p:blipFill>
          <a:blip r:embed="rId5"/>
          <a:srcRect l="25198" r="8307" b="16286"/>
          <a:stretch>
            <a:fillRect/>
          </a:stretch>
        </p:blipFill>
        <p:spPr>
          <a:xfrm>
            <a:off x="0" y="749985"/>
            <a:ext cx="8723377" cy="6108016"/>
          </a:xfrm>
          <a:prstGeom prst="rect">
            <a:avLst/>
          </a:prstGeom>
          <a:ln w="12700">
            <a:miter lim="400000"/>
          </a:ln>
          <a:effectLst>
            <a:outerShdw blurRad="1016000" rotWithShape="0">
              <a:schemeClr val="accent1">
                <a:alpha val="10000"/>
              </a:schemeClr>
            </a:outerShdw>
          </a:effectLst>
        </p:spPr>
      </p:pic>
      <p:sp>
        <p:nvSpPr>
          <p:cNvPr id="1337" name="Picture Placeholder 16"/>
          <p:cNvSpPr>
            <a:spLocks noGrp="1"/>
          </p:cNvSpPr>
          <p:nvPr>
            <p:ph type="pic" sz="half" idx="22"/>
          </p:nvPr>
        </p:nvSpPr>
        <p:spPr>
          <a:xfrm>
            <a:off x="509583" y="860923"/>
            <a:ext cx="5475166" cy="4017401"/>
          </a:xfrm>
          <a:prstGeom prst="rect">
            <a:avLst/>
          </a:prstGeom>
          <a:noFill/>
          <a:ln w="12700">
            <a:noFill/>
            <a:miter lim="400000"/>
          </a:ln>
        </p:spPr>
        <p:txBody>
          <a:bodyPr lIns="91439" tIns="45719" rIns="91439" bIns="45719" anchor="t">
            <a:noAutofit/>
          </a:bodyPr>
          <a:lstStyle/>
          <a:p>
            <a:endParaRPr/>
          </a:p>
        </p:txBody>
      </p:sp>
      <p:sp>
        <p:nvSpPr>
          <p:cNvPr id="1338" name="Text Placeholder 20"/>
          <p:cNvSpPr>
            <a:spLocks noGrp="1"/>
          </p:cNvSpPr>
          <p:nvPr>
            <p:ph type="body" sz="quarter" idx="23" hasCustomPrompt="1"/>
          </p:nvPr>
        </p:nvSpPr>
        <p:spPr>
          <a:xfrm>
            <a:off x="7086271" y="3126620"/>
            <a:ext cx="4715998" cy="726282"/>
          </a:xfrm>
          <a:prstGeom prst="rect">
            <a:avLst/>
          </a:prstGeom>
          <a:noFill/>
          <a:ln w="12700">
            <a:noFill/>
            <a:miter lim="400000"/>
          </a:ln>
        </p:spPr>
        <p:txBody>
          <a:bodyPr lIns="0" tIns="0" rIns="0" bIns="0" anchor="t"/>
          <a:lstStyle>
            <a:lvl1pPr defTabSz="457200">
              <a:spcBef>
                <a:spcPts val="900"/>
              </a:spcBef>
              <a:defRPr sz="2500" spc="-100">
                <a:solidFill>
                  <a:srgbClr val="FFFFFF"/>
                </a:solidFill>
              </a:defRPr>
            </a:lvl1pPr>
          </a:lstStyle>
          <a:p>
            <a:r>
              <a:t>Insert section subtitle here</a:t>
            </a:r>
          </a:p>
        </p:txBody>
      </p:sp>
      <p:sp>
        <p:nvSpPr>
          <p:cNvPr id="1339" name="Text Placeholder 4"/>
          <p:cNvSpPr>
            <a:spLocks noGrp="1"/>
          </p:cNvSpPr>
          <p:nvPr>
            <p:ph type="body" sz="quarter" idx="24" hasCustomPrompt="1"/>
          </p:nvPr>
        </p:nvSpPr>
        <p:spPr>
          <a:xfrm>
            <a:off x="7039335" y="1135705"/>
            <a:ext cx="4762936" cy="1759688"/>
          </a:xfrm>
          <a:prstGeom prst="rect">
            <a:avLst/>
          </a:prstGeom>
          <a:noFill/>
          <a:ln w="12700">
            <a:noFill/>
            <a:miter lim="400000"/>
          </a:ln>
        </p:spPr>
        <p:txBody>
          <a:bodyPr lIns="0" tIns="0" rIns="0" bIns="0" anchor="t"/>
          <a:lstStyle>
            <a:lvl1pPr defTabSz="457200">
              <a:lnSpc>
                <a:spcPts val="6500"/>
              </a:lnSpc>
              <a:defRPr sz="6000" spc="-300">
                <a:gradFill flip="none" rotWithShape="1">
                  <a:gsLst>
                    <a:gs pos="0">
                      <a:schemeClr val="accent6"/>
                    </a:gs>
                    <a:gs pos="100000">
                      <a:schemeClr val="accent1"/>
                    </a:gs>
                  </a:gsLst>
                  <a:lin ang="10800000" scaled="0"/>
                </a:gradFill>
                <a:latin typeface="Avenir Next LT Pro Demi"/>
                <a:ea typeface="Avenir Next LT Pro Demi"/>
                <a:cs typeface="Avenir Next LT Pro Demi"/>
                <a:sym typeface="Avenir Next LT Pro Demi"/>
              </a:defRPr>
            </a:lvl1pPr>
          </a:lstStyle>
          <a:p>
            <a:r>
              <a:t>Insert section title here</a:t>
            </a:r>
          </a:p>
        </p:txBody>
      </p:sp>
      <p:pic>
        <p:nvPicPr>
          <p:cNvPr id="1340" name="Picture 10" descr="Picture 10"/>
          <p:cNvPicPr>
            <a:picLocks noChangeAspect="1"/>
          </p:cNvPicPr>
          <p:nvPr/>
        </p:nvPicPr>
        <p:blipFill>
          <a:blip r:embed="rId6"/>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831329504"/>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x">
  <p:cSld name="Laptop Mockup and big title - Light">
    <p:bg>
      <p:bgPr>
        <a:solidFill>
          <a:srgbClr val="FFFFFF"/>
        </a:solidFill>
        <a:effectLst/>
      </p:bgPr>
    </p:bg>
    <p:spTree>
      <p:nvGrpSpPr>
        <p:cNvPr id="1" name=""/>
        <p:cNvGrpSpPr/>
        <p:nvPr/>
      </p:nvGrpSpPr>
      <p:grpSpPr>
        <a:xfrm>
          <a:off x="0" y="0"/>
          <a:ext cx="0" cy="0"/>
          <a:chOff x="0" y="0"/>
          <a:chExt cx="0" cy="0"/>
        </a:xfrm>
      </p:grpSpPr>
      <p:pic>
        <p:nvPicPr>
          <p:cNvPr id="1347"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348" name="Picture 3" descr="Picture 3"/>
          <p:cNvPicPr>
            <a:picLocks noChangeAspect="1"/>
          </p:cNvPicPr>
          <p:nvPr/>
        </p:nvPicPr>
        <p:blipFill>
          <a:blip r:embed="rId3">
            <a:alphaModFix amt="20000"/>
          </a:blip>
          <a:stretch>
            <a:fillRect/>
          </a:stretch>
        </p:blipFill>
        <p:spPr>
          <a:xfrm>
            <a:off x="0" y="0"/>
            <a:ext cx="10850451" cy="6859151"/>
          </a:xfrm>
          <a:prstGeom prst="rect">
            <a:avLst/>
          </a:prstGeom>
          <a:ln w="12700">
            <a:miter lim="400000"/>
          </a:ln>
        </p:spPr>
      </p:pic>
      <p:pic>
        <p:nvPicPr>
          <p:cNvPr id="1349" name="Picture 38" descr="Picture 38"/>
          <p:cNvPicPr>
            <a:picLocks noChangeAspect="1"/>
          </p:cNvPicPr>
          <p:nvPr/>
        </p:nvPicPr>
        <p:blipFill>
          <a:blip r:embed="rId4">
            <a:alphaModFix amt="40000"/>
          </a:blip>
          <a:stretch>
            <a:fillRect/>
          </a:stretch>
        </p:blipFill>
        <p:spPr>
          <a:xfrm rot="5400000">
            <a:off x="1495932" y="-288193"/>
            <a:ext cx="630001" cy="1206385"/>
          </a:xfrm>
          <a:prstGeom prst="rect">
            <a:avLst/>
          </a:prstGeom>
          <a:ln w="12700">
            <a:miter lim="400000"/>
          </a:ln>
        </p:spPr>
      </p:pic>
      <p:sp>
        <p:nvSpPr>
          <p:cNvPr id="1350"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351"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pic>
        <p:nvPicPr>
          <p:cNvPr id="1352" name="Picture 7" descr="Picture 7"/>
          <p:cNvPicPr>
            <a:picLocks noChangeAspect="1"/>
          </p:cNvPicPr>
          <p:nvPr/>
        </p:nvPicPr>
        <p:blipFill>
          <a:blip r:embed="rId5"/>
          <a:srcRect/>
          <a:stretch>
            <a:fillRect/>
          </a:stretch>
        </p:blipFill>
        <p:spPr>
          <a:xfrm>
            <a:off x="5407437" y="553116"/>
            <a:ext cx="501295" cy="495726"/>
          </a:xfrm>
          <a:prstGeom prst="rect">
            <a:avLst/>
          </a:prstGeom>
          <a:ln w="12700">
            <a:miter lim="400000"/>
          </a:ln>
        </p:spPr>
      </p:pic>
      <p:sp>
        <p:nvSpPr>
          <p:cNvPr id="1353"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pic>
        <p:nvPicPr>
          <p:cNvPr id="1354" name="Picture 2" descr="Picture 2"/>
          <p:cNvPicPr>
            <a:picLocks noChangeAspect="1"/>
          </p:cNvPicPr>
          <p:nvPr/>
        </p:nvPicPr>
        <p:blipFill>
          <a:blip r:embed="rId6"/>
          <a:srcRect l="4021"/>
          <a:stretch>
            <a:fillRect/>
          </a:stretch>
        </p:blipFill>
        <p:spPr>
          <a:xfrm>
            <a:off x="0" y="1234439"/>
            <a:ext cx="7340172" cy="4517338"/>
          </a:xfrm>
          <a:prstGeom prst="rect">
            <a:avLst/>
          </a:prstGeom>
          <a:ln w="12700">
            <a:miter lim="400000"/>
          </a:ln>
        </p:spPr>
      </p:pic>
      <p:sp>
        <p:nvSpPr>
          <p:cNvPr id="1355" name="Picture Placeholder 16"/>
          <p:cNvSpPr>
            <a:spLocks noGrp="1"/>
          </p:cNvSpPr>
          <p:nvPr>
            <p:ph type="pic" sz="half" idx="22"/>
          </p:nvPr>
        </p:nvSpPr>
        <p:spPr>
          <a:xfrm>
            <a:off x="509582" y="1337639"/>
            <a:ext cx="6004108" cy="3843106"/>
          </a:xfrm>
          <a:prstGeom prst="rect">
            <a:avLst/>
          </a:prstGeom>
          <a:noFill/>
          <a:ln w="12700">
            <a:noFill/>
            <a:miter lim="400000"/>
          </a:ln>
        </p:spPr>
        <p:txBody>
          <a:bodyPr lIns="91439" tIns="45719" rIns="91439" bIns="45719" anchor="t">
            <a:noAutofit/>
          </a:bodyPr>
          <a:lstStyle/>
          <a:p>
            <a:endParaRPr/>
          </a:p>
        </p:txBody>
      </p:sp>
      <p:sp>
        <p:nvSpPr>
          <p:cNvPr id="1356" name="Text Placeholder 20"/>
          <p:cNvSpPr>
            <a:spLocks noGrp="1"/>
          </p:cNvSpPr>
          <p:nvPr>
            <p:ph type="body" sz="quarter" idx="23" hasCustomPrompt="1"/>
          </p:nvPr>
        </p:nvSpPr>
        <p:spPr>
          <a:xfrm>
            <a:off x="7086271" y="3976994"/>
            <a:ext cx="4715998" cy="726282"/>
          </a:xfrm>
          <a:prstGeom prst="rect">
            <a:avLst/>
          </a:prstGeom>
          <a:noFill/>
          <a:ln w="12700">
            <a:noFill/>
            <a:miter lim="400000"/>
          </a:ln>
        </p:spPr>
        <p:txBody>
          <a:bodyPr lIns="0" tIns="0" rIns="0" bIns="0" anchor="t"/>
          <a:lstStyle>
            <a:lvl1pPr defTabSz="457200">
              <a:spcBef>
                <a:spcPts val="900"/>
              </a:spcBef>
              <a:defRPr sz="2500" spc="-100">
                <a:solidFill>
                  <a:srgbClr val="000000"/>
                </a:solidFill>
              </a:defRPr>
            </a:lvl1pPr>
          </a:lstStyle>
          <a:p>
            <a:r>
              <a:t>Insert section subtitle here</a:t>
            </a:r>
          </a:p>
        </p:txBody>
      </p:sp>
      <p:sp>
        <p:nvSpPr>
          <p:cNvPr id="1357" name="Text Placeholder 4"/>
          <p:cNvSpPr>
            <a:spLocks noGrp="1"/>
          </p:cNvSpPr>
          <p:nvPr>
            <p:ph type="body" sz="quarter" idx="24" hasCustomPrompt="1"/>
          </p:nvPr>
        </p:nvSpPr>
        <p:spPr>
          <a:xfrm>
            <a:off x="7039334" y="1983986"/>
            <a:ext cx="4762936" cy="1759688"/>
          </a:xfrm>
          <a:prstGeom prst="rect">
            <a:avLst/>
          </a:prstGeom>
          <a:noFill/>
          <a:ln w="12700">
            <a:noFill/>
            <a:miter lim="400000"/>
          </a:ln>
        </p:spPr>
        <p:txBody>
          <a:bodyPr lIns="0" tIns="0" rIns="0" bIns="0" anchor="t"/>
          <a:lstStyle>
            <a:lvl1pPr defTabSz="457200">
              <a:lnSpc>
                <a:spcPts val="6500"/>
              </a:lnSpc>
              <a:defRPr sz="6000" spc="-300">
                <a:gradFill flip="none" rotWithShape="1">
                  <a:gsLst>
                    <a:gs pos="0">
                      <a:schemeClr val="accent6"/>
                    </a:gs>
                    <a:gs pos="100000">
                      <a:schemeClr val="accent1"/>
                    </a:gs>
                  </a:gsLst>
                  <a:lin ang="10800000" scaled="0"/>
                </a:gradFill>
                <a:latin typeface="Avenir Next LT Pro Demi"/>
                <a:ea typeface="Avenir Next LT Pro Demi"/>
                <a:cs typeface="Avenir Next LT Pro Demi"/>
                <a:sym typeface="Avenir Next LT Pro Demi"/>
              </a:defRPr>
            </a:lvl1pPr>
          </a:lstStyle>
          <a:p>
            <a:r>
              <a:t>Insert section title here</a:t>
            </a:r>
          </a:p>
        </p:txBody>
      </p:sp>
    </p:spTree>
    <p:extLst>
      <p:ext uri="{BB962C8B-B14F-4D97-AF65-F5344CB8AC3E}">
        <p14:creationId xmlns:p14="http://schemas.microsoft.com/office/powerpoint/2010/main" val="144674883"/>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x">
  <p:cSld name="Laptop Mockup and big title - Dark">
    <p:spTree>
      <p:nvGrpSpPr>
        <p:cNvPr id="1" name=""/>
        <p:cNvGrpSpPr/>
        <p:nvPr/>
      </p:nvGrpSpPr>
      <p:grpSpPr>
        <a:xfrm>
          <a:off x="0" y="0"/>
          <a:ext cx="0" cy="0"/>
          <a:chOff x="0" y="0"/>
          <a:chExt cx="0" cy="0"/>
        </a:xfrm>
      </p:grpSpPr>
      <p:sp>
        <p:nvSpPr>
          <p:cNvPr id="1364" name="Freeform 1"/>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lgn="r">
              <a:defRPr sz="4000"/>
            </a:pPr>
            <a:endParaRPr sz="2000"/>
          </a:p>
        </p:txBody>
      </p:sp>
      <p:pic>
        <p:nvPicPr>
          <p:cNvPr id="1365" name="Picture 3" descr="Picture 3"/>
          <p:cNvPicPr>
            <a:picLocks noChangeAspect="1"/>
          </p:cNvPicPr>
          <p:nvPr/>
        </p:nvPicPr>
        <p:blipFill>
          <a:blip r:embed="rId2">
            <a:alphaModFix amt="20000"/>
          </a:blip>
          <a:stretch>
            <a:fillRect/>
          </a:stretch>
        </p:blipFill>
        <p:spPr>
          <a:xfrm>
            <a:off x="0" y="0"/>
            <a:ext cx="10850451" cy="6859151"/>
          </a:xfrm>
          <a:prstGeom prst="rect">
            <a:avLst/>
          </a:prstGeom>
          <a:ln w="12700">
            <a:miter lim="400000"/>
          </a:ln>
        </p:spPr>
      </p:pic>
      <p:pic>
        <p:nvPicPr>
          <p:cNvPr id="1366" name="Picture 38" descr="Picture 38"/>
          <p:cNvPicPr>
            <a:picLocks noChangeAspect="1"/>
          </p:cNvPicPr>
          <p:nvPr/>
        </p:nvPicPr>
        <p:blipFill>
          <a:blip r:embed="rId3">
            <a:alphaModFix amt="40000"/>
          </a:blip>
          <a:stretch>
            <a:fillRect/>
          </a:stretch>
        </p:blipFill>
        <p:spPr>
          <a:xfrm rot="5400000">
            <a:off x="1495932" y="-288193"/>
            <a:ext cx="630001" cy="1206385"/>
          </a:xfrm>
          <a:prstGeom prst="rect">
            <a:avLst/>
          </a:prstGeom>
          <a:ln w="12700">
            <a:miter lim="400000"/>
          </a:ln>
        </p:spPr>
      </p:pic>
      <p:sp>
        <p:nvSpPr>
          <p:cNvPr id="1367"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36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pic>
        <p:nvPicPr>
          <p:cNvPr id="1369" name="Picture 7" descr="Picture 7"/>
          <p:cNvPicPr>
            <a:picLocks noChangeAspect="1"/>
          </p:cNvPicPr>
          <p:nvPr/>
        </p:nvPicPr>
        <p:blipFill>
          <a:blip r:embed="rId4"/>
          <a:srcRect/>
          <a:stretch>
            <a:fillRect/>
          </a:stretch>
        </p:blipFill>
        <p:spPr>
          <a:xfrm>
            <a:off x="5407437" y="553116"/>
            <a:ext cx="501295" cy="495726"/>
          </a:xfrm>
          <a:prstGeom prst="rect">
            <a:avLst/>
          </a:prstGeom>
          <a:ln w="12700">
            <a:miter lim="400000"/>
          </a:ln>
        </p:spPr>
      </p:pic>
      <p:sp>
        <p:nvSpPr>
          <p:cNvPr id="1370"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1371" name="Picture 2" descr="Picture 2"/>
          <p:cNvPicPr>
            <a:picLocks noChangeAspect="1"/>
          </p:cNvPicPr>
          <p:nvPr/>
        </p:nvPicPr>
        <p:blipFill>
          <a:blip r:embed="rId5"/>
          <a:srcRect l="4031" r="1696"/>
          <a:stretch>
            <a:fillRect/>
          </a:stretch>
        </p:blipFill>
        <p:spPr>
          <a:xfrm>
            <a:off x="-1" y="1234439"/>
            <a:ext cx="7209831" cy="4517338"/>
          </a:xfrm>
          <a:prstGeom prst="rect">
            <a:avLst/>
          </a:prstGeom>
          <a:ln w="12700">
            <a:miter lim="400000"/>
          </a:ln>
        </p:spPr>
      </p:pic>
      <p:sp>
        <p:nvSpPr>
          <p:cNvPr id="1372" name="Picture Placeholder 16"/>
          <p:cNvSpPr>
            <a:spLocks noGrp="1"/>
          </p:cNvSpPr>
          <p:nvPr>
            <p:ph type="pic" sz="half" idx="22"/>
          </p:nvPr>
        </p:nvSpPr>
        <p:spPr>
          <a:xfrm>
            <a:off x="509582" y="1337639"/>
            <a:ext cx="6004108" cy="3843106"/>
          </a:xfrm>
          <a:prstGeom prst="rect">
            <a:avLst/>
          </a:prstGeom>
          <a:noFill/>
          <a:ln w="12700">
            <a:noFill/>
            <a:miter lim="400000"/>
          </a:ln>
        </p:spPr>
        <p:txBody>
          <a:bodyPr lIns="91439" tIns="45719" rIns="91439" bIns="45719" anchor="t">
            <a:noAutofit/>
          </a:bodyPr>
          <a:lstStyle/>
          <a:p>
            <a:endParaRPr/>
          </a:p>
        </p:txBody>
      </p:sp>
      <p:sp>
        <p:nvSpPr>
          <p:cNvPr id="1373" name="Text Placeholder 20"/>
          <p:cNvSpPr>
            <a:spLocks noGrp="1"/>
          </p:cNvSpPr>
          <p:nvPr>
            <p:ph type="body" sz="quarter" idx="23" hasCustomPrompt="1"/>
          </p:nvPr>
        </p:nvSpPr>
        <p:spPr>
          <a:xfrm>
            <a:off x="7086271" y="3976994"/>
            <a:ext cx="4715998" cy="726282"/>
          </a:xfrm>
          <a:prstGeom prst="rect">
            <a:avLst/>
          </a:prstGeom>
          <a:noFill/>
          <a:ln w="12700">
            <a:noFill/>
            <a:miter lim="400000"/>
          </a:ln>
        </p:spPr>
        <p:txBody>
          <a:bodyPr lIns="0" tIns="0" rIns="0" bIns="0" anchor="t"/>
          <a:lstStyle>
            <a:lvl1pPr defTabSz="457200">
              <a:spcBef>
                <a:spcPts val="900"/>
              </a:spcBef>
              <a:defRPr sz="2500" spc="-100">
                <a:solidFill>
                  <a:srgbClr val="FFFFFF"/>
                </a:solidFill>
              </a:defRPr>
            </a:lvl1pPr>
          </a:lstStyle>
          <a:p>
            <a:r>
              <a:t>Insert section subtitle here</a:t>
            </a:r>
          </a:p>
        </p:txBody>
      </p:sp>
      <p:sp>
        <p:nvSpPr>
          <p:cNvPr id="1374" name="Text Placeholder 4"/>
          <p:cNvSpPr>
            <a:spLocks noGrp="1"/>
          </p:cNvSpPr>
          <p:nvPr>
            <p:ph type="body" sz="quarter" idx="24" hasCustomPrompt="1"/>
          </p:nvPr>
        </p:nvSpPr>
        <p:spPr>
          <a:xfrm>
            <a:off x="7039334" y="1984258"/>
            <a:ext cx="4762936" cy="1759688"/>
          </a:xfrm>
          <a:prstGeom prst="rect">
            <a:avLst/>
          </a:prstGeom>
          <a:noFill/>
          <a:ln w="12700">
            <a:noFill/>
            <a:miter lim="400000"/>
          </a:ln>
        </p:spPr>
        <p:txBody>
          <a:bodyPr lIns="0" tIns="0" rIns="0" bIns="0" anchor="t"/>
          <a:lstStyle>
            <a:lvl1pPr defTabSz="457200">
              <a:lnSpc>
                <a:spcPts val="6500"/>
              </a:lnSpc>
              <a:defRPr sz="6000" spc="-300">
                <a:gradFill flip="none" rotWithShape="1">
                  <a:gsLst>
                    <a:gs pos="0">
                      <a:schemeClr val="accent6"/>
                    </a:gs>
                    <a:gs pos="100000">
                      <a:schemeClr val="accent1"/>
                    </a:gs>
                  </a:gsLst>
                  <a:lin ang="10800000" scaled="0"/>
                </a:gradFill>
                <a:latin typeface="Avenir Next LT Pro Demi"/>
                <a:ea typeface="Avenir Next LT Pro Demi"/>
                <a:cs typeface="Avenir Next LT Pro Demi"/>
                <a:sym typeface="Avenir Next LT Pro Demi"/>
              </a:defRPr>
            </a:lvl1pPr>
          </a:lstStyle>
          <a:p>
            <a:r>
              <a:t>Insert section title here</a:t>
            </a:r>
          </a:p>
        </p:txBody>
      </p:sp>
      <p:pic>
        <p:nvPicPr>
          <p:cNvPr id="1375" name="Picture 9" descr="Picture 9"/>
          <p:cNvPicPr>
            <a:picLocks noChangeAspect="1"/>
          </p:cNvPicPr>
          <p:nvPr/>
        </p:nvPicPr>
        <p:blipFill>
          <a:blip r:embed="rId6"/>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1350836487"/>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x">
  <p:cSld name="iPhone Mockup and big title - Light B">
    <p:bg>
      <p:bgPr>
        <a:solidFill>
          <a:srgbClr val="FFFFFF"/>
        </a:solidFill>
        <a:effectLst/>
      </p:bgPr>
    </p:bg>
    <p:spTree>
      <p:nvGrpSpPr>
        <p:cNvPr id="1" name=""/>
        <p:cNvGrpSpPr/>
        <p:nvPr/>
      </p:nvGrpSpPr>
      <p:grpSpPr>
        <a:xfrm>
          <a:off x="0" y="0"/>
          <a:ext cx="0" cy="0"/>
          <a:chOff x="0" y="0"/>
          <a:chExt cx="0" cy="0"/>
        </a:xfrm>
      </p:grpSpPr>
      <p:pic>
        <p:nvPicPr>
          <p:cNvPr id="138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383" name="Picture 7" descr="Picture 7"/>
          <p:cNvPicPr>
            <a:picLocks noChangeAspect="1"/>
          </p:cNvPicPr>
          <p:nvPr/>
        </p:nvPicPr>
        <p:blipFill>
          <a:blip r:embed="rId3">
            <a:alphaModFix amt="20000"/>
          </a:blip>
          <a:stretch>
            <a:fillRect/>
          </a:stretch>
        </p:blipFill>
        <p:spPr>
          <a:xfrm>
            <a:off x="0" y="-1151"/>
            <a:ext cx="10850451" cy="6859151"/>
          </a:xfrm>
          <a:prstGeom prst="rect">
            <a:avLst/>
          </a:prstGeom>
          <a:ln w="12700">
            <a:miter lim="400000"/>
          </a:ln>
        </p:spPr>
      </p:pic>
      <p:pic>
        <p:nvPicPr>
          <p:cNvPr id="1384"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sp>
        <p:nvSpPr>
          <p:cNvPr id="1385"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386"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387" name="Picture Placeholder 16"/>
          <p:cNvSpPr>
            <a:spLocks noGrp="1"/>
          </p:cNvSpPr>
          <p:nvPr>
            <p:ph type="pic" sz="quarter" idx="21"/>
          </p:nvPr>
        </p:nvSpPr>
        <p:spPr>
          <a:xfrm>
            <a:off x="1721639" y="772732"/>
            <a:ext cx="1910961" cy="4153825"/>
          </a:xfrm>
          <a:prstGeom prst="rect">
            <a:avLst/>
          </a:prstGeom>
          <a:noFill/>
          <a:ln w="12700">
            <a:noFill/>
            <a:miter lim="400000"/>
          </a:ln>
        </p:spPr>
        <p:txBody>
          <a:bodyPr lIns="91439" tIns="45719" rIns="91439" bIns="45719" anchor="t">
            <a:noAutofit/>
          </a:bodyPr>
          <a:lstStyle/>
          <a:p>
            <a:endParaRPr/>
          </a:p>
        </p:txBody>
      </p:sp>
      <p:sp>
        <p:nvSpPr>
          <p:cNvPr id="1388" name="Insert section title here"/>
          <p:cNvSpPr txBox="1">
            <a:spLocks noGrp="1"/>
          </p:cNvSpPr>
          <p:nvPr>
            <p:ph type="title" hasCustomPrompt="1"/>
          </p:nvPr>
        </p:nvSpPr>
        <p:spPr>
          <a:xfrm>
            <a:off x="5125592" y="1761065"/>
            <a:ext cx="5698467" cy="2138289"/>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389"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pic>
        <p:nvPicPr>
          <p:cNvPr id="1390" name="Picture 11" descr="Picture 11"/>
          <p:cNvPicPr>
            <a:picLocks noChangeAspect="1"/>
          </p:cNvPicPr>
          <p:nvPr/>
        </p:nvPicPr>
        <p:blipFill>
          <a:blip r:embed="rId5"/>
          <a:srcRect/>
          <a:stretch>
            <a:fillRect/>
          </a:stretch>
        </p:blipFill>
        <p:spPr>
          <a:xfrm>
            <a:off x="5043201" y="841975"/>
            <a:ext cx="501295" cy="495726"/>
          </a:xfrm>
          <a:prstGeom prst="rect">
            <a:avLst/>
          </a:prstGeom>
          <a:ln w="12700">
            <a:miter lim="400000"/>
          </a:ln>
        </p:spPr>
      </p:pic>
      <p:sp>
        <p:nvSpPr>
          <p:cNvPr id="1391" name="Text Placeholder 20"/>
          <p:cNvSpPr>
            <a:spLocks noGrp="1"/>
          </p:cNvSpPr>
          <p:nvPr>
            <p:ph type="body" sz="quarter" idx="23" hasCustomPrompt="1"/>
          </p:nvPr>
        </p:nvSpPr>
        <p:spPr>
          <a:xfrm>
            <a:off x="5172530" y="3885871"/>
            <a:ext cx="5678034" cy="726282"/>
          </a:xfrm>
          <a:prstGeom prst="rect">
            <a:avLst/>
          </a:prstGeom>
          <a:noFill/>
          <a:ln w="12700">
            <a:noFill/>
            <a:miter lim="400000"/>
          </a:ln>
        </p:spPr>
        <p:txBody>
          <a:bodyPr lIns="0" tIns="0" rIns="0" bIns="0" anchor="t"/>
          <a:lstStyle>
            <a:lvl1pPr defTabSz="457200">
              <a:spcBef>
                <a:spcPts val="900"/>
              </a:spcBef>
              <a:defRPr sz="3250" spc="-100">
                <a:solidFill>
                  <a:srgbClr val="000000"/>
                </a:solidFill>
              </a:defRPr>
            </a:lvl1pPr>
          </a:lstStyle>
          <a:p>
            <a:r>
              <a:t>Insert section subtitle here</a:t>
            </a:r>
          </a:p>
        </p:txBody>
      </p:sp>
    </p:spTree>
    <p:extLst>
      <p:ext uri="{BB962C8B-B14F-4D97-AF65-F5344CB8AC3E}">
        <p14:creationId xmlns:p14="http://schemas.microsoft.com/office/powerpoint/2010/main" val="4035194460"/>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x">
  <p:cSld name="iPhone Mockup and big title - Dark B">
    <p:spTree>
      <p:nvGrpSpPr>
        <p:cNvPr id="1" name=""/>
        <p:cNvGrpSpPr/>
        <p:nvPr/>
      </p:nvGrpSpPr>
      <p:grpSpPr>
        <a:xfrm>
          <a:off x="0" y="0"/>
          <a:ext cx="0" cy="0"/>
          <a:chOff x="0" y="0"/>
          <a:chExt cx="0" cy="0"/>
        </a:xfrm>
      </p:grpSpPr>
      <p:sp>
        <p:nvSpPr>
          <p:cNvPr id="1398" name="Freeform 1"/>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1399" name="Picture 3" descr="Picture 3"/>
          <p:cNvPicPr>
            <a:picLocks noChangeAspect="1"/>
          </p:cNvPicPr>
          <p:nvPr/>
        </p:nvPicPr>
        <p:blipFill>
          <a:blip r:embed="rId2">
            <a:alphaModFix amt="23000"/>
          </a:blip>
          <a:stretch>
            <a:fillRect/>
          </a:stretch>
        </p:blipFill>
        <p:spPr>
          <a:xfrm>
            <a:off x="0" y="0"/>
            <a:ext cx="10850451" cy="6859151"/>
          </a:xfrm>
          <a:prstGeom prst="rect">
            <a:avLst/>
          </a:prstGeom>
          <a:ln w="12700">
            <a:miter lim="400000"/>
          </a:ln>
        </p:spPr>
      </p:pic>
      <p:pic>
        <p:nvPicPr>
          <p:cNvPr id="1400" name="Picture 38" descr="Picture 38"/>
          <p:cNvPicPr>
            <a:picLocks noChangeAspect="1"/>
          </p:cNvPicPr>
          <p:nvPr/>
        </p:nvPicPr>
        <p:blipFill>
          <a:blip r:embed="rId3">
            <a:alphaModFix amt="40000"/>
          </a:blip>
          <a:stretch>
            <a:fillRect/>
          </a:stretch>
        </p:blipFill>
        <p:spPr>
          <a:xfrm>
            <a:off x="-1" y="4728193"/>
            <a:ext cx="630001" cy="1206385"/>
          </a:xfrm>
          <a:prstGeom prst="rect">
            <a:avLst/>
          </a:prstGeom>
          <a:ln w="12700">
            <a:miter lim="400000"/>
          </a:ln>
        </p:spPr>
      </p:pic>
      <p:sp>
        <p:nvSpPr>
          <p:cNvPr id="1401"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402"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sp>
        <p:nvSpPr>
          <p:cNvPr id="1403" name="Picture Placeholder 16"/>
          <p:cNvSpPr>
            <a:spLocks noGrp="1"/>
          </p:cNvSpPr>
          <p:nvPr>
            <p:ph type="pic" sz="quarter" idx="21"/>
          </p:nvPr>
        </p:nvSpPr>
        <p:spPr>
          <a:xfrm>
            <a:off x="1721639" y="772732"/>
            <a:ext cx="1910961" cy="4153825"/>
          </a:xfrm>
          <a:prstGeom prst="rect">
            <a:avLst/>
          </a:prstGeom>
          <a:noFill/>
          <a:ln w="12700">
            <a:noFill/>
            <a:miter lim="400000"/>
          </a:ln>
        </p:spPr>
        <p:txBody>
          <a:bodyPr lIns="91439" tIns="45719" rIns="91439" bIns="45719" anchor="t">
            <a:noAutofit/>
          </a:bodyPr>
          <a:lstStyle/>
          <a:p>
            <a:endParaRPr/>
          </a:p>
        </p:txBody>
      </p:sp>
      <p:sp>
        <p:nvSpPr>
          <p:cNvPr id="1404" name="Insert section title here"/>
          <p:cNvSpPr txBox="1">
            <a:spLocks noGrp="1"/>
          </p:cNvSpPr>
          <p:nvPr>
            <p:ph type="title" hasCustomPrompt="1"/>
          </p:nvPr>
        </p:nvSpPr>
        <p:spPr>
          <a:xfrm>
            <a:off x="5125592" y="1761065"/>
            <a:ext cx="5698467" cy="2138289"/>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405"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1406" name="Picture 11" descr="Picture 11"/>
          <p:cNvPicPr>
            <a:picLocks noChangeAspect="1"/>
          </p:cNvPicPr>
          <p:nvPr/>
        </p:nvPicPr>
        <p:blipFill>
          <a:blip r:embed="rId4"/>
          <a:srcRect/>
          <a:stretch>
            <a:fillRect/>
          </a:stretch>
        </p:blipFill>
        <p:spPr>
          <a:xfrm>
            <a:off x="5043201" y="841975"/>
            <a:ext cx="501295" cy="495726"/>
          </a:xfrm>
          <a:prstGeom prst="rect">
            <a:avLst/>
          </a:prstGeom>
          <a:ln w="12700">
            <a:miter lim="400000"/>
          </a:ln>
        </p:spPr>
      </p:pic>
      <p:sp>
        <p:nvSpPr>
          <p:cNvPr id="1407" name="Text Placeholder 20"/>
          <p:cNvSpPr>
            <a:spLocks noGrp="1"/>
          </p:cNvSpPr>
          <p:nvPr>
            <p:ph type="body" sz="quarter" idx="23" hasCustomPrompt="1"/>
          </p:nvPr>
        </p:nvSpPr>
        <p:spPr>
          <a:xfrm>
            <a:off x="5172530" y="3885871"/>
            <a:ext cx="5678034" cy="726282"/>
          </a:xfrm>
          <a:prstGeom prst="rect">
            <a:avLst/>
          </a:prstGeom>
          <a:noFill/>
          <a:ln w="12700">
            <a:noFill/>
            <a:miter lim="400000"/>
          </a:ln>
        </p:spPr>
        <p:txBody>
          <a:bodyPr lIns="0" tIns="0" rIns="0" bIns="0" anchor="t"/>
          <a:lstStyle>
            <a:lvl1pPr defTabSz="457200">
              <a:spcBef>
                <a:spcPts val="900"/>
              </a:spcBef>
              <a:defRPr sz="3250" spc="-100">
                <a:solidFill>
                  <a:srgbClr val="FFFFFF"/>
                </a:solidFill>
              </a:defRPr>
            </a:lvl1pPr>
          </a:lstStyle>
          <a:p>
            <a:r>
              <a:t>Insert section subtitle here</a:t>
            </a:r>
          </a:p>
        </p:txBody>
      </p:sp>
      <p:pic>
        <p:nvPicPr>
          <p:cNvPr id="1408" name="Picture 4" descr="Picture 4"/>
          <p:cNvPicPr>
            <a:picLocks noChangeAspect="1"/>
          </p:cNvPicPr>
          <p:nvPr/>
        </p:nvPicPr>
        <p:blipFill>
          <a:blip r:embed="rId5"/>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1845871523"/>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x">
  <p:cSld name="Image and big title - Light">
    <p:bg>
      <p:bgPr>
        <a:solidFill>
          <a:srgbClr val="FFFFFF"/>
        </a:solidFill>
        <a:effectLst/>
      </p:bgPr>
    </p:bg>
    <p:spTree>
      <p:nvGrpSpPr>
        <p:cNvPr id="1" name=""/>
        <p:cNvGrpSpPr/>
        <p:nvPr/>
      </p:nvGrpSpPr>
      <p:grpSpPr>
        <a:xfrm>
          <a:off x="0" y="0"/>
          <a:ext cx="0" cy="0"/>
          <a:chOff x="0" y="0"/>
          <a:chExt cx="0" cy="0"/>
        </a:xfrm>
      </p:grpSpPr>
      <p:pic>
        <p:nvPicPr>
          <p:cNvPr id="1415"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1416" name="Picture 7" descr="Picture 7"/>
          <p:cNvPicPr>
            <a:picLocks noChangeAspect="1"/>
          </p:cNvPicPr>
          <p:nvPr/>
        </p:nvPicPr>
        <p:blipFill>
          <a:blip r:embed="rId3">
            <a:alphaModFix amt="20000"/>
          </a:blip>
          <a:stretch>
            <a:fillRect/>
          </a:stretch>
        </p:blipFill>
        <p:spPr>
          <a:xfrm>
            <a:off x="0" y="-1151"/>
            <a:ext cx="10850451" cy="6859151"/>
          </a:xfrm>
          <a:prstGeom prst="rect">
            <a:avLst/>
          </a:prstGeom>
          <a:ln w="12700">
            <a:miter lim="400000"/>
          </a:ln>
        </p:spPr>
      </p:pic>
      <p:pic>
        <p:nvPicPr>
          <p:cNvPr id="1417" name="Picture 38" descr="Picture 38"/>
          <p:cNvPicPr>
            <a:picLocks noChangeAspect="1"/>
          </p:cNvPicPr>
          <p:nvPr/>
        </p:nvPicPr>
        <p:blipFill>
          <a:blip r:embed="rId4">
            <a:alphaModFix amt="40000"/>
          </a:blip>
          <a:stretch>
            <a:fillRect/>
          </a:stretch>
        </p:blipFill>
        <p:spPr>
          <a:xfrm>
            <a:off x="-1" y="4728193"/>
            <a:ext cx="630001" cy="1206385"/>
          </a:xfrm>
          <a:prstGeom prst="rect">
            <a:avLst/>
          </a:prstGeom>
          <a:ln w="12700">
            <a:miter lim="400000"/>
          </a:ln>
        </p:spPr>
      </p:pic>
      <p:sp>
        <p:nvSpPr>
          <p:cNvPr id="1418"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419"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420" name="Insert section title here"/>
          <p:cNvSpPr txBox="1">
            <a:spLocks noGrp="1"/>
          </p:cNvSpPr>
          <p:nvPr>
            <p:ph type="title" hasCustomPrompt="1"/>
          </p:nvPr>
        </p:nvSpPr>
        <p:spPr>
          <a:xfrm>
            <a:off x="5125592" y="1760202"/>
            <a:ext cx="5698467" cy="2138289"/>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421"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pic>
        <p:nvPicPr>
          <p:cNvPr id="1422" name="Picture 11" descr="Picture 11"/>
          <p:cNvPicPr>
            <a:picLocks noChangeAspect="1"/>
          </p:cNvPicPr>
          <p:nvPr/>
        </p:nvPicPr>
        <p:blipFill>
          <a:blip r:embed="rId5"/>
          <a:srcRect/>
          <a:stretch>
            <a:fillRect/>
          </a:stretch>
        </p:blipFill>
        <p:spPr>
          <a:xfrm>
            <a:off x="5043201" y="841975"/>
            <a:ext cx="501295" cy="495726"/>
          </a:xfrm>
          <a:prstGeom prst="rect">
            <a:avLst/>
          </a:prstGeom>
          <a:ln w="12700">
            <a:miter lim="400000"/>
          </a:ln>
        </p:spPr>
      </p:pic>
      <p:sp>
        <p:nvSpPr>
          <p:cNvPr id="1423" name="Picture Placeholder 16"/>
          <p:cNvSpPr>
            <a:spLocks noGrp="1"/>
          </p:cNvSpPr>
          <p:nvPr>
            <p:ph type="pic" sz="half" idx="22"/>
          </p:nvPr>
        </p:nvSpPr>
        <p:spPr>
          <a:xfrm>
            <a:off x="406400" y="746919"/>
            <a:ext cx="3832225" cy="5256213"/>
          </a:xfrm>
          <a:prstGeom prst="rect">
            <a:avLst/>
          </a:prstGeom>
          <a:noFill/>
          <a:ln w="12700">
            <a:noFill/>
            <a:miter lim="400000"/>
          </a:ln>
        </p:spPr>
        <p:txBody>
          <a:bodyPr lIns="91439" tIns="45719" rIns="91439" bIns="45719" anchor="t">
            <a:noAutofit/>
          </a:bodyPr>
          <a:lstStyle/>
          <a:p>
            <a:endParaRPr/>
          </a:p>
        </p:txBody>
      </p:sp>
      <p:sp>
        <p:nvSpPr>
          <p:cNvPr id="1424" name="Text Placeholder 20"/>
          <p:cNvSpPr>
            <a:spLocks noGrp="1"/>
          </p:cNvSpPr>
          <p:nvPr>
            <p:ph type="body" sz="quarter" idx="23" hasCustomPrompt="1"/>
          </p:nvPr>
        </p:nvSpPr>
        <p:spPr>
          <a:xfrm>
            <a:off x="5172530" y="3888184"/>
            <a:ext cx="5678034" cy="726282"/>
          </a:xfrm>
          <a:prstGeom prst="rect">
            <a:avLst/>
          </a:prstGeom>
          <a:noFill/>
          <a:ln w="12700">
            <a:noFill/>
            <a:miter lim="400000"/>
          </a:ln>
        </p:spPr>
        <p:txBody>
          <a:bodyPr lIns="0" tIns="0" rIns="0" bIns="0" anchor="t"/>
          <a:lstStyle>
            <a:lvl1pPr defTabSz="457200">
              <a:spcBef>
                <a:spcPts val="900"/>
              </a:spcBef>
              <a:defRPr sz="3250" spc="-100">
                <a:solidFill>
                  <a:srgbClr val="000000"/>
                </a:solidFill>
              </a:defRPr>
            </a:lvl1pPr>
          </a:lstStyle>
          <a:p>
            <a:r>
              <a:t>Insert section subtitle here</a:t>
            </a:r>
          </a:p>
        </p:txBody>
      </p:sp>
    </p:spTree>
    <p:extLst>
      <p:ext uri="{BB962C8B-B14F-4D97-AF65-F5344CB8AC3E}">
        <p14:creationId xmlns:p14="http://schemas.microsoft.com/office/powerpoint/2010/main" val="252221184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x">
  <p:cSld name="Image and big title - Dark">
    <p:spTree>
      <p:nvGrpSpPr>
        <p:cNvPr id="1" name=""/>
        <p:cNvGrpSpPr/>
        <p:nvPr/>
      </p:nvGrpSpPr>
      <p:grpSpPr>
        <a:xfrm>
          <a:off x="0" y="0"/>
          <a:ext cx="0" cy="0"/>
          <a:chOff x="0" y="0"/>
          <a:chExt cx="0" cy="0"/>
        </a:xfrm>
      </p:grpSpPr>
      <p:sp>
        <p:nvSpPr>
          <p:cNvPr id="1431" name="Freeform 2"/>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pic>
        <p:nvPicPr>
          <p:cNvPr id="1432" name="Picture 3" descr="Picture 3"/>
          <p:cNvPicPr>
            <a:picLocks noChangeAspect="1"/>
          </p:cNvPicPr>
          <p:nvPr/>
        </p:nvPicPr>
        <p:blipFill>
          <a:blip r:embed="rId2">
            <a:alphaModFix amt="23000"/>
          </a:blip>
          <a:stretch>
            <a:fillRect/>
          </a:stretch>
        </p:blipFill>
        <p:spPr>
          <a:xfrm>
            <a:off x="0" y="0"/>
            <a:ext cx="10850451" cy="6859151"/>
          </a:xfrm>
          <a:prstGeom prst="rect">
            <a:avLst/>
          </a:prstGeom>
          <a:ln w="12700">
            <a:miter lim="400000"/>
          </a:ln>
        </p:spPr>
      </p:pic>
      <p:pic>
        <p:nvPicPr>
          <p:cNvPr id="1433" name="Picture 38" descr="Picture 38"/>
          <p:cNvPicPr>
            <a:picLocks noChangeAspect="1"/>
          </p:cNvPicPr>
          <p:nvPr/>
        </p:nvPicPr>
        <p:blipFill>
          <a:blip r:embed="rId3">
            <a:alphaModFix amt="40000"/>
          </a:blip>
          <a:stretch>
            <a:fillRect/>
          </a:stretch>
        </p:blipFill>
        <p:spPr>
          <a:xfrm>
            <a:off x="-1" y="4728193"/>
            <a:ext cx="630001" cy="1206385"/>
          </a:xfrm>
          <a:prstGeom prst="rect">
            <a:avLst/>
          </a:prstGeom>
          <a:ln w="12700">
            <a:miter lim="400000"/>
          </a:ln>
        </p:spPr>
      </p:pic>
      <p:sp>
        <p:nvSpPr>
          <p:cNvPr id="1434"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435"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vl2pPr marL="0" indent="0" algn="r" defTabSz="457200">
              <a:buSzTx/>
              <a:buNone/>
              <a:defRPr sz="1000">
                <a:solidFill>
                  <a:srgbClr val="FFFFFF"/>
                </a:solidFill>
              </a:defRPr>
            </a:lvl2pPr>
            <a:lvl3pPr marL="0" indent="0" algn="r" defTabSz="457200">
              <a:buSzTx/>
              <a:buNone/>
              <a:defRPr sz="1000">
                <a:solidFill>
                  <a:srgbClr val="FFFFFF"/>
                </a:solidFill>
              </a:defRPr>
            </a:lvl3pPr>
            <a:lvl4pPr marL="0" indent="0" algn="r" defTabSz="457200">
              <a:buSzTx/>
              <a:buNone/>
              <a:defRPr sz="1000">
                <a:solidFill>
                  <a:srgbClr val="FFFFFF"/>
                </a:solidFill>
              </a:defRPr>
            </a:lvl4pPr>
            <a:lvl5pPr marL="0" indent="0" algn="r" defTabSz="457200">
              <a:buSzTx/>
              <a:buNone/>
              <a:defRPr sz="1000">
                <a:solidFill>
                  <a:srgbClr val="FFFFFF"/>
                </a:solidFill>
              </a:defRPr>
            </a:lvl5pPr>
          </a:lstStyle>
          <a:p>
            <a:r>
              <a:t>Click to edit Master text  |</a:t>
            </a:r>
          </a:p>
          <a:p>
            <a:pPr lvl="1"/>
            <a:endParaRPr/>
          </a:p>
          <a:p>
            <a:pPr lvl="2"/>
            <a:endParaRPr/>
          </a:p>
          <a:p>
            <a:pPr lvl="3"/>
            <a:endParaRPr/>
          </a:p>
          <a:p>
            <a:pPr lvl="4"/>
            <a:endParaRPr/>
          </a:p>
        </p:txBody>
      </p:sp>
      <p:sp>
        <p:nvSpPr>
          <p:cNvPr id="1436" name="Insert section title here"/>
          <p:cNvSpPr txBox="1">
            <a:spLocks noGrp="1"/>
          </p:cNvSpPr>
          <p:nvPr>
            <p:ph type="title" hasCustomPrompt="1"/>
          </p:nvPr>
        </p:nvSpPr>
        <p:spPr>
          <a:xfrm>
            <a:off x="5125592" y="1760202"/>
            <a:ext cx="5698467" cy="2138289"/>
          </a:xfrm>
          <a:prstGeom prst="rect">
            <a:avLst/>
          </a:prstGeom>
        </p:spPr>
        <p:txBody>
          <a:bodyPr/>
          <a:lstStyle>
            <a:lvl1pPr>
              <a:lnSpc>
                <a:spcPts val="7500"/>
              </a:lnSpc>
              <a:defRPr sz="7500" spc="-300">
                <a:gradFill flip="none" rotWithShape="1">
                  <a:gsLst>
                    <a:gs pos="0">
                      <a:schemeClr val="accent6"/>
                    </a:gs>
                    <a:gs pos="100000">
                      <a:schemeClr val="accent1"/>
                    </a:gs>
                  </a:gsLst>
                  <a:lin ang="10800000" scaled="0"/>
                </a:gradFill>
              </a:defRPr>
            </a:lvl1pPr>
          </a:lstStyle>
          <a:p>
            <a:r>
              <a:t>Insert section title here</a:t>
            </a:r>
          </a:p>
        </p:txBody>
      </p:sp>
      <p:sp>
        <p:nvSpPr>
          <p:cNvPr id="1437"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1438" name="Picture 11" descr="Picture 11"/>
          <p:cNvPicPr>
            <a:picLocks noChangeAspect="1"/>
          </p:cNvPicPr>
          <p:nvPr/>
        </p:nvPicPr>
        <p:blipFill>
          <a:blip r:embed="rId4"/>
          <a:srcRect/>
          <a:stretch>
            <a:fillRect/>
          </a:stretch>
        </p:blipFill>
        <p:spPr>
          <a:xfrm>
            <a:off x="5043201" y="841975"/>
            <a:ext cx="501295" cy="495726"/>
          </a:xfrm>
          <a:prstGeom prst="rect">
            <a:avLst/>
          </a:prstGeom>
          <a:ln w="12700">
            <a:miter lim="400000"/>
          </a:ln>
        </p:spPr>
      </p:pic>
      <p:sp>
        <p:nvSpPr>
          <p:cNvPr id="1439" name="Picture Placeholder 16"/>
          <p:cNvSpPr>
            <a:spLocks noGrp="1"/>
          </p:cNvSpPr>
          <p:nvPr>
            <p:ph type="pic" sz="half" idx="22"/>
          </p:nvPr>
        </p:nvSpPr>
        <p:spPr>
          <a:xfrm>
            <a:off x="406400" y="746919"/>
            <a:ext cx="3832225" cy="5256213"/>
          </a:xfrm>
          <a:prstGeom prst="rect">
            <a:avLst/>
          </a:prstGeom>
          <a:noFill/>
          <a:ln w="12700">
            <a:noFill/>
            <a:miter lim="400000"/>
          </a:ln>
        </p:spPr>
        <p:txBody>
          <a:bodyPr lIns="91439" tIns="45719" rIns="91439" bIns="45719" anchor="t">
            <a:noAutofit/>
          </a:bodyPr>
          <a:lstStyle/>
          <a:p>
            <a:endParaRPr/>
          </a:p>
        </p:txBody>
      </p:sp>
      <p:sp>
        <p:nvSpPr>
          <p:cNvPr id="1440" name="Text Placeholder 20"/>
          <p:cNvSpPr>
            <a:spLocks noGrp="1"/>
          </p:cNvSpPr>
          <p:nvPr>
            <p:ph type="body" sz="quarter" idx="23" hasCustomPrompt="1"/>
          </p:nvPr>
        </p:nvSpPr>
        <p:spPr>
          <a:xfrm>
            <a:off x="5172530" y="3886596"/>
            <a:ext cx="5678034" cy="726282"/>
          </a:xfrm>
          <a:prstGeom prst="rect">
            <a:avLst/>
          </a:prstGeom>
          <a:noFill/>
          <a:ln w="12700">
            <a:noFill/>
            <a:miter lim="400000"/>
          </a:ln>
        </p:spPr>
        <p:txBody>
          <a:bodyPr lIns="0" tIns="0" rIns="0" bIns="0" anchor="t"/>
          <a:lstStyle>
            <a:lvl1pPr defTabSz="457200">
              <a:spcBef>
                <a:spcPts val="900"/>
              </a:spcBef>
              <a:defRPr sz="3250" spc="-100">
                <a:solidFill>
                  <a:srgbClr val="FFFFFF"/>
                </a:solidFill>
              </a:defRPr>
            </a:lvl1pPr>
          </a:lstStyle>
          <a:p>
            <a:r>
              <a:t>Insert section subtitle here</a:t>
            </a:r>
          </a:p>
        </p:txBody>
      </p:sp>
      <p:pic>
        <p:nvPicPr>
          <p:cNvPr id="1441" name="Picture 6" descr="Picture 6"/>
          <p:cNvPicPr>
            <a:picLocks noChangeAspect="1"/>
          </p:cNvPicPr>
          <p:nvPr/>
        </p:nvPicPr>
        <p:blipFill>
          <a:blip r:embed="rId5"/>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435616458"/>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cSld name="Numbered Divider - Light">
    <p:bg>
      <p:bgPr>
        <a:solidFill>
          <a:srgbClr val="FFFFFF"/>
        </a:solidFill>
        <a:effectLst/>
      </p:bgPr>
    </p:bg>
    <p:spTree>
      <p:nvGrpSpPr>
        <p:cNvPr id="1" name=""/>
        <p:cNvGrpSpPr/>
        <p:nvPr/>
      </p:nvGrpSpPr>
      <p:grpSpPr>
        <a:xfrm>
          <a:off x="0" y="0"/>
          <a:ext cx="0" cy="0"/>
          <a:chOff x="0" y="0"/>
          <a:chExt cx="0" cy="0"/>
        </a:xfrm>
      </p:grpSpPr>
      <p:pic>
        <p:nvPicPr>
          <p:cNvPr id="1448"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449" name="Body Level One…"/>
          <p:cNvSpPr txBox="1">
            <a:spLocks noGrp="1"/>
          </p:cNvSpPr>
          <p:nvPr>
            <p:ph type="body" idx="1" hasCustomPrompt="1"/>
          </p:nvPr>
        </p:nvSpPr>
        <p:spPr>
          <a:xfrm>
            <a:off x="6980830" y="-99393"/>
            <a:ext cx="5919130" cy="7237079"/>
          </a:xfrm>
          <a:prstGeom prst="rect">
            <a:avLst/>
          </a:prstGeom>
          <a:noFill/>
          <a:ln w="12700">
            <a:noFill/>
            <a:miter lim="400000"/>
          </a:ln>
        </p:spPr>
        <p:txBody>
          <a:bodyPr lIns="0" tIns="0" rIns="0" bIns="0" anchor="t"/>
          <a:lstStyle>
            <a:lvl1pPr defTabSz="457200">
              <a:lnSpc>
                <a:spcPct val="80000"/>
              </a:lnSpc>
              <a:spcBef>
                <a:spcPts val="900"/>
              </a:spcBef>
              <a:defRPr sz="76000" spc="-500">
                <a:gradFill flip="none" rotWithShape="1">
                  <a:gsLst>
                    <a:gs pos="0">
                      <a:schemeClr val="accent1">
                        <a:alpha val="35000"/>
                      </a:schemeClr>
                    </a:gs>
                    <a:gs pos="79000">
                      <a:schemeClr val="accent1">
                        <a:alpha val="0"/>
                      </a:schemeClr>
                    </a:gs>
                  </a:gsLst>
                  <a:path path="circle">
                    <a:fillToRect l="119636" t="37721" r="-19636" b="62278"/>
                  </a:path>
                </a:gradFill>
                <a:latin typeface="Avenir Next LT Pro Demi"/>
                <a:ea typeface="Avenir Next LT Pro Demi"/>
                <a:cs typeface="Avenir Next LT Pro Demi"/>
                <a:sym typeface="Avenir Next LT Pro Demi"/>
              </a:defRPr>
            </a:lvl1pPr>
            <a:lvl2pPr marL="11895000" indent="-11400000" defTabSz="457200">
              <a:lnSpc>
                <a:spcPct val="80000"/>
              </a:lnSpc>
              <a:spcBef>
                <a:spcPts val="900"/>
              </a:spcBef>
              <a:defRPr sz="76000" spc="-500">
                <a:gradFill flip="none" rotWithShape="1">
                  <a:gsLst>
                    <a:gs pos="0">
                      <a:schemeClr val="accent1">
                        <a:alpha val="35000"/>
                      </a:schemeClr>
                    </a:gs>
                    <a:gs pos="79000">
                      <a:schemeClr val="accent1">
                        <a:alpha val="0"/>
                      </a:schemeClr>
                    </a:gs>
                  </a:gsLst>
                  <a:path path="circle">
                    <a:fillToRect l="119636" t="37721" r="-19636" b="62278"/>
                  </a:path>
                </a:gradFill>
                <a:latin typeface="Avenir Next LT Pro Demi"/>
                <a:ea typeface="Avenir Next LT Pro Demi"/>
                <a:cs typeface="Avenir Next LT Pro Demi"/>
                <a:sym typeface="Avenir Next LT Pro Demi"/>
              </a:defRPr>
            </a:lvl2pPr>
            <a:lvl3pPr marL="10146002" indent="-9120002" defTabSz="457200">
              <a:lnSpc>
                <a:spcPct val="80000"/>
              </a:lnSpc>
              <a:spcBef>
                <a:spcPts val="900"/>
              </a:spcBef>
              <a:defRPr sz="76000" spc="-500">
                <a:gradFill flip="none" rotWithShape="1">
                  <a:gsLst>
                    <a:gs pos="0">
                      <a:schemeClr val="accent1">
                        <a:alpha val="35000"/>
                      </a:schemeClr>
                    </a:gs>
                    <a:gs pos="79000">
                      <a:schemeClr val="accent1">
                        <a:alpha val="0"/>
                      </a:schemeClr>
                    </a:gs>
                  </a:gsLst>
                  <a:path path="circle">
                    <a:fillToRect l="119636" t="37721" r="-19636" b="62278"/>
                  </a:path>
                </a:gradFill>
                <a:latin typeface="Avenir Next LT Pro Demi"/>
                <a:ea typeface="Avenir Next LT Pro Demi"/>
                <a:cs typeface="Avenir Next LT Pro Demi"/>
                <a:sym typeface="Avenir Next LT Pro Demi"/>
              </a:defRPr>
            </a:lvl3pPr>
            <a:lvl4pPr marL="12875998" indent="-11399998" defTabSz="457200">
              <a:lnSpc>
                <a:spcPct val="80000"/>
              </a:lnSpc>
              <a:spcBef>
                <a:spcPts val="900"/>
              </a:spcBef>
              <a:defRPr sz="76000" spc="-500">
                <a:gradFill flip="none" rotWithShape="1">
                  <a:gsLst>
                    <a:gs pos="0">
                      <a:schemeClr val="accent1">
                        <a:alpha val="35000"/>
                      </a:schemeClr>
                    </a:gs>
                    <a:gs pos="79000">
                      <a:schemeClr val="accent1">
                        <a:alpha val="0"/>
                      </a:schemeClr>
                    </a:gs>
                  </a:gsLst>
                  <a:path path="circle">
                    <a:fillToRect l="119636" t="37721" r="-19636" b="62278"/>
                  </a:path>
                </a:gradFill>
                <a:latin typeface="Avenir Next LT Pro Demi"/>
                <a:ea typeface="Avenir Next LT Pro Demi"/>
                <a:cs typeface="Avenir Next LT Pro Demi"/>
                <a:sym typeface="Avenir Next LT Pro Demi"/>
              </a:defRPr>
            </a:lvl4pPr>
            <a:lvl5pPr marL="13326004" indent="-11400003" defTabSz="457200">
              <a:lnSpc>
                <a:spcPct val="80000"/>
              </a:lnSpc>
              <a:spcBef>
                <a:spcPts val="900"/>
              </a:spcBef>
              <a:defRPr sz="76000" spc="-500">
                <a:gradFill flip="none" rotWithShape="1">
                  <a:gsLst>
                    <a:gs pos="0">
                      <a:schemeClr val="accent1">
                        <a:alpha val="35000"/>
                      </a:schemeClr>
                    </a:gs>
                    <a:gs pos="79000">
                      <a:schemeClr val="accent1">
                        <a:alpha val="0"/>
                      </a:schemeClr>
                    </a:gs>
                  </a:gsLst>
                  <a:path path="circle">
                    <a:fillToRect l="119636" t="37721" r="-19636" b="62278"/>
                  </a:path>
                </a:gradFill>
                <a:latin typeface="Avenir Next LT Pro Demi"/>
                <a:ea typeface="Avenir Next LT Pro Demi"/>
                <a:cs typeface="Avenir Next LT Pro Demi"/>
                <a:sym typeface="Avenir Next LT Pro Demi"/>
              </a:defRPr>
            </a:lvl5pPr>
          </a:lstStyle>
          <a:p>
            <a:r>
              <a:t>0</a:t>
            </a:r>
          </a:p>
          <a:p>
            <a:pPr lvl="1"/>
            <a:endParaRPr/>
          </a:p>
          <a:p>
            <a:pPr lvl="2"/>
            <a:endParaRPr/>
          </a:p>
          <a:p>
            <a:pPr lvl="3"/>
            <a:endParaRPr/>
          </a:p>
          <a:p>
            <a:pPr lvl="4"/>
            <a:endParaRPr/>
          </a:p>
        </p:txBody>
      </p:sp>
      <p:sp>
        <p:nvSpPr>
          <p:cNvPr id="1450"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451"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1452"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453" name="Section Header"/>
          <p:cNvSpPr txBox="1">
            <a:spLocks noGrp="1"/>
          </p:cNvSpPr>
          <p:nvPr>
            <p:ph type="title" hasCustomPrompt="1"/>
          </p:nvPr>
        </p:nvSpPr>
        <p:spPr>
          <a:xfrm>
            <a:off x="613241" y="2253261"/>
            <a:ext cx="5432719" cy="783716"/>
          </a:xfrm>
          <a:prstGeom prst="rect">
            <a:avLst/>
          </a:prstGeom>
        </p:spPr>
        <p:txBody>
          <a:bodyPr/>
          <a:lstStyle>
            <a:lvl1pPr>
              <a:defRPr sz="5000" b="1">
                <a:solidFill>
                  <a:srgbClr val="000000"/>
                </a:solidFill>
              </a:defRPr>
            </a:lvl1pPr>
          </a:lstStyle>
          <a:p>
            <a:r>
              <a:t>Section Header</a:t>
            </a:r>
          </a:p>
        </p:txBody>
      </p:sp>
      <p:sp>
        <p:nvSpPr>
          <p:cNvPr id="1454" name="Text Placeholder 2"/>
          <p:cNvSpPr>
            <a:spLocks noGrp="1"/>
          </p:cNvSpPr>
          <p:nvPr>
            <p:ph type="body" sz="quarter" idx="23" hasCustomPrompt="1"/>
          </p:nvPr>
        </p:nvSpPr>
        <p:spPr>
          <a:xfrm>
            <a:off x="619867" y="3036975"/>
            <a:ext cx="5432719" cy="803099"/>
          </a:xfrm>
          <a:prstGeom prst="rect">
            <a:avLst/>
          </a:prstGeom>
          <a:noFill/>
          <a:ln w="12700">
            <a:noFill/>
            <a:miter lim="400000"/>
          </a:ln>
        </p:spPr>
        <p:txBody>
          <a:bodyPr lIns="0" tIns="0" rIns="0" bIns="0" anchor="t"/>
          <a:lstStyle>
            <a:lvl1pPr defTabSz="457200">
              <a:spcBef>
                <a:spcPts val="900"/>
              </a:spcBef>
              <a:defRPr sz="3250" spc="-100">
                <a:solidFill>
                  <a:srgbClr val="000000"/>
                </a:solidFill>
              </a:defRPr>
            </a:lvl1pPr>
          </a:lstStyle>
          <a:p>
            <a:r>
              <a:t>Section Subheading</a:t>
            </a:r>
          </a:p>
        </p:txBody>
      </p:sp>
    </p:spTree>
    <p:extLst>
      <p:ext uri="{BB962C8B-B14F-4D97-AF65-F5344CB8AC3E}">
        <p14:creationId xmlns:p14="http://schemas.microsoft.com/office/powerpoint/2010/main" val="1488879449"/>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cSld name="Numbered Divider - Dark">
    <p:spTree>
      <p:nvGrpSpPr>
        <p:cNvPr id="1" name=""/>
        <p:cNvGrpSpPr/>
        <p:nvPr/>
      </p:nvGrpSpPr>
      <p:grpSpPr>
        <a:xfrm>
          <a:off x="0" y="0"/>
          <a:ext cx="0" cy="0"/>
          <a:chOff x="0" y="0"/>
          <a:chExt cx="0" cy="0"/>
        </a:xfrm>
      </p:grpSpPr>
      <p:sp>
        <p:nvSpPr>
          <p:cNvPr id="1461" name="Freeform 2"/>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sp>
        <p:nvSpPr>
          <p:cNvPr id="1462" name="Body Level One…"/>
          <p:cNvSpPr txBox="1">
            <a:spLocks noGrp="1"/>
          </p:cNvSpPr>
          <p:nvPr>
            <p:ph type="body" idx="1" hasCustomPrompt="1"/>
          </p:nvPr>
        </p:nvSpPr>
        <p:spPr>
          <a:xfrm>
            <a:off x="6980830" y="-99393"/>
            <a:ext cx="5919130" cy="7237079"/>
          </a:xfrm>
          <a:prstGeom prst="rect">
            <a:avLst/>
          </a:prstGeom>
          <a:noFill/>
          <a:ln w="12700">
            <a:noFill/>
            <a:miter lim="400000"/>
          </a:ln>
        </p:spPr>
        <p:txBody>
          <a:bodyPr lIns="0" tIns="0" rIns="0" bIns="0" anchor="t"/>
          <a:lstStyle>
            <a:lvl1pPr defTabSz="457200">
              <a:lnSpc>
                <a:spcPct val="80000"/>
              </a:lnSpc>
              <a:spcBef>
                <a:spcPts val="900"/>
              </a:spcBef>
              <a:defRPr sz="76000" spc="-500">
                <a:gradFill flip="none" rotWithShape="1">
                  <a:gsLst>
                    <a:gs pos="0">
                      <a:srgbClr val="FFFFFF">
                        <a:alpha val="49994"/>
                      </a:srgbClr>
                    </a:gs>
                    <a:gs pos="80000">
                      <a:srgbClr val="FFFFFF">
                        <a:alpha val="0"/>
                      </a:srgbClr>
                    </a:gs>
                  </a:gsLst>
                  <a:path path="circle">
                    <a:fillToRect l="119636" t="37721" r="-19636" b="62278"/>
                  </a:path>
                </a:gradFill>
                <a:latin typeface="Avenir Next LT Pro Demi"/>
                <a:ea typeface="Avenir Next LT Pro Demi"/>
                <a:cs typeface="Avenir Next LT Pro Demi"/>
                <a:sym typeface="Avenir Next LT Pro Demi"/>
              </a:defRPr>
            </a:lvl1pPr>
            <a:lvl2pPr marL="11895000" indent="-11400000" defTabSz="457200">
              <a:lnSpc>
                <a:spcPct val="80000"/>
              </a:lnSpc>
              <a:spcBef>
                <a:spcPts val="900"/>
              </a:spcBef>
              <a:defRPr sz="76000" spc="-500">
                <a:gradFill flip="none" rotWithShape="1">
                  <a:gsLst>
                    <a:gs pos="0">
                      <a:srgbClr val="FFFFFF">
                        <a:alpha val="49994"/>
                      </a:srgbClr>
                    </a:gs>
                    <a:gs pos="80000">
                      <a:srgbClr val="FFFFFF">
                        <a:alpha val="0"/>
                      </a:srgbClr>
                    </a:gs>
                  </a:gsLst>
                  <a:path path="circle">
                    <a:fillToRect l="119636" t="37721" r="-19636" b="62278"/>
                  </a:path>
                </a:gradFill>
                <a:latin typeface="Avenir Next LT Pro Demi"/>
                <a:ea typeface="Avenir Next LT Pro Demi"/>
                <a:cs typeface="Avenir Next LT Pro Demi"/>
                <a:sym typeface="Avenir Next LT Pro Demi"/>
              </a:defRPr>
            </a:lvl2pPr>
            <a:lvl3pPr marL="10146002" indent="-9120002" defTabSz="457200">
              <a:lnSpc>
                <a:spcPct val="80000"/>
              </a:lnSpc>
              <a:spcBef>
                <a:spcPts val="900"/>
              </a:spcBef>
              <a:defRPr sz="76000" spc="-500">
                <a:gradFill flip="none" rotWithShape="1">
                  <a:gsLst>
                    <a:gs pos="0">
                      <a:srgbClr val="FFFFFF">
                        <a:alpha val="49994"/>
                      </a:srgbClr>
                    </a:gs>
                    <a:gs pos="80000">
                      <a:srgbClr val="FFFFFF">
                        <a:alpha val="0"/>
                      </a:srgbClr>
                    </a:gs>
                  </a:gsLst>
                  <a:path path="circle">
                    <a:fillToRect l="119636" t="37721" r="-19636" b="62278"/>
                  </a:path>
                </a:gradFill>
                <a:latin typeface="Avenir Next LT Pro Demi"/>
                <a:ea typeface="Avenir Next LT Pro Demi"/>
                <a:cs typeface="Avenir Next LT Pro Demi"/>
                <a:sym typeface="Avenir Next LT Pro Demi"/>
              </a:defRPr>
            </a:lvl3pPr>
            <a:lvl4pPr marL="12875998" indent="-11399998" defTabSz="457200">
              <a:lnSpc>
                <a:spcPct val="80000"/>
              </a:lnSpc>
              <a:spcBef>
                <a:spcPts val="900"/>
              </a:spcBef>
              <a:defRPr sz="76000" spc="-500">
                <a:gradFill flip="none" rotWithShape="1">
                  <a:gsLst>
                    <a:gs pos="0">
                      <a:srgbClr val="FFFFFF">
                        <a:alpha val="49994"/>
                      </a:srgbClr>
                    </a:gs>
                    <a:gs pos="80000">
                      <a:srgbClr val="FFFFFF">
                        <a:alpha val="0"/>
                      </a:srgbClr>
                    </a:gs>
                  </a:gsLst>
                  <a:path path="circle">
                    <a:fillToRect l="119636" t="37721" r="-19636" b="62278"/>
                  </a:path>
                </a:gradFill>
                <a:latin typeface="Avenir Next LT Pro Demi"/>
                <a:ea typeface="Avenir Next LT Pro Demi"/>
                <a:cs typeface="Avenir Next LT Pro Demi"/>
                <a:sym typeface="Avenir Next LT Pro Demi"/>
              </a:defRPr>
            </a:lvl4pPr>
            <a:lvl5pPr marL="13326004" indent="-11400003" defTabSz="457200">
              <a:lnSpc>
                <a:spcPct val="80000"/>
              </a:lnSpc>
              <a:spcBef>
                <a:spcPts val="900"/>
              </a:spcBef>
              <a:defRPr sz="76000" spc="-500">
                <a:gradFill flip="none" rotWithShape="1">
                  <a:gsLst>
                    <a:gs pos="0">
                      <a:srgbClr val="FFFFFF">
                        <a:alpha val="49994"/>
                      </a:srgbClr>
                    </a:gs>
                    <a:gs pos="80000">
                      <a:srgbClr val="FFFFFF">
                        <a:alpha val="0"/>
                      </a:srgbClr>
                    </a:gs>
                  </a:gsLst>
                  <a:path path="circle">
                    <a:fillToRect l="119636" t="37721" r="-19636" b="62278"/>
                  </a:path>
                </a:gradFill>
                <a:latin typeface="Avenir Next LT Pro Demi"/>
                <a:ea typeface="Avenir Next LT Pro Demi"/>
                <a:cs typeface="Avenir Next LT Pro Demi"/>
                <a:sym typeface="Avenir Next LT Pro Demi"/>
              </a:defRPr>
            </a:lvl5pPr>
          </a:lstStyle>
          <a:p>
            <a:r>
              <a:t>0</a:t>
            </a:r>
          </a:p>
          <a:p>
            <a:pPr lvl="1"/>
            <a:endParaRPr/>
          </a:p>
          <a:p>
            <a:pPr lvl="2"/>
            <a:endParaRPr/>
          </a:p>
          <a:p>
            <a:pPr lvl="3"/>
            <a:endParaRPr/>
          </a:p>
          <a:p>
            <a:pPr lvl="4"/>
            <a:endParaRPr/>
          </a:p>
        </p:txBody>
      </p:sp>
      <p:sp>
        <p:nvSpPr>
          <p:cNvPr id="1463"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1464"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sp>
        <p:nvSpPr>
          <p:cNvPr id="1465"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1466" name="Section Header"/>
          <p:cNvSpPr txBox="1">
            <a:spLocks noGrp="1"/>
          </p:cNvSpPr>
          <p:nvPr>
            <p:ph type="title" hasCustomPrompt="1"/>
          </p:nvPr>
        </p:nvSpPr>
        <p:spPr>
          <a:xfrm>
            <a:off x="613241" y="2253261"/>
            <a:ext cx="5432719" cy="783716"/>
          </a:xfrm>
          <a:prstGeom prst="rect">
            <a:avLst/>
          </a:prstGeom>
        </p:spPr>
        <p:txBody>
          <a:bodyPr/>
          <a:lstStyle>
            <a:lvl1pPr>
              <a:defRPr sz="5000" b="1"/>
            </a:lvl1pPr>
          </a:lstStyle>
          <a:p>
            <a:r>
              <a:t>Section Header</a:t>
            </a:r>
          </a:p>
        </p:txBody>
      </p:sp>
      <p:sp>
        <p:nvSpPr>
          <p:cNvPr id="1467" name="Text Placeholder 2"/>
          <p:cNvSpPr>
            <a:spLocks noGrp="1"/>
          </p:cNvSpPr>
          <p:nvPr>
            <p:ph type="body" sz="quarter" idx="23" hasCustomPrompt="1"/>
          </p:nvPr>
        </p:nvSpPr>
        <p:spPr>
          <a:xfrm>
            <a:off x="619867" y="3036975"/>
            <a:ext cx="5432719" cy="803099"/>
          </a:xfrm>
          <a:prstGeom prst="rect">
            <a:avLst/>
          </a:prstGeom>
          <a:noFill/>
          <a:ln w="12700">
            <a:noFill/>
            <a:miter lim="400000"/>
          </a:ln>
        </p:spPr>
        <p:txBody>
          <a:bodyPr lIns="0" tIns="0" rIns="0" bIns="0" anchor="t"/>
          <a:lstStyle>
            <a:lvl1pPr defTabSz="457200">
              <a:spcBef>
                <a:spcPts val="900"/>
              </a:spcBef>
              <a:defRPr sz="3250" spc="-100">
                <a:solidFill>
                  <a:srgbClr val="FFFFFF"/>
                </a:solidFill>
              </a:defRPr>
            </a:lvl1pPr>
          </a:lstStyle>
          <a:p>
            <a:r>
              <a:t>Section Subheading</a:t>
            </a:r>
          </a:p>
        </p:txBody>
      </p:sp>
      <p:pic>
        <p:nvPicPr>
          <p:cNvPr id="1468" name="Picture 1" descr="Picture 1"/>
          <p:cNvPicPr>
            <a:picLocks noChangeAspect="1"/>
          </p:cNvPicPr>
          <p:nvPr/>
        </p:nvPicPr>
        <p:blipFill>
          <a:blip r:embed="rId2"/>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1884162503"/>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x">
  <p:cSld name="Titles and 4 text boxes containing boxes A">
    <p:bg>
      <p:bgPr>
        <a:solidFill>
          <a:srgbClr val="FFFFFF"/>
        </a:solidFill>
        <a:effectLst/>
      </p:bgPr>
    </p:bg>
    <p:spTree>
      <p:nvGrpSpPr>
        <p:cNvPr id="1" name=""/>
        <p:cNvGrpSpPr/>
        <p:nvPr/>
      </p:nvGrpSpPr>
      <p:grpSpPr>
        <a:xfrm>
          <a:off x="0" y="0"/>
          <a:ext cx="0" cy="0"/>
          <a:chOff x="0" y="0"/>
          <a:chExt cx="0" cy="0"/>
        </a:xfrm>
      </p:grpSpPr>
      <p:pic>
        <p:nvPicPr>
          <p:cNvPr id="1475"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476"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1477"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47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479"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480" name="Text Placeholder 4"/>
          <p:cNvSpPr>
            <a:spLocks noGrp="1"/>
          </p:cNvSpPr>
          <p:nvPr>
            <p:ph type="body" sz="quarter" idx="22"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1481" name="Text Placeholder 6"/>
          <p:cNvSpPr>
            <a:spLocks noGrp="1"/>
          </p:cNvSpPr>
          <p:nvPr>
            <p:ph type="body" sz="quarter" idx="23"/>
          </p:nvPr>
        </p:nvSpPr>
        <p:spPr>
          <a:xfrm>
            <a:off x="459685" y="1339160"/>
            <a:ext cx="2564349" cy="4611480"/>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482" name="Text Placeholder 2"/>
          <p:cNvSpPr>
            <a:spLocks noGrp="1"/>
          </p:cNvSpPr>
          <p:nvPr>
            <p:ph type="body" sz="quarter" idx="24" hasCustomPrompt="1"/>
          </p:nvPr>
        </p:nvSpPr>
        <p:spPr>
          <a:xfrm>
            <a:off x="550361" y="3221513"/>
            <a:ext cx="2382998"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483" name="Text Placeholder 2"/>
          <p:cNvSpPr>
            <a:spLocks noGrp="1"/>
          </p:cNvSpPr>
          <p:nvPr>
            <p:ph type="body" sz="quarter" idx="25" hasCustomPrompt="1"/>
          </p:nvPr>
        </p:nvSpPr>
        <p:spPr>
          <a:xfrm>
            <a:off x="562989" y="4374831"/>
            <a:ext cx="2357742"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484" name="Text Placeholder 29"/>
          <p:cNvSpPr>
            <a:spLocks noGrp="1"/>
          </p:cNvSpPr>
          <p:nvPr>
            <p:ph type="body" sz="quarter" idx="26" hasCustomPrompt="1"/>
          </p:nvPr>
        </p:nvSpPr>
        <p:spPr>
          <a:xfrm>
            <a:off x="525266" y="3366088"/>
            <a:ext cx="2433188"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485" name="Text Placeholder 29"/>
          <p:cNvSpPr>
            <a:spLocks noGrp="1"/>
          </p:cNvSpPr>
          <p:nvPr>
            <p:ph type="body" sz="quarter" idx="27" hasCustomPrompt="1"/>
          </p:nvPr>
        </p:nvSpPr>
        <p:spPr>
          <a:xfrm>
            <a:off x="525266" y="3631454"/>
            <a:ext cx="2433188"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486" name="Text Placeholder 29"/>
          <p:cNvSpPr>
            <a:spLocks noGrp="1"/>
          </p:cNvSpPr>
          <p:nvPr>
            <p:ph type="body" sz="quarter" idx="28" hasCustomPrompt="1"/>
          </p:nvPr>
        </p:nvSpPr>
        <p:spPr>
          <a:xfrm>
            <a:off x="525266" y="4556370"/>
            <a:ext cx="243318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487" name="Text Placeholder 29"/>
          <p:cNvSpPr>
            <a:spLocks noGrp="1"/>
          </p:cNvSpPr>
          <p:nvPr>
            <p:ph type="body" sz="quarter" idx="29" hasCustomPrompt="1"/>
          </p:nvPr>
        </p:nvSpPr>
        <p:spPr>
          <a:xfrm>
            <a:off x="525266" y="4793976"/>
            <a:ext cx="243318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488" name="Text Placeholder 29"/>
          <p:cNvSpPr>
            <a:spLocks noGrp="1"/>
          </p:cNvSpPr>
          <p:nvPr>
            <p:ph type="body" sz="quarter" idx="30" hasCustomPrompt="1"/>
          </p:nvPr>
        </p:nvSpPr>
        <p:spPr>
          <a:xfrm>
            <a:off x="525266" y="5414859"/>
            <a:ext cx="243318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489" name="Text Placeholder 2"/>
          <p:cNvSpPr>
            <a:spLocks noGrp="1"/>
          </p:cNvSpPr>
          <p:nvPr>
            <p:ph type="body" sz="quarter" idx="31" hasCustomPrompt="1"/>
          </p:nvPr>
        </p:nvSpPr>
        <p:spPr>
          <a:xfrm>
            <a:off x="550341" y="2076246"/>
            <a:ext cx="2383038" cy="974051"/>
          </a:xfrm>
          <a:prstGeom prst="rect">
            <a:avLst/>
          </a:prstGeom>
          <a:solidFill>
            <a:srgbClr val="FFFFFF"/>
          </a:solidFill>
          <a:ln>
            <a:solidFill>
              <a:srgbClr val="D9D9D9"/>
            </a:solidFill>
            <a:round/>
          </a:ln>
        </p:spPr>
        <p:txBody>
          <a:bodyPr lIns="0" tIns="0" rIns="0" bIns="0"/>
          <a:lstStyle>
            <a:lvl1pPr algn="ctr" defTabSz="457200">
              <a:lnSpc>
                <a:spcPts val="3000"/>
              </a:lnSpc>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490" name="Text Placeholder 17"/>
          <p:cNvSpPr>
            <a:spLocks noGrp="1"/>
          </p:cNvSpPr>
          <p:nvPr>
            <p:ph type="body" sz="quarter" idx="32" hasCustomPrompt="1"/>
          </p:nvPr>
        </p:nvSpPr>
        <p:spPr>
          <a:xfrm>
            <a:off x="579638" y="1459976"/>
            <a:ext cx="223259" cy="222740"/>
          </a:xfrm>
          <a:prstGeom prst="rect">
            <a:avLst/>
          </a:prstGeom>
          <a:solidFill>
            <a:srgbClr val="78EBB7"/>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1</a:t>
            </a:r>
          </a:p>
        </p:txBody>
      </p:sp>
      <p:sp>
        <p:nvSpPr>
          <p:cNvPr id="1491" name="Text Placeholder 14"/>
          <p:cNvSpPr>
            <a:spLocks noGrp="1"/>
          </p:cNvSpPr>
          <p:nvPr>
            <p:ph type="body" sz="quarter" idx="33" hasCustomPrompt="1"/>
          </p:nvPr>
        </p:nvSpPr>
        <p:spPr>
          <a:xfrm>
            <a:off x="525266" y="1735720"/>
            <a:ext cx="2433188"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2"/>
                </a:solidFill>
                <a:latin typeface="Avenir Next LT Pro Demi"/>
                <a:ea typeface="Avenir Next LT Pro Demi"/>
                <a:cs typeface="Avenir Next LT Pro Demi"/>
                <a:sym typeface="Avenir Next LT Pro Demi"/>
              </a:defRPr>
            </a:lvl1pPr>
          </a:lstStyle>
          <a:p>
            <a:r>
              <a:t>CLICK TO EDIT TEXT</a:t>
            </a:r>
          </a:p>
        </p:txBody>
      </p:sp>
      <p:sp>
        <p:nvSpPr>
          <p:cNvPr id="1492" name="Text Placeholder 6"/>
          <p:cNvSpPr>
            <a:spLocks noGrp="1"/>
          </p:cNvSpPr>
          <p:nvPr>
            <p:ph type="body" sz="quarter" idx="34"/>
          </p:nvPr>
        </p:nvSpPr>
        <p:spPr>
          <a:xfrm>
            <a:off x="3366234" y="1339160"/>
            <a:ext cx="2564349" cy="4611480"/>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493" name="Text Placeholder 17"/>
          <p:cNvSpPr>
            <a:spLocks noGrp="1"/>
          </p:cNvSpPr>
          <p:nvPr>
            <p:ph type="body" sz="quarter" idx="35" hasCustomPrompt="1"/>
          </p:nvPr>
        </p:nvSpPr>
        <p:spPr>
          <a:xfrm>
            <a:off x="3486186" y="1459976"/>
            <a:ext cx="223259" cy="222740"/>
          </a:xfrm>
          <a:prstGeom prst="rect">
            <a:avLst/>
          </a:prstGeom>
          <a:solidFill>
            <a:srgbClr val="78EBB7"/>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2</a:t>
            </a:r>
          </a:p>
        </p:txBody>
      </p:sp>
      <p:sp>
        <p:nvSpPr>
          <p:cNvPr id="1494" name="Text Placeholder 2"/>
          <p:cNvSpPr>
            <a:spLocks noGrp="1"/>
          </p:cNvSpPr>
          <p:nvPr>
            <p:ph type="body" sz="quarter" idx="36" hasCustomPrompt="1"/>
          </p:nvPr>
        </p:nvSpPr>
        <p:spPr>
          <a:xfrm>
            <a:off x="3456909" y="3221513"/>
            <a:ext cx="2382998"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495" name="Text Placeholder 2"/>
          <p:cNvSpPr>
            <a:spLocks noGrp="1"/>
          </p:cNvSpPr>
          <p:nvPr>
            <p:ph type="body" sz="quarter" idx="37" hasCustomPrompt="1"/>
          </p:nvPr>
        </p:nvSpPr>
        <p:spPr>
          <a:xfrm>
            <a:off x="3469537" y="4374831"/>
            <a:ext cx="2357743"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496" name="Text Placeholder 29"/>
          <p:cNvSpPr>
            <a:spLocks noGrp="1"/>
          </p:cNvSpPr>
          <p:nvPr>
            <p:ph type="body" sz="quarter" idx="38" hasCustomPrompt="1"/>
          </p:nvPr>
        </p:nvSpPr>
        <p:spPr>
          <a:xfrm>
            <a:off x="3431814" y="3366088"/>
            <a:ext cx="2433188"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497" name="Text Placeholder 29"/>
          <p:cNvSpPr>
            <a:spLocks noGrp="1"/>
          </p:cNvSpPr>
          <p:nvPr>
            <p:ph type="body" sz="quarter" idx="39" hasCustomPrompt="1"/>
          </p:nvPr>
        </p:nvSpPr>
        <p:spPr>
          <a:xfrm>
            <a:off x="3431814" y="3631454"/>
            <a:ext cx="2433188"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498" name="Text Placeholder 29"/>
          <p:cNvSpPr>
            <a:spLocks noGrp="1"/>
          </p:cNvSpPr>
          <p:nvPr>
            <p:ph type="body" sz="quarter" idx="40" hasCustomPrompt="1"/>
          </p:nvPr>
        </p:nvSpPr>
        <p:spPr>
          <a:xfrm>
            <a:off x="3431814" y="4556370"/>
            <a:ext cx="243318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499" name="Text Placeholder 29"/>
          <p:cNvSpPr>
            <a:spLocks noGrp="1"/>
          </p:cNvSpPr>
          <p:nvPr>
            <p:ph type="body" sz="quarter" idx="41" hasCustomPrompt="1"/>
          </p:nvPr>
        </p:nvSpPr>
        <p:spPr>
          <a:xfrm>
            <a:off x="3431814" y="4793976"/>
            <a:ext cx="243318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00" name="Text Placeholder 29"/>
          <p:cNvSpPr>
            <a:spLocks noGrp="1"/>
          </p:cNvSpPr>
          <p:nvPr>
            <p:ph type="body" sz="quarter" idx="42" hasCustomPrompt="1"/>
          </p:nvPr>
        </p:nvSpPr>
        <p:spPr>
          <a:xfrm>
            <a:off x="3431814" y="5414859"/>
            <a:ext cx="243318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01" name="Text Placeholder 2"/>
          <p:cNvSpPr>
            <a:spLocks noGrp="1"/>
          </p:cNvSpPr>
          <p:nvPr>
            <p:ph type="body" sz="quarter" idx="43" hasCustomPrompt="1"/>
          </p:nvPr>
        </p:nvSpPr>
        <p:spPr>
          <a:xfrm>
            <a:off x="3456889" y="2076246"/>
            <a:ext cx="2383039" cy="974051"/>
          </a:xfrm>
          <a:prstGeom prst="rect">
            <a:avLst/>
          </a:prstGeom>
          <a:solidFill>
            <a:srgbClr val="FFFFFF"/>
          </a:solidFill>
          <a:ln>
            <a:solidFill>
              <a:srgbClr val="D9D9D9"/>
            </a:solidFill>
            <a:round/>
          </a:ln>
        </p:spPr>
        <p:txBody>
          <a:bodyPr lIns="0" tIns="0" rIns="0" bIns="0"/>
          <a:lstStyle>
            <a:lvl1pPr algn="ctr" defTabSz="457200">
              <a:lnSpc>
                <a:spcPts val="3000"/>
              </a:lnSpc>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02" name="Text Placeholder 14"/>
          <p:cNvSpPr>
            <a:spLocks noGrp="1"/>
          </p:cNvSpPr>
          <p:nvPr>
            <p:ph type="body" sz="quarter" idx="44" hasCustomPrompt="1"/>
          </p:nvPr>
        </p:nvSpPr>
        <p:spPr>
          <a:xfrm>
            <a:off x="3431814" y="1735720"/>
            <a:ext cx="2433188"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2"/>
                </a:solidFill>
                <a:latin typeface="Avenir Next LT Pro Demi"/>
                <a:ea typeface="Avenir Next LT Pro Demi"/>
                <a:cs typeface="Avenir Next LT Pro Demi"/>
                <a:sym typeface="Avenir Next LT Pro Demi"/>
              </a:defRPr>
            </a:lvl1pPr>
          </a:lstStyle>
          <a:p>
            <a:r>
              <a:t>CLICK TO EDIT TEXT</a:t>
            </a:r>
          </a:p>
        </p:txBody>
      </p:sp>
      <p:sp>
        <p:nvSpPr>
          <p:cNvPr id="1503" name="Text Placeholder 6"/>
          <p:cNvSpPr>
            <a:spLocks noGrp="1"/>
          </p:cNvSpPr>
          <p:nvPr>
            <p:ph type="body" sz="quarter" idx="45"/>
          </p:nvPr>
        </p:nvSpPr>
        <p:spPr>
          <a:xfrm>
            <a:off x="6273645" y="1339160"/>
            <a:ext cx="2564349" cy="4611480"/>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504" name="Text Placeholder 17"/>
          <p:cNvSpPr>
            <a:spLocks noGrp="1"/>
          </p:cNvSpPr>
          <p:nvPr>
            <p:ph type="body" sz="quarter" idx="46" hasCustomPrompt="1"/>
          </p:nvPr>
        </p:nvSpPr>
        <p:spPr>
          <a:xfrm>
            <a:off x="6393598" y="1459976"/>
            <a:ext cx="223259" cy="222740"/>
          </a:xfrm>
          <a:prstGeom prst="rect">
            <a:avLst/>
          </a:prstGeom>
          <a:solidFill>
            <a:srgbClr val="78EBB7"/>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3</a:t>
            </a:r>
          </a:p>
        </p:txBody>
      </p:sp>
      <p:sp>
        <p:nvSpPr>
          <p:cNvPr id="1505" name="Text Placeholder 2"/>
          <p:cNvSpPr>
            <a:spLocks noGrp="1"/>
          </p:cNvSpPr>
          <p:nvPr>
            <p:ph type="body" sz="quarter" idx="47" hasCustomPrompt="1"/>
          </p:nvPr>
        </p:nvSpPr>
        <p:spPr>
          <a:xfrm>
            <a:off x="6364320" y="3221513"/>
            <a:ext cx="2382999"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06" name="Text Placeholder 2"/>
          <p:cNvSpPr>
            <a:spLocks noGrp="1"/>
          </p:cNvSpPr>
          <p:nvPr>
            <p:ph type="body" sz="quarter" idx="48" hasCustomPrompt="1"/>
          </p:nvPr>
        </p:nvSpPr>
        <p:spPr>
          <a:xfrm>
            <a:off x="6376949" y="4374831"/>
            <a:ext cx="2357742"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07" name="Text Placeholder 29"/>
          <p:cNvSpPr>
            <a:spLocks noGrp="1"/>
          </p:cNvSpPr>
          <p:nvPr>
            <p:ph type="body" sz="quarter" idx="49" hasCustomPrompt="1"/>
          </p:nvPr>
        </p:nvSpPr>
        <p:spPr>
          <a:xfrm>
            <a:off x="6339225" y="3366088"/>
            <a:ext cx="2433189"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08" name="Text Placeholder 29"/>
          <p:cNvSpPr>
            <a:spLocks noGrp="1"/>
          </p:cNvSpPr>
          <p:nvPr>
            <p:ph type="body" sz="quarter" idx="50" hasCustomPrompt="1"/>
          </p:nvPr>
        </p:nvSpPr>
        <p:spPr>
          <a:xfrm>
            <a:off x="6339225" y="3631454"/>
            <a:ext cx="2433189"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09" name="Text Placeholder 29"/>
          <p:cNvSpPr>
            <a:spLocks noGrp="1"/>
          </p:cNvSpPr>
          <p:nvPr>
            <p:ph type="body" sz="quarter" idx="51" hasCustomPrompt="1"/>
          </p:nvPr>
        </p:nvSpPr>
        <p:spPr>
          <a:xfrm>
            <a:off x="6339225" y="4556370"/>
            <a:ext cx="2433189"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10" name="Text Placeholder 29"/>
          <p:cNvSpPr>
            <a:spLocks noGrp="1"/>
          </p:cNvSpPr>
          <p:nvPr>
            <p:ph type="body" sz="quarter" idx="52" hasCustomPrompt="1"/>
          </p:nvPr>
        </p:nvSpPr>
        <p:spPr>
          <a:xfrm>
            <a:off x="6339225" y="4793976"/>
            <a:ext cx="2433189"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11" name="Text Placeholder 29"/>
          <p:cNvSpPr>
            <a:spLocks noGrp="1"/>
          </p:cNvSpPr>
          <p:nvPr>
            <p:ph type="body" sz="quarter" idx="53" hasCustomPrompt="1"/>
          </p:nvPr>
        </p:nvSpPr>
        <p:spPr>
          <a:xfrm>
            <a:off x="6339225" y="5414859"/>
            <a:ext cx="2433189"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12" name="Text Placeholder 2"/>
          <p:cNvSpPr>
            <a:spLocks noGrp="1"/>
          </p:cNvSpPr>
          <p:nvPr>
            <p:ph type="body" sz="quarter" idx="54" hasCustomPrompt="1"/>
          </p:nvPr>
        </p:nvSpPr>
        <p:spPr>
          <a:xfrm>
            <a:off x="6364300" y="2076246"/>
            <a:ext cx="2383039" cy="974051"/>
          </a:xfrm>
          <a:prstGeom prst="rect">
            <a:avLst/>
          </a:prstGeom>
          <a:solidFill>
            <a:srgbClr val="FFFFFF"/>
          </a:solidFill>
          <a:ln>
            <a:solidFill>
              <a:srgbClr val="D9D9D9"/>
            </a:solidFill>
            <a:round/>
          </a:ln>
        </p:spPr>
        <p:txBody>
          <a:bodyPr lIns="0" tIns="0" rIns="0" bIns="0"/>
          <a:lstStyle>
            <a:lvl1pPr algn="ctr" defTabSz="457200">
              <a:lnSpc>
                <a:spcPts val="3000"/>
              </a:lnSpc>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13" name="Text Placeholder 14"/>
          <p:cNvSpPr>
            <a:spLocks noGrp="1"/>
          </p:cNvSpPr>
          <p:nvPr>
            <p:ph type="body" sz="quarter" idx="55" hasCustomPrompt="1"/>
          </p:nvPr>
        </p:nvSpPr>
        <p:spPr>
          <a:xfrm>
            <a:off x="6339225" y="1735720"/>
            <a:ext cx="2433189"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2"/>
                </a:solidFill>
                <a:latin typeface="Avenir Next LT Pro Demi"/>
                <a:ea typeface="Avenir Next LT Pro Demi"/>
                <a:cs typeface="Avenir Next LT Pro Demi"/>
                <a:sym typeface="Avenir Next LT Pro Demi"/>
              </a:defRPr>
            </a:lvl1pPr>
          </a:lstStyle>
          <a:p>
            <a:r>
              <a:t>CLICK TO EDIT TEXT</a:t>
            </a:r>
          </a:p>
        </p:txBody>
      </p:sp>
      <p:sp>
        <p:nvSpPr>
          <p:cNvPr id="1514" name="Text Placeholder 6"/>
          <p:cNvSpPr>
            <a:spLocks noGrp="1"/>
          </p:cNvSpPr>
          <p:nvPr>
            <p:ph type="body" sz="quarter" idx="56"/>
          </p:nvPr>
        </p:nvSpPr>
        <p:spPr>
          <a:xfrm>
            <a:off x="9180919" y="1339160"/>
            <a:ext cx="2564349" cy="4611480"/>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515" name="Text Placeholder 17"/>
          <p:cNvSpPr>
            <a:spLocks noGrp="1"/>
          </p:cNvSpPr>
          <p:nvPr>
            <p:ph type="body" sz="quarter" idx="57" hasCustomPrompt="1"/>
          </p:nvPr>
        </p:nvSpPr>
        <p:spPr>
          <a:xfrm>
            <a:off x="9300871" y="1459976"/>
            <a:ext cx="223259" cy="222740"/>
          </a:xfrm>
          <a:prstGeom prst="rect">
            <a:avLst/>
          </a:prstGeom>
          <a:solidFill>
            <a:srgbClr val="78EBB7"/>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4</a:t>
            </a:r>
          </a:p>
        </p:txBody>
      </p:sp>
      <p:sp>
        <p:nvSpPr>
          <p:cNvPr id="1516" name="Text Placeholder 2"/>
          <p:cNvSpPr>
            <a:spLocks noGrp="1"/>
          </p:cNvSpPr>
          <p:nvPr>
            <p:ph type="body" sz="quarter" idx="58" hasCustomPrompt="1"/>
          </p:nvPr>
        </p:nvSpPr>
        <p:spPr>
          <a:xfrm>
            <a:off x="9271594" y="3221513"/>
            <a:ext cx="2382999"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17" name="Text Placeholder 2"/>
          <p:cNvSpPr>
            <a:spLocks noGrp="1"/>
          </p:cNvSpPr>
          <p:nvPr>
            <p:ph type="body" sz="quarter" idx="59" hasCustomPrompt="1"/>
          </p:nvPr>
        </p:nvSpPr>
        <p:spPr>
          <a:xfrm>
            <a:off x="9284222" y="4374831"/>
            <a:ext cx="2357742"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18" name="Text Placeholder 29"/>
          <p:cNvSpPr>
            <a:spLocks noGrp="1"/>
          </p:cNvSpPr>
          <p:nvPr>
            <p:ph type="body" sz="quarter" idx="60" hasCustomPrompt="1"/>
          </p:nvPr>
        </p:nvSpPr>
        <p:spPr>
          <a:xfrm>
            <a:off x="9246498" y="3366088"/>
            <a:ext cx="2433189"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19" name="Text Placeholder 29"/>
          <p:cNvSpPr>
            <a:spLocks noGrp="1"/>
          </p:cNvSpPr>
          <p:nvPr>
            <p:ph type="body" sz="quarter" idx="61" hasCustomPrompt="1"/>
          </p:nvPr>
        </p:nvSpPr>
        <p:spPr>
          <a:xfrm>
            <a:off x="9246498" y="3631454"/>
            <a:ext cx="2433189"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20" name="Text Placeholder 29"/>
          <p:cNvSpPr>
            <a:spLocks noGrp="1"/>
          </p:cNvSpPr>
          <p:nvPr>
            <p:ph type="body" sz="quarter" idx="62" hasCustomPrompt="1"/>
          </p:nvPr>
        </p:nvSpPr>
        <p:spPr>
          <a:xfrm>
            <a:off x="9246498" y="4556370"/>
            <a:ext cx="2433189"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21" name="Text Placeholder 29"/>
          <p:cNvSpPr>
            <a:spLocks noGrp="1"/>
          </p:cNvSpPr>
          <p:nvPr>
            <p:ph type="body" sz="quarter" idx="63" hasCustomPrompt="1"/>
          </p:nvPr>
        </p:nvSpPr>
        <p:spPr>
          <a:xfrm>
            <a:off x="9246498" y="4793976"/>
            <a:ext cx="2433189"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22" name="Text Placeholder 29"/>
          <p:cNvSpPr>
            <a:spLocks noGrp="1"/>
          </p:cNvSpPr>
          <p:nvPr>
            <p:ph type="body" sz="quarter" idx="64" hasCustomPrompt="1"/>
          </p:nvPr>
        </p:nvSpPr>
        <p:spPr>
          <a:xfrm>
            <a:off x="9246498" y="5414859"/>
            <a:ext cx="2433189"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23" name="Text Placeholder 2"/>
          <p:cNvSpPr>
            <a:spLocks noGrp="1"/>
          </p:cNvSpPr>
          <p:nvPr>
            <p:ph type="body" sz="quarter" idx="65" hasCustomPrompt="1"/>
          </p:nvPr>
        </p:nvSpPr>
        <p:spPr>
          <a:xfrm>
            <a:off x="9271574" y="2076246"/>
            <a:ext cx="2383038" cy="974051"/>
          </a:xfrm>
          <a:prstGeom prst="rect">
            <a:avLst/>
          </a:prstGeom>
          <a:solidFill>
            <a:srgbClr val="FFFFFF"/>
          </a:solidFill>
          <a:ln>
            <a:solidFill>
              <a:srgbClr val="D9D9D9"/>
            </a:solidFill>
            <a:round/>
          </a:ln>
        </p:spPr>
        <p:txBody>
          <a:bodyPr lIns="0" tIns="0" rIns="0" bIns="0"/>
          <a:lstStyle>
            <a:lvl1pPr algn="ctr" defTabSz="457200">
              <a:lnSpc>
                <a:spcPts val="3000"/>
              </a:lnSpc>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24" name="Text Placeholder 14"/>
          <p:cNvSpPr>
            <a:spLocks noGrp="1"/>
          </p:cNvSpPr>
          <p:nvPr>
            <p:ph type="body" sz="quarter" idx="66" hasCustomPrompt="1"/>
          </p:nvPr>
        </p:nvSpPr>
        <p:spPr>
          <a:xfrm>
            <a:off x="9246498" y="1735720"/>
            <a:ext cx="2433189"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2"/>
                </a:solidFill>
                <a:latin typeface="Avenir Next LT Pro Demi"/>
                <a:ea typeface="Avenir Next LT Pro Demi"/>
                <a:cs typeface="Avenir Next LT Pro Demi"/>
                <a:sym typeface="Avenir Next LT Pro Demi"/>
              </a:defRPr>
            </a:lvl1pPr>
          </a:lstStyle>
          <a:p>
            <a:r>
              <a:t>CLICK TO EDIT TEXT</a:t>
            </a:r>
          </a:p>
        </p:txBody>
      </p:sp>
    </p:spTree>
    <p:extLst>
      <p:ext uri="{BB962C8B-B14F-4D97-AF65-F5344CB8AC3E}">
        <p14:creationId xmlns:p14="http://schemas.microsoft.com/office/powerpoint/2010/main" val="3031071599"/>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x">
  <p:cSld name="Titles and 3 text boxes containing boxes A">
    <p:bg>
      <p:bgPr>
        <a:solidFill>
          <a:srgbClr val="FFFFFF"/>
        </a:solidFill>
        <a:effectLst/>
      </p:bgPr>
    </p:bg>
    <p:spTree>
      <p:nvGrpSpPr>
        <p:cNvPr id="1" name=""/>
        <p:cNvGrpSpPr/>
        <p:nvPr/>
      </p:nvGrpSpPr>
      <p:grpSpPr>
        <a:xfrm>
          <a:off x="0" y="0"/>
          <a:ext cx="0" cy="0"/>
          <a:chOff x="0" y="0"/>
          <a:chExt cx="0" cy="0"/>
        </a:xfrm>
      </p:grpSpPr>
      <p:pic>
        <p:nvPicPr>
          <p:cNvPr id="153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532"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1533"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534"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535"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536" name="Text Placeholder 4"/>
          <p:cNvSpPr>
            <a:spLocks noGrp="1"/>
          </p:cNvSpPr>
          <p:nvPr>
            <p:ph type="body" sz="quarter" idx="22"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1537" name="Text Placeholder 6"/>
          <p:cNvSpPr>
            <a:spLocks noGrp="1"/>
          </p:cNvSpPr>
          <p:nvPr>
            <p:ph type="body" sz="quarter" idx="23"/>
          </p:nvPr>
        </p:nvSpPr>
        <p:spPr>
          <a:xfrm>
            <a:off x="459223" y="1338697"/>
            <a:ext cx="3513062" cy="4612407"/>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538" name="Text Placeholder 2"/>
          <p:cNvSpPr>
            <a:spLocks noGrp="1"/>
          </p:cNvSpPr>
          <p:nvPr>
            <p:ph type="body" sz="quarter" idx="24" hasCustomPrompt="1"/>
          </p:nvPr>
        </p:nvSpPr>
        <p:spPr>
          <a:xfrm>
            <a:off x="553525" y="3214256"/>
            <a:ext cx="3324458"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39" name="Text Placeholder 2"/>
          <p:cNvSpPr>
            <a:spLocks noGrp="1"/>
          </p:cNvSpPr>
          <p:nvPr>
            <p:ph type="body" sz="quarter" idx="25" hasCustomPrompt="1"/>
          </p:nvPr>
        </p:nvSpPr>
        <p:spPr>
          <a:xfrm>
            <a:off x="566153" y="4374831"/>
            <a:ext cx="3299201"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40" name="Text Placeholder 2"/>
          <p:cNvSpPr>
            <a:spLocks noGrp="1"/>
          </p:cNvSpPr>
          <p:nvPr>
            <p:ph type="body" sz="quarter" idx="26" hasCustomPrompt="1"/>
          </p:nvPr>
        </p:nvSpPr>
        <p:spPr>
          <a:xfrm>
            <a:off x="553444" y="2073241"/>
            <a:ext cx="3324620" cy="971684"/>
          </a:xfrm>
          <a:prstGeom prst="rect">
            <a:avLst/>
          </a:prstGeom>
          <a:solidFill>
            <a:srgbClr val="FFFFFF"/>
          </a:solidFill>
          <a:ln>
            <a:solidFill>
              <a:srgbClr val="D9D9D9"/>
            </a:solidFill>
            <a:round/>
          </a:ln>
        </p:spPr>
        <p:txBody>
          <a:bodyPr lIns="0" tIns="0" rIns="0" bIns="0"/>
          <a:lstStyle>
            <a:lvl1pPr algn="ctr" defTabSz="457200">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41" name="Text Placeholder 17"/>
          <p:cNvSpPr>
            <a:spLocks noGrp="1"/>
          </p:cNvSpPr>
          <p:nvPr>
            <p:ph type="body" sz="quarter" idx="27" hasCustomPrompt="1"/>
          </p:nvPr>
        </p:nvSpPr>
        <p:spPr>
          <a:xfrm>
            <a:off x="579638" y="1459976"/>
            <a:ext cx="223259" cy="222740"/>
          </a:xfrm>
          <a:prstGeom prst="rect">
            <a:avLst/>
          </a:prstGeom>
          <a:solidFill>
            <a:srgbClr val="5FBFFF"/>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1</a:t>
            </a:r>
          </a:p>
        </p:txBody>
      </p:sp>
      <p:sp>
        <p:nvSpPr>
          <p:cNvPr id="1542" name="Text Placeholder 14"/>
          <p:cNvSpPr>
            <a:spLocks noGrp="1"/>
          </p:cNvSpPr>
          <p:nvPr>
            <p:ph type="body" sz="quarter" idx="28" hasCustomPrompt="1"/>
          </p:nvPr>
        </p:nvSpPr>
        <p:spPr>
          <a:xfrm>
            <a:off x="525266" y="1735720"/>
            <a:ext cx="3374648"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1"/>
                </a:solidFill>
                <a:latin typeface="Avenir Next LT Pro Demi"/>
                <a:ea typeface="Avenir Next LT Pro Demi"/>
                <a:cs typeface="Avenir Next LT Pro Demi"/>
                <a:sym typeface="Avenir Next LT Pro Demi"/>
              </a:defRPr>
            </a:lvl1pPr>
          </a:lstStyle>
          <a:p>
            <a:r>
              <a:t>CLICK TO EDIT TEXT</a:t>
            </a:r>
          </a:p>
        </p:txBody>
      </p:sp>
      <p:sp>
        <p:nvSpPr>
          <p:cNvPr id="1543" name="Text Placeholder 29"/>
          <p:cNvSpPr>
            <a:spLocks noGrp="1"/>
          </p:cNvSpPr>
          <p:nvPr>
            <p:ph type="body" sz="quarter" idx="29" hasCustomPrompt="1"/>
          </p:nvPr>
        </p:nvSpPr>
        <p:spPr>
          <a:xfrm>
            <a:off x="525266" y="3366088"/>
            <a:ext cx="3374648"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44" name="Text Placeholder 29"/>
          <p:cNvSpPr>
            <a:spLocks noGrp="1"/>
          </p:cNvSpPr>
          <p:nvPr>
            <p:ph type="body" sz="quarter" idx="30" hasCustomPrompt="1"/>
          </p:nvPr>
        </p:nvSpPr>
        <p:spPr>
          <a:xfrm>
            <a:off x="525266" y="3631454"/>
            <a:ext cx="3374648"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45" name="Text Placeholder 29"/>
          <p:cNvSpPr>
            <a:spLocks noGrp="1"/>
          </p:cNvSpPr>
          <p:nvPr>
            <p:ph type="body" sz="quarter" idx="31" hasCustomPrompt="1"/>
          </p:nvPr>
        </p:nvSpPr>
        <p:spPr>
          <a:xfrm>
            <a:off x="525266" y="4556370"/>
            <a:ext cx="337464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46" name="Text Placeholder 29"/>
          <p:cNvSpPr>
            <a:spLocks noGrp="1"/>
          </p:cNvSpPr>
          <p:nvPr>
            <p:ph type="body" sz="quarter" idx="32" hasCustomPrompt="1"/>
          </p:nvPr>
        </p:nvSpPr>
        <p:spPr>
          <a:xfrm>
            <a:off x="525266" y="4793976"/>
            <a:ext cx="337464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47" name="Text Placeholder 29"/>
          <p:cNvSpPr>
            <a:spLocks noGrp="1"/>
          </p:cNvSpPr>
          <p:nvPr>
            <p:ph type="body" sz="quarter" idx="33" hasCustomPrompt="1"/>
          </p:nvPr>
        </p:nvSpPr>
        <p:spPr>
          <a:xfrm>
            <a:off x="525266" y="5414859"/>
            <a:ext cx="337464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48" name="Text Placeholder 6"/>
          <p:cNvSpPr>
            <a:spLocks noGrp="1"/>
          </p:cNvSpPr>
          <p:nvPr>
            <p:ph type="body" sz="quarter" idx="34"/>
          </p:nvPr>
        </p:nvSpPr>
        <p:spPr>
          <a:xfrm>
            <a:off x="4349579" y="1338697"/>
            <a:ext cx="3513063" cy="4612407"/>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549" name="Text Placeholder 2"/>
          <p:cNvSpPr>
            <a:spLocks noGrp="1"/>
          </p:cNvSpPr>
          <p:nvPr>
            <p:ph type="body" sz="quarter" idx="35" hasCustomPrompt="1"/>
          </p:nvPr>
        </p:nvSpPr>
        <p:spPr>
          <a:xfrm>
            <a:off x="4443881" y="3214256"/>
            <a:ext cx="3324458"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50" name="Text Placeholder 2"/>
          <p:cNvSpPr>
            <a:spLocks noGrp="1"/>
          </p:cNvSpPr>
          <p:nvPr>
            <p:ph type="body" sz="quarter" idx="36" hasCustomPrompt="1"/>
          </p:nvPr>
        </p:nvSpPr>
        <p:spPr>
          <a:xfrm>
            <a:off x="4456509" y="4374831"/>
            <a:ext cx="3299202"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51" name="Text Placeholder 2"/>
          <p:cNvSpPr>
            <a:spLocks noGrp="1"/>
          </p:cNvSpPr>
          <p:nvPr>
            <p:ph type="body" sz="quarter" idx="37" hasCustomPrompt="1"/>
          </p:nvPr>
        </p:nvSpPr>
        <p:spPr>
          <a:xfrm>
            <a:off x="4443800" y="2073241"/>
            <a:ext cx="3324620" cy="971684"/>
          </a:xfrm>
          <a:prstGeom prst="rect">
            <a:avLst/>
          </a:prstGeom>
          <a:solidFill>
            <a:srgbClr val="FFFFFF"/>
          </a:solidFill>
          <a:ln>
            <a:solidFill>
              <a:srgbClr val="D9D9D9"/>
            </a:solidFill>
            <a:round/>
          </a:ln>
        </p:spPr>
        <p:txBody>
          <a:bodyPr lIns="0" tIns="0" rIns="0" bIns="0"/>
          <a:lstStyle>
            <a:lvl1pPr algn="ctr" defTabSz="457200">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52" name="Text Placeholder 14"/>
          <p:cNvSpPr>
            <a:spLocks noGrp="1"/>
          </p:cNvSpPr>
          <p:nvPr>
            <p:ph type="body" sz="quarter" idx="38" hasCustomPrompt="1"/>
          </p:nvPr>
        </p:nvSpPr>
        <p:spPr>
          <a:xfrm>
            <a:off x="4415622" y="1735720"/>
            <a:ext cx="3374648"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1"/>
                </a:solidFill>
                <a:latin typeface="Avenir Next LT Pro Demi"/>
                <a:ea typeface="Avenir Next LT Pro Demi"/>
                <a:cs typeface="Avenir Next LT Pro Demi"/>
                <a:sym typeface="Avenir Next LT Pro Demi"/>
              </a:defRPr>
            </a:lvl1pPr>
          </a:lstStyle>
          <a:p>
            <a:r>
              <a:t>CLICK TO EDIT TEXT</a:t>
            </a:r>
          </a:p>
        </p:txBody>
      </p:sp>
      <p:sp>
        <p:nvSpPr>
          <p:cNvPr id="1553" name="Text Placeholder 29"/>
          <p:cNvSpPr>
            <a:spLocks noGrp="1"/>
          </p:cNvSpPr>
          <p:nvPr>
            <p:ph type="body" sz="quarter" idx="39" hasCustomPrompt="1"/>
          </p:nvPr>
        </p:nvSpPr>
        <p:spPr>
          <a:xfrm>
            <a:off x="4415622" y="3366088"/>
            <a:ext cx="3374648"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54" name="Text Placeholder 29"/>
          <p:cNvSpPr>
            <a:spLocks noGrp="1"/>
          </p:cNvSpPr>
          <p:nvPr>
            <p:ph type="body" sz="quarter" idx="40" hasCustomPrompt="1"/>
          </p:nvPr>
        </p:nvSpPr>
        <p:spPr>
          <a:xfrm>
            <a:off x="4415622" y="3631454"/>
            <a:ext cx="3374648"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55" name="Text Placeholder 29"/>
          <p:cNvSpPr>
            <a:spLocks noGrp="1"/>
          </p:cNvSpPr>
          <p:nvPr>
            <p:ph type="body" sz="quarter" idx="41" hasCustomPrompt="1"/>
          </p:nvPr>
        </p:nvSpPr>
        <p:spPr>
          <a:xfrm>
            <a:off x="4415622" y="4556370"/>
            <a:ext cx="337464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56" name="Text Placeholder 29"/>
          <p:cNvSpPr>
            <a:spLocks noGrp="1"/>
          </p:cNvSpPr>
          <p:nvPr>
            <p:ph type="body" sz="quarter" idx="42" hasCustomPrompt="1"/>
          </p:nvPr>
        </p:nvSpPr>
        <p:spPr>
          <a:xfrm>
            <a:off x="4415622" y="4793976"/>
            <a:ext cx="337464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57" name="Text Placeholder 29"/>
          <p:cNvSpPr>
            <a:spLocks noGrp="1"/>
          </p:cNvSpPr>
          <p:nvPr>
            <p:ph type="body" sz="quarter" idx="43" hasCustomPrompt="1"/>
          </p:nvPr>
        </p:nvSpPr>
        <p:spPr>
          <a:xfrm>
            <a:off x="4415622" y="5414859"/>
            <a:ext cx="337464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58" name="Text Placeholder 17"/>
          <p:cNvSpPr>
            <a:spLocks noGrp="1"/>
          </p:cNvSpPr>
          <p:nvPr>
            <p:ph type="body" sz="quarter" idx="44" hasCustomPrompt="1"/>
          </p:nvPr>
        </p:nvSpPr>
        <p:spPr>
          <a:xfrm>
            <a:off x="4469467" y="1459976"/>
            <a:ext cx="223259" cy="222740"/>
          </a:xfrm>
          <a:prstGeom prst="rect">
            <a:avLst/>
          </a:prstGeom>
          <a:solidFill>
            <a:srgbClr val="5FBFFF"/>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2</a:t>
            </a:r>
          </a:p>
        </p:txBody>
      </p:sp>
      <p:sp>
        <p:nvSpPr>
          <p:cNvPr id="1559" name="Text Placeholder 6"/>
          <p:cNvSpPr>
            <a:spLocks noGrp="1"/>
          </p:cNvSpPr>
          <p:nvPr>
            <p:ph type="body" sz="quarter" idx="45"/>
          </p:nvPr>
        </p:nvSpPr>
        <p:spPr>
          <a:xfrm>
            <a:off x="8232667" y="1338697"/>
            <a:ext cx="3513063" cy="4612407"/>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560" name="Text Placeholder 17"/>
          <p:cNvSpPr>
            <a:spLocks noGrp="1"/>
          </p:cNvSpPr>
          <p:nvPr>
            <p:ph type="body" sz="quarter" idx="46" hasCustomPrompt="1"/>
          </p:nvPr>
        </p:nvSpPr>
        <p:spPr>
          <a:xfrm>
            <a:off x="8352038" y="1459976"/>
            <a:ext cx="223259" cy="222740"/>
          </a:xfrm>
          <a:prstGeom prst="rect">
            <a:avLst/>
          </a:prstGeom>
          <a:solidFill>
            <a:srgbClr val="5FBFFF"/>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3</a:t>
            </a:r>
          </a:p>
        </p:txBody>
      </p:sp>
      <p:sp>
        <p:nvSpPr>
          <p:cNvPr id="1561" name="Text Placeholder 2"/>
          <p:cNvSpPr>
            <a:spLocks noGrp="1"/>
          </p:cNvSpPr>
          <p:nvPr>
            <p:ph type="body" sz="quarter" idx="47" hasCustomPrompt="1"/>
          </p:nvPr>
        </p:nvSpPr>
        <p:spPr>
          <a:xfrm>
            <a:off x="8325924" y="3214256"/>
            <a:ext cx="3324458"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62" name="Text Placeholder 2"/>
          <p:cNvSpPr>
            <a:spLocks noGrp="1"/>
          </p:cNvSpPr>
          <p:nvPr>
            <p:ph type="body" sz="quarter" idx="48" hasCustomPrompt="1"/>
          </p:nvPr>
        </p:nvSpPr>
        <p:spPr>
          <a:xfrm>
            <a:off x="8338553" y="4374831"/>
            <a:ext cx="3299201"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63" name="Text Placeholder 2"/>
          <p:cNvSpPr>
            <a:spLocks noGrp="1"/>
          </p:cNvSpPr>
          <p:nvPr>
            <p:ph type="body" sz="quarter" idx="49" hasCustomPrompt="1"/>
          </p:nvPr>
        </p:nvSpPr>
        <p:spPr>
          <a:xfrm>
            <a:off x="8325844" y="2073241"/>
            <a:ext cx="3324620" cy="971684"/>
          </a:xfrm>
          <a:prstGeom prst="rect">
            <a:avLst/>
          </a:prstGeom>
          <a:solidFill>
            <a:srgbClr val="FFFFFF"/>
          </a:solidFill>
          <a:ln>
            <a:solidFill>
              <a:srgbClr val="D9D9D9"/>
            </a:solidFill>
            <a:round/>
          </a:ln>
        </p:spPr>
        <p:txBody>
          <a:bodyPr lIns="0" tIns="0" rIns="0" bIns="0"/>
          <a:lstStyle>
            <a:lvl1pPr algn="ctr" defTabSz="457200">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64" name="Text Placeholder 14"/>
          <p:cNvSpPr>
            <a:spLocks noGrp="1"/>
          </p:cNvSpPr>
          <p:nvPr>
            <p:ph type="body" sz="quarter" idx="50" hasCustomPrompt="1"/>
          </p:nvPr>
        </p:nvSpPr>
        <p:spPr>
          <a:xfrm>
            <a:off x="8297666" y="1735720"/>
            <a:ext cx="3374648"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1"/>
                </a:solidFill>
                <a:latin typeface="Avenir Next LT Pro Demi"/>
                <a:ea typeface="Avenir Next LT Pro Demi"/>
                <a:cs typeface="Avenir Next LT Pro Demi"/>
                <a:sym typeface="Avenir Next LT Pro Demi"/>
              </a:defRPr>
            </a:lvl1pPr>
          </a:lstStyle>
          <a:p>
            <a:r>
              <a:t>CLICK TO EDIT TEXT</a:t>
            </a:r>
          </a:p>
        </p:txBody>
      </p:sp>
      <p:sp>
        <p:nvSpPr>
          <p:cNvPr id="1565" name="Text Placeholder 29"/>
          <p:cNvSpPr>
            <a:spLocks noGrp="1"/>
          </p:cNvSpPr>
          <p:nvPr>
            <p:ph type="body" sz="quarter" idx="51" hasCustomPrompt="1"/>
          </p:nvPr>
        </p:nvSpPr>
        <p:spPr>
          <a:xfrm>
            <a:off x="8297666" y="3366088"/>
            <a:ext cx="3374648"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66" name="Text Placeholder 29"/>
          <p:cNvSpPr>
            <a:spLocks noGrp="1"/>
          </p:cNvSpPr>
          <p:nvPr>
            <p:ph type="body" sz="quarter" idx="52" hasCustomPrompt="1"/>
          </p:nvPr>
        </p:nvSpPr>
        <p:spPr>
          <a:xfrm>
            <a:off x="8297666" y="3631454"/>
            <a:ext cx="3374648"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67" name="Text Placeholder 29"/>
          <p:cNvSpPr>
            <a:spLocks noGrp="1"/>
          </p:cNvSpPr>
          <p:nvPr>
            <p:ph type="body" sz="quarter" idx="53" hasCustomPrompt="1"/>
          </p:nvPr>
        </p:nvSpPr>
        <p:spPr>
          <a:xfrm>
            <a:off x="8297666" y="4556370"/>
            <a:ext cx="337464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68" name="Text Placeholder 29"/>
          <p:cNvSpPr>
            <a:spLocks noGrp="1"/>
          </p:cNvSpPr>
          <p:nvPr>
            <p:ph type="body" sz="quarter" idx="54" hasCustomPrompt="1"/>
          </p:nvPr>
        </p:nvSpPr>
        <p:spPr>
          <a:xfrm>
            <a:off x="8297666" y="4793976"/>
            <a:ext cx="337464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69" name="Text Placeholder 29"/>
          <p:cNvSpPr>
            <a:spLocks noGrp="1"/>
          </p:cNvSpPr>
          <p:nvPr>
            <p:ph type="body" sz="quarter" idx="55" hasCustomPrompt="1"/>
          </p:nvPr>
        </p:nvSpPr>
        <p:spPr>
          <a:xfrm>
            <a:off x="8297666" y="5414859"/>
            <a:ext cx="337464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Tree>
    <p:extLst>
      <p:ext uri="{BB962C8B-B14F-4D97-AF65-F5344CB8AC3E}">
        <p14:creationId xmlns:p14="http://schemas.microsoft.com/office/powerpoint/2010/main" val="4199010179"/>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x">
  <p:cSld name="Titles and 2 text boxes containing boxes A">
    <p:bg>
      <p:bgPr>
        <a:solidFill>
          <a:srgbClr val="FFFFFF"/>
        </a:solidFill>
        <a:effectLst/>
      </p:bgPr>
    </p:bg>
    <p:spTree>
      <p:nvGrpSpPr>
        <p:cNvPr id="1" name=""/>
        <p:cNvGrpSpPr/>
        <p:nvPr/>
      </p:nvGrpSpPr>
      <p:grpSpPr>
        <a:xfrm>
          <a:off x="0" y="0"/>
          <a:ext cx="0" cy="0"/>
          <a:chOff x="0" y="0"/>
          <a:chExt cx="0" cy="0"/>
        </a:xfrm>
      </p:grpSpPr>
      <p:pic>
        <p:nvPicPr>
          <p:cNvPr id="157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577"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1578"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579"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580"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581" name="Text Placeholder 4"/>
          <p:cNvSpPr>
            <a:spLocks noGrp="1"/>
          </p:cNvSpPr>
          <p:nvPr>
            <p:ph type="body" sz="quarter" idx="22"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1582" name="Text Placeholder 6"/>
          <p:cNvSpPr>
            <a:spLocks noGrp="1"/>
          </p:cNvSpPr>
          <p:nvPr>
            <p:ph type="body" sz="half" idx="23"/>
          </p:nvPr>
        </p:nvSpPr>
        <p:spPr>
          <a:xfrm>
            <a:off x="467727" y="1347202"/>
            <a:ext cx="5412135" cy="4595397"/>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583" name="Text Placeholder 2"/>
          <p:cNvSpPr>
            <a:spLocks noGrp="1"/>
          </p:cNvSpPr>
          <p:nvPr>
            <p:ph type="body" sz="quarter" idx="24" hasCustomPrompt="1"/>
          </p:nvPr>
        </p:nvSpPr>
        <p:spPr>
          <a:xfrm>
            <a:off x="552889" y="3214256"/>
            <a:ext cx="5241810"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84" name="Text Placeholder 2"/>
          <p:cNvSpPr>
            <a:spLocks noGrp="1"/>
          </p:cNvSpPr>
          <p:nvPr>
            <p:ph type="body" sz="quarter" idx="25" hasCustomPrompt="1"/>
          </p:nvPr>
        </p:nvSpPr>
        <p:spPr>
          <a:xfrm>
            <a:off x="565517" y="4374831"/>
            <a:ext cx="5216555"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85" name="Text Placeholder 2"/>
          <p:cNvSpPr>
            <a:spLocks noGrp="1"/>
          </p:cNvSpPr>
          <p:nvPr>
            <p:ph type="body" sz="quarter" idx="26" hasCustomPrompt="1"/>
          </p:nvPr>
        </p:nvSpPr>
        <p:spPr>
          <a:xfrm>
            <a:off x="552825" y="2073259"/>
            <a:ext cx="5241939" cy="972339"/>
          </a:xfrm>
          <a:prstGeom prst="rect">
            <a:avLst/>
          </a:prstGeom>
          <a:solidFill>
            <a:srgbClr val="FFFFFF"/>
          </a:solidFill>
          <a:ln>
            <a:solidFill>
              <a:srgbClr val="D9D9D9"/>
            </a:solidFill>
            <a:round/>
          </a:ln>
        </p:spPr>
        <p:txBody>
          <a:bodyPr lIns="0" tIns="0" rIns="0" bIns="0"/>
          <a:lstStyle>
            <a:lvl1pPr algn="ctr" defTabSz="457200">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86" name="Text Placeholder 17"/>
          <p:cNvSpPr>
            <a:spLocks noGrp="1"/>
          </p:cNvSpPr>
          <p:nvPr>
            <p:ph type="body" sz="quarter" idx="27" hasCustomPrompt="1"/>
          </p:nvPr>
        </p:nvSpPr>
        <p:spPr>
          <a:xfrm>
            <a:off x="579638" y="1459976"/>
            <a:ext cx="223259" cy="222740"/>
          </a:xfrm>
          <a:prstGeom prst="rect">
            <a:avLst/>
          </a:prstGeom>
          <a:solidFill>
            <a:srgbClr val="E998E8"/>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1</a:t>
            </a:r>
          </a:p>
        </p:txBody>
      </p:sp>
      <p:sp>
        <p:nvSpPr>
          <p:cNvPr id="1587" name="Text Placeholder 14"/>
          <p:cNvSpPr>
            <a:spLocks noGrp="1"/>
          </p:cNvSpPr>
          <p:nvPr>
            <p:ph type="body" sz="quarter" idx="28" hasCustomPrompt="1"/>
          </p:nvPr>
        </p:nvSpPr>
        <p:spPr>
          <a:xfrm>
            <a:off x="528679" y="1735720"/>
            <a:ext cx="5290231"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6"/>
                </a:solidFill>
                <a:latin typeface="Avenir Next LT Pro Demi"/>
                <a:ea typeface="Avenir Next LT Pro Demi"/>
                <a:cs typeface="Avenir Next LT Pro Demi"/>
                <a:sym typeface="Avenir Next LT Pro Demi"/>
              </a:defRPr>
            </a:lvl1pPr>
          </a:lstStyle>
          <a:p>
            <a:r>
              <a:t>CLICK TO EDIT TEXT</a:t>
            </a:r>
          </a:p>
        </p:txBody>
      </p:sp>
      <p:sp>
        <p:nvSpPr>
          <p:cNvPr id="1588" name="Text Placeholder 29"/>
          <p:cNvSpPr>
            <a:spLocks noGrp="1"/>
          </p:cNvSpPr>
          <p:nvPr>
            <p:ph type="body" sz="quarter" idx="29" hasCustomPrompt="1"/>
          </p:nvPr>
        </p:nvSpPr>
        <p:spPr>
          <a:xfrm>
            <a:off x="528679" y="3366088"/>
            <a:ext cx="5290231"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89" name="Text Placeholder 29"/>
          <p:cNvSpPr>
            <a:spLocks noGrp="1"/>
          </p:cNvSpPr>
          <p:nvPr>
            <p:ph type="body" sz="quarter" idx="30" hasCustomPrompt="1"/>
          </p:nvPr>
        </p:nvSpPr>
        <p:spPr>
          <a:xfrm>
            <a:off x="528679" y="3631454"/>
            <a:ext cx="5290231"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90" name="Text Placeholder 29"/>
          <p:cNvSpPr>
            <a:spLocks noGrp="1"/>
          </p:cNvSpPr>
          <p:nvPr>
            <p:ph type="body" sz="quarter" idx="31" hasCustomPrompt="1"/>
          </p:nvPr>
        </p:nvSpPr>
        <p:spPr>
          <a:xfrm>
            <a:off x="528679" y="4556370"/>
            <a:ext cx="5290231"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591" name="Text Placeholder 29"/>
          <p:cNvSpPr>
            <a:spLocks noGrp="1"/>
          </p:cNvSpPr>
          <p:nvPr>
            <p:ph type="body" sz="quarter" idx="32" hasCustomPrompt="1"/>
          </p:nvPr>
        </p:nvSpPr>
        <p:spPr>
          <a:xfrm>
            <a:off x="528679" y="4793976"/>
            <a:ext cx="5290231"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92" name="Text Placeholder 29"/>
          <p:cNvSpPr>
            <a:spLocks noGrp="1"/>
          </p:cNvSpPr>
          <p:nvPr>
            <p:ph type="body" sz="quarter" idx="33" hasCustomPrompt="1"/>
          </p:nvPr>
        </p:nvSpPr>
        <p:spPr>
          <a:xfrm>
            <a:off x="528679" y="5414859"/>
            <a:ext cx="5290231"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93" name="Text Placeholder 6"/>
          <p:cNvSpPr>
            <a:spLocks noGrp="1"/>
          </p:cNvSpPr>
          <p:nvPr>
            <p:ph type="body" sz="half" idx="34"/>
          </p:nvPr>
        </p:nvSpPr>
        <p:spPr>
          <a:xfrm>
            <a:off x="6329602" y="1347202"/>
            <a:ext cx="5412135" cy="4595397"/>
          </a:xfrm>
          <a:prstGeom prst="rect">
            <a:avLst/>
          </a:prstGeom>
          <a:solidFill>
            <a:srgbClr val="FFFFFF"/>
          </a:solidFill>
          <a:ln>
            <a:solidFill>
              <a:srgbClr val="D9D9D9"/>
            </a:solidFill>
            <a:round/>
          </a:ln>
        </p:spPr>
        <p:txBody>
          <a:bodyPr lIns="0" tIns="0" rIns="0" bIns="0"/>
          <a:lstStyle>
            <a:lvl1pPr marL="225000" indent="-225000" defTabSz="457200">
              <a:spcBef>
                <a:spcPts val="900"/>
              </a:spcBef>
              <a:buSzPct val="100000"/>
              <a:buFont typeface="Helvetica"/>
              <a:buChar char="•"/>
              <a:defRPr spc="-200">
                <a:latin typeface="Avenir Next LT Pro Demi"/>
                <a:sym typeface="Avenir Next LT Pro Demi"/>
              </a:defRPr>
            </a:lvl1pPr>
          </a:lstStyle>
          <a:p>
            <a:pPr marL="450000" indent="-450000" defTabSz="914400">
              <a:spcBef>
                <a:spcPts val="1800"/>
              </a:spcBef>
              <a:buSzPct val="100000"/>
              <a:buFont typeface="Helvetica"/>
              <a:buChar char="•"/>
              <a:defRPr spc="-200">
                <a:latin typeface="Avenir Next LT Pro Demi"/>
                <a:ea typeface="Avenir Next LT Pro Demi"/>
                <a:cs typeface="Avenir Next LT Pro Demi"/>
                <a:sym typeface="Avenir Next LT Pro Demi"/>
              </a:defRPr>
            </a:pPr>
            <a:endParaRPr/>
          </a:p>
        </p:txBody>
      </p:sp>
      <p:sp>
        <p:nvSpPr>
          <p:cNvPr id="1594" name="Text Placeholder 2"/>
          <p:cNvSpPr>
            <a:spLocks noGrp="1"/>
          </p:cNvSpPr>
          <p:nvPr>
            <p:ph type="body" sz="quarter" idx="35" hasCustomPrompt="1"/>
          </p:nvPr>
        </p:nvSpPr>
        <p:spPr>
          <a:xfrm>
            <a:off x="6414763" y="3214256"/>
            <a:ext cx="5241811" cy="974816"/>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95" name="Text Placeholder 2"/>
          <p:cNvSpPr>
            <a:spLocks noGrp="1"/>
          </p:cNvSpPr>
          <p:nvPr>
            <p:ph type="body" sz="quarter" idx="36" hasCustomPrompt="1"/>
          </p:nvPr>
        </p:nvSpPr>
        <p:spPr>
          <a:xfrm>
            <a:off x="6427391" y="4374831"/>
            <a:ext cx="5216555" cy="1465355"/>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596" name="Text Placeholder 2"/>
          <p:cNvSpPr>
            <a:spLocks noGrp="1"/>
          </p:cNvSpPr>
          <p:nvPr>
            <p:ph type="body" sz="quarter" idx="37" hasCustomPrompt="1"/>
          </p:nvPr>
        </p:nvSpPr>
        <p:spPr>
          <a:xfrm>
            <a:off x="6414700" y="2073259"/>
            <a:ext cx="5241939" cy="972339"/>
          </a:xfrm>
          <a:prstGeom prst="rect">
            <a:avLst/>
          </a:prstGeom>
          <a:solidFill>
            <a:srgbClr val="FFFFFF"/>
          </a:solidFill>
          <a:ln>
            <a:solidFill>
              <a:srgbClr val="D9D9D9"/>
            </a:solidFill>
            <a:round/>
          </a:ln>
        </p:spPr>
        <p:txBody>
          <a:bodyPr lIns="0" tIns="0" rIns="0" bIns="0"/>
          <a:lstStyle>
            <a:lvl1pPr algn="ctr" defTabSz="457200">
              <a:spcBef>
                <a:spcPts val="900"/>
              </a:spcBef>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597" name="Text Placeholder 17"/>
          <p:cNvSpPr>
            <a:spLocks noGrp="1"/>
          </p:cNvSpPr>
          <p:nvPr>
            <p:ph type="body" sz="quarter" idx="38" hasCustomPrompt="1"/>
          </p:nvPr>
        </p:nvSpPr>
        <p:spPr>
          <a:xfrm>
            <a:off x="6441513" y="1459976"/>
            <a:ext cx="223259" cy="222740"/>
          </a:xfrm>
          <a:prstGeom prst="rect">
            <a:avLst/>
          </a:prstGeom>
          <a:solidFill>
            <a:srgbClr val="E998E8"/>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2</a:t>
            </a:r>
          </a:p>
        </p:txBody>
      </p:sp>
      <p:sp>
        <p:nvSpPr>
          <p:cNvPr id="1598" name="Text Placeholder 14"/>
          <p:cNvSpPr>
            <a:spLocks noGrp="1"/>
          </p:cNvSpPr>
          <p:nvPr>
            <p:ph type="body" sz="quarter" idx="39" hasCustomPrompt="1"/>
          </p:nvPr>
        </p:nvSpPr>
        <p:spPr>
          <a:xfrm>
            <a:off x="6390553" y="1735720"/>
            <a:ext cx="5290231" cy="251063"/>
          </a:xfrm>
          <a:prstGeom prst="rect">
            <a:avLst/>
          </a:prstGeom>
          <a:noFill/>
          <a:ln w="12700">
            <a:noFill/>
            <a:miter lim="400000"/>
          </a:ln>
        </p:spPr>
        <p:txBody>
          <a:bodyPr lIns="0" tIns="0" rIns="0" bIns="0" anchor="t"/>
          <a:lstStyle>
            <a:lvl1pPr algn="ctr" defTabSz="457200">
              <a:spcBef>
                <a:spcPts val="900"/>
              </a:spcBef>
              <a:defRPr sz="1200" spc="100">
                <a:solidFill>
                  <a:schemeClr val="accent6"/>
                </a:solidFill>
                <a:latin typeface="Avenir Next LT Pro Demi"/>
                <a:ea typeface="Avenir Next LT Pro Demi"/>
                <a:cs typeface="Avenir Next LT Pro Demi"/>
                <a:sym typeface="Avenir Next LT Pro Demi"/>
              </a:defRPr>
            </a:lvl1pPr>
          </a:lstStyle>
          <a:p>
            <a:r>
              <a:t>CLICK TO EDIT TEXT</a:t>
            </a:r>
          </a:p>
        </p:txBody>
      </p:sp>
      <p:sp>
        <p:nvSpPr>
          <p:cNvPr id="1599" name="Text Placeholder 29"/>
          <p:cNvSpPr>
            <a:spLocks noGrp="1"/>
          </p:cNvSpPr>
          <p:nvPr>
            <p:ph type="body" sz="quarter" idx="40" hasCustomPrompt="1"/>
          </p:nvPr>
        </p:nvSpPr>
        <p:spPr>
          <a:xfrm>
            <a:off x="6390553" y="3366088"/>
            <a:ext cx="5290231" cy="253796"/>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00" name="Text Placeholder 29"/>
          <p:cNvSpPr>
            <a:spLocks noGrp="1"/>
          </p:cNvSpPr>
          <p:nvPr>
            <p:ph type="body" sz="quarter" idx="41" hasCustomPrompt="1"/>
          </p:nvPr>
        </p:nvSpPr>
        <p:spPr>
          <a:xfrm>
            <a:off x="6390553" y="3631454"/>
            <a:ext cx="5290231" cy="355986"/>
          </a:xfrm>
          <a:prstGeom prst="rect">
            <a:avLst/>
          </a:prstGeom>
          <a:noFill/>
          <a:ln w="12700">
            <a:noFill/>
            <a:miter lim="400000"/>
          </a:ln>
        </p:spPr>
        <p:txBody>
          <a:bodyPr lIns="0" tIns="0" rIns="0" bIns="0" anchor="t"/>
          <a:lstStyle>
            <a:lvl1pPr algn="ctr" defTabSz="429768">
              <a:lnSpc>
                <a:spcPts val="2800"/>
              </a:lnSpc>
              <a:spcBef>
                <a:spcPts val="800"/>
              </a:spcBef>
              <a:defRPr sz="2350" spc="-94">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01" name="Text Placeholder 29"/>
          <p:cNvSpPr>
            <a:spLocks noGrp="1"/>
          </p:cNvSpPr>
          <p:nvPr>
            <p:ph type="body" sz="quarter" idx="42" hasCustomPrompt="1"/>
          </p:nvPr>
        </p:nvSpPr>
        <p:spPr>
          <a:xfrm>
            <a:off x="6390553" y="4556370"/>
            <a:ext cx="5290231"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02" name="Text Placeholder 29"/>
          <p:cNvSpPr>
            <a:spLocks noGrp="1"/>
          </p:cNvSpPr>
          <p:nvPr>
            <p:ph type="body" sz="quarter" idx="43" hasCustomPrompt="1"/>
          </p:nvPr>
        </p:nvSpPr>
        <p:spPr>
          <a:xfrm>
            <a:off x="6390553" y="4793976"/>
            <a:ext cx="5290231"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03" name="Text Placeholder 29"/>
          <p:cNvSpPr>
            <a:spLocks noGrp="1"/>
          </p:cNvSpPr>
          <p:nvPr>
            <p:ph type="body" sz="quarter" idx="44" hasCustomPrompt="1"/>
          </p:nvPr>
        </p:nvSpPr>
        <p:spPr>
          <a:xfrm>
            <a:off x="6390553" y="5414859"/>
            <a:ext cx="5290231"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Tree>
    <p:extLst>
      <p:ext uri="{BB962C8B-B14F-4D97-AF65-F5344CB8AC3E}">
        <p14:creationId xmlns:p14="http://schemas.microsoft.com/office/powerpoint/2010/main" val="2252225897"/>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x">
  <p:cSld name="Titles and 4 text boxes containing boxes B">
    <p:bg>
      <p:bgPr>
        <a:solidFill>
          <a:srgbClr val="FFFFFF"/>
        </a:solidFill>
        <a:effectLst/>
      </p:bgPr>
    </p:bg>
    <p:spTree>
      <p:nvGrpSpPr>
        <p:cNvPr id="1" name=""/>
        <p:cNvGrpSpPr/>
        <p:nvPr/>
      </p:nvGrpSpPr>
      <p:grpSpPr>
        <a:xfrm>
          <a:off x="0" y="0"/>
          <a:ext cx="0" cy="0"/>
          <a:chOff x="0" y="0"/>
          <a:chExt cx="0" cy="0"/>
        </a:xfrm>
      </p:grpSpPr>
      <p:pic>
        <p:nvPicPr>
          <p:cNvPr id="161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611"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1612"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613"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614"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615" name="Text Placeholder 4"/>
          <p:cNvSpPr>
            <a:spLocks noGrp="1"/>
          </p:cNvSpPr>
          <p:nvPr>
            <p:ph type="body" sz="quarter" idx="22"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1616" name="Text Placeholder 2"/>
          <p:cNvSpPr>
            <a:spLocks noGrp="1"/>
          </p:cNvSpPr>
          <p:nvPr>
            <p:ph type="body" sz="quarter" idx="23" hasCustomPrompt="1"/>
          </p:nvPr>
        </p:nvSpPr>
        <p:spPr>
          <a:xfrm>
            <a:off x="439188" y="4696690"/>
            <a:ext cx="2605344"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17" name="Text Placeholder 29"/>
          <p:cNvSpPr>
            <a:spLocks noGrp="1"/>
          </p:cNvSpPr>
          <p:nvPr>
            <p:ph type="body" sz="quarter" idx="24" hasCustomPrompt="1"/>
          </p:nvPr>
        </p:nvSpPr>
        <p:spPr>
          <a:xfrm>
            <a:off x="406400" y="4782379"/>
            <a:ext cx="2670920"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18" name="Text Placeholder 29"/>
          <p:cNvSpPr>
            <a:spLocks noGrp="1"/>
          </p:cNvSpPr>
          <p:nvPr>
            <p:ph type="body" sz="quarter" idx="25" hasCustomPrompt="1"/>
          </p:nvPr>
        </p:nvSpPr>
        <p:spPr>
          <a:xfrm>
            <a:off x="406400" y="5019985"/>
            <a:ext cx="2670920"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19" name="Text Placeholder 29"/>
          <p:cNvSpPr>
            <a:spLocks noGrp="1"/>
          </p:cNvSpPr>
          <p:nvPr>
            <p:ph type="body" sz="quarter" idx="26" hasCustomPrompt="1"/>
          </p:nvPr>
        </p:nvSpPr>
        <p:spPr>
          <a:xfrm>
            <a:off x="406400" y="5640867"/>
            <a:ext cx="2670920"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20" name="Text Placeholder 17"/>
          <p:cNvSpPr>
            <a:spLocks noGrp="1"/>
          </p:cNvSpPr>
          <p:nvPr>
            <p:ph type="body" sz="quarter" idx="27" hasCustomPrompt="1"/>
          </p:nvPr>
        </p:nvSpPr>
        <p:spPr>
          <a:xfrm>
            <a:off x="452638" y="1387260"/>
            <a:ext cx="223259" cy="222740"/>
          </a:xfrm>
          <a:prstGeom prst="rect">
            <a:avLst/>
          </a:prstGeom>
          <a:solidFill>
            <a:srgbClr val="78EBB7"/>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1</a:t>
            </a:r>
          </a:p>
        </p:txBody>
      </p:sp>
      <p:sp>
        <p:nvSpPr>
          <p:cNvPr id="1621" name="Text Placeholder 14"/>
          <p:cNvSpPr>
            <a:spLocks noGrp="1"/>
          </p:cNvSpPr>
          <p:nvPr>
            <p:ph type="body" sz="quarter" idx="28" hasCustomPrompt="1"/>
          </p:nvPr>
        </p:nvSpPr>
        <p:spPr>
          <a:xfrm>
            <a:off x="846379" y="1417350"/>
            <a:ext cx="2230942" cy="251063"/>
          </a:xfrm>
          <a:prstGeom prst="rect">
            <a:avLst/>
          </a:prstGeom>
          <a:noFill/>
          <a:ln w="12700">
            <a:noFill/>
            <a:miter lim="400000"/>
          </a:ln>
        </p:spPr>
        <p:txBody>
          <a:bodyPr lIns="0" tIns="0" rIns="0" bIns="0" anchor="t"/>
          <a:lstStyle>
            <a:lvl1pPr defTabSz="457200">
              <a:spcBef>
                <a:spcPts val="900"/>
              </a:spcBef>
              <a:defRPr sz="1200" spc="100">
                <a:solidFill>
                  <a:schemeClr val="accent2"/>
                </a:solidFill>
                <a:latin typeface="Avenir Next LT Pro Demi"/>
                <a:ea typeface="Avenir Next LT Pro Demi"/>
                <a:cs typeface="Avenir Next LT Pro Demi"/>
                <a:sym typeface="Avenir Next LT Pro Demi"/>
              </a:defRPr>
            </a:lvl1pPr>
          </a:lstStyle>
          <a:p>
            <a:r>
              <a:t>CLICK TO EDIT TEXT</a:t>
            </a:r>
          </a:p>
        </p:txBody>
      </p:sp>
      <p:sp>
        <p:nvSpPr>
          <p:cNvPr id="1622" name="Text Placeholder 17"/>
          <p:cNvSpPr>
            <a:spLocks noGrp="1"/>
          </p:cNvSpPr>
          <p:nvPr>
            <p:ph type="body" sz="quarter" idx="29" hasCustomPrompt="1"/>
          </p:nvPr>
        </p:nvSpPr>
        <p:spPr>
          <a:xfrm>
            <a:off x="3359911" y="1387260"/>
            <a:ext cx="223259" cy="222740"/>
          </a:xfrm>
          <a:prstGeom prst="rect">
            <a:avLst/>
          </a:prstGeom>
          <a:solidFill>
            <a:srgbClr val="78EBB7"/>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2</a:t>
            </a:r>
          </a:p>
        </p:txBody>
      </p:sp>
      <p:sp>
        <p:nvSpPr>
          <p:cNvPr id="1623" name="Text Placeholder 2"/>
          <p:cNvSpPr>
            <a:spLocks noGrp="1"/>
          </p:cNvSpPr>
          <p:nvPr>
            <p:ph type="body" sz="quarter" idx="30" hasCustomPrompt="1"/>
          </p:nvPr>
        </p:nvSpPr>
        <p:spPr>
          <a:xfrm>
            <a:off x="3348050" y="4696690"/>
            <a:ext cx="2600717"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24" name="Text Placeholder 29"/>
          <p:cNvSpPr>
            <a:spLocks noGrp="1"/>
          </p:cNvSpPr>
          <p:nvPr>
            <p:ph type="body" sz="quarter" idx="31" hasCustomPrompt="1"/>
          </p:nvPr>
        </p:nvSpPr>
        <p:spPr>
          <a:xfrm>
            <a:off x="3315262" y="4782379"/>
            <a:ext cx="2666293"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25" name="Text Placeholder 29"/>
          <p:cNvSpPr>
            <a:spLocks noGrp="1"/>
          </p:cNvSpPr>
          <p:nvPr>
            <p:ph type="body" sz="quarter" idx="32" hasCustomPrompt="1"/>
          </p:nvPr>
        </p:nvSpPr>
        <p:spPr>
          <a:xfrm>
            <a:off x="3315262" y="5019985"/>
            <a:ext cx="2666293"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26" name="Text Placeholder 29"/>
          <p:cNvSpPr>
            <a:spLocks noGrp="1"/>
          </p:cNvSpPr>
          <p:nvPr>
            <p:ph type="body" sz="quarter" idx="33" hasCustomPrompt="1"/>
          </p:nvPr>
        </p:nvSpPr>
        <p:spPr>
          <a:xfrm>
            <a:off x="3315262" y="5640867"/>
            <a:ext cx="2666293"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27" name="Text Placeholder 14"/>
          <p:cNvSpPr>
            <a:spLocks noGrp="1"/>
          </p:cNvSpPr>
          <p:nvPr>
            <p:ph type="body" sz="quarter" idx="34" hasCustomPrompt="1"/>
          </p:nvPr>
        </p:nvSpPr>
        <p:spPr>
          <a:xfrm>
            <a:off x="3754478" y="1417350"/>
            <a:ext cx="2227076" cy="251063"/>
          </a:xfrm>
          <a:prstGeom prst="rect">
            <a:avLst/>
          </a:prstGeom>
          <a:noFill/>
          <a:ln w="12700">
            <a:noFill/>
            <a:miter lim="400000"/>
          </a:ln>
        </p:spPr>
        <p:txBody>
          <a:bodyPr lIns="0" tIns="0" rIns="0" bIns="0" anchor="t"/>
          <a:lstStyle>
            <a:lvl1pPr defTabSz="457200">
              <a:spcBef>
                <a:spcPts val="900"/>
              </a:spcBef>
              <a:defRPr sz="1200" spc="100">
                <a:solidFill>
                  <a:schemeClr val="accent2"/>
                </a:solidFill>
                <a:latin typeface="Avenir Next LT Pro Demi"/>
                <a:ea typeface="Avenir Next LT Pro Demi"/>
                <a:cs typeface="Avenir Next LT Pro Demi"/>
                <a:sym typeface="Avenir Next LT Pro Demi"/>
              </a:defRPr>
            </a:lvl1pPr>
          </a:lstStyle>
          <a:p>
            <a:r>
              <a:t>CLICK TO EDIT TEXT</a:t>
            </a:r>
          </a:p>
        </p:txBody>
      </p:sp>
      <p:sp>
        <p:nvSpPr>
          <p:cNvPr id="1628" name="Text Placeholder 17"/>
          <p:cNvSpPr>
            <a:spLocks noGrp="1"/>
          </p:cNvSpPr>
          <p:nvPr>
            <p:ph type="body" sz="quarter" idx="35" hasCustomPrompt="1"/>
          </p:nvPr>
        </p:nvSpPr>
        <p:spPr>
          <a:xfrm>
            <a:off x="6267184" y="1387260"/>
            <a:ext cx="223259" cy="222740"/>
          </a:xfrm>
          <a:prstGeom prst="rect">
            <a:avLst/>
          </a:prstGeom>
          <a:solidFill>
            <a:srgbClr val="78EBB7"/>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3</a:t>
            </a:r>
          </a:p>
        </p:txBody>
      </p:sp>
      <p:sp>
        <p:nvSpPr>
          <p:cNvPr id="1629" name="Text Placeholder 2"/>
          <p:cNvSpPr>
            <a:spLocks noGrp="1"/>
          </p:cNvSpPr>
          <p:nvPr>
            <p:ph type="body" sz="quarter" idx="36" hasCustomPrompt="1"/>
          </p:nvPr>
        </p:nvSpPr>
        <p:spPr>
          <a:xfrm>
            <a:off x="6255600" y="4696690"/>
            <a:ext cx="2600440"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30" name="Text Placeholder 29"/>
          <p:cNvSpPr>
            <a:spLocks noGrp="1"/>
          </p:cNvSpPr>
          <p:nvPr>
            <p:ph type="body" sz="quarter" idx="37" hasCustomPrompt="1"/>
          </p:nvPr>
        </p:nvSpPr>
        <p:spPr>
          <a:xfrm>
            <a:off x="6222812" y="4782379"/>
            <a:ext cx="2666016"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31" name="Text Placeholder 29"/>
          <p:cNvSpPr>
            <a:spLocks noGrp="1"/>
          </p:cNvSpPr>
          <p:nvPr>
            <p:ph type="body" sz="quarter" idx="38" hasCustomPrompt="1"/>
          </p:nvPr>
        </p:nvSpPr>
        <p:spPr>
          <a:xfrm>
            <a:off x="6222812" y="5019985"/>
            <a:ext cx="2666016"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32" name="Text Placeholder 29"/>
          <p:cNvSpPr>
            <a:spLocks noGrp="1"/>
          </p:cNvSpPr>
          <p:nvPr>
            <p:ph type="body" sz="quarter" idx="39" hasCustomPrompt="1"/>
          </p:nvPr>
        </p:nvSpPr>
        <p:spPr>
          <a:xfrm>
            <a:off x="6222812" y="5640867"/>
            <a:ext cx="2666016"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33" name="Text Placeholder 14"/>
          <p:cNvSpPr>
            <a:spLocks noGrp="1"/>
          </p:cNvSpPr>
          <p:nvPr>
            <p:ph type="body" sz="quarter" idx="40" hasCustomPrompt="1"/>
          </p:nvPr>
        </p:nvSpPr>
        <p:spPr>
          <a:xfrm>
            <a:off x="6661982" y="1417350"/>
            <a:ext cx="2226845" cy="251063"/>
          </a:xfrm>
          <a:prstGeom prst="rect">
            <a:avLst/>
          </a:prstGeom>
          <a:noFill/>
          <a:ln w="12700">
            <a:noFill/>
            <a:miter lim="400000"/>
          </a:ln>
        </p:spPr>
        <p:txBody>
          <a:bodyPr lIns="0" tIns="0" rIns="0" bIns="0" anchor="t"/>
          <a:lstStyle>
            <a:lvl1pPr defTabSz="457200">
              <a:spcBef>
                <a:spcPts val="900"/>
              </a:spcBef>
              <a:defRPr sz="1200" spc="100">
                <a:solidFill>
                  <a:schemeClr val="accent2"/>
                </a:solidFill>
                <a:latin typeface="Avenir Next LT Pro Demi"/>
                <a:ea typeface="Avenir Next LT Pro Demi"/>
                <a:cs typeface="Avenir Next LT Pro Demi"/>
                <a:sym typeface="Avenir Next LT Pro Demi"/>
              </a:defRPr>
            </a:lvl1pPr>
          </a:lstStyle>
          <a:p>
            <a:r>
              <a:t>CLICK TO EDIT TEXT</a:t>
            </a:r>
          </a:p>
        </p:txBody>
      </p:sp>
      <p:sp>
        <p:nvSpPr>
          <p:cNvPr id="1634" name="Text Placeholder 17"/>
          <p:cNvSpPr>
            <a:spLocks noGrp="1"/>
          </p:cNvSpPr>
          <p:nvPr>
            <p:ph type="body" sz="quarter" idx="41" hasCustomPrompt="1"/>
          </p:nvPr>
        </p:nvSpPr>
        <p:spPr>
          <a:xfrm>
            <a:off x="9177982" y="1387260"/>
            <a:ext cx="223259" cy="222740"/>
          </a:xfrm>
          <a:prstGeom prst="rect">
            <a:avLst/>
          </a:prstGeom>
          <a:solidFill>
            <a:srgbClr val="78EBB7"/>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4</a:t>
            </a:r>
          </a:p>
        </p:txBody>
      </p:sp>
      <p:sp>
        <p:nvSpPr>
          <p:cNvPr id="1635" name="Text Placeholder 2"/>
          <p:cNvSpPr>
            <a:spLocks noGrp="1"/>
          </p:cNvSpPr>
          <p:nvPr>
            <p:ph type="body" sz="quarter" idx="42" hasCustomPrompt="1"/>
          </p:nvPr>
        </p:nvSpPr>
        <p:spPr>
          <a:xfrm>
            <a:off x="9164531" y="4696690"/>
            <a:ext cx="2597124"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36" name="Text Placeholder 29"/>
          <p:cNvSpPr>
            <a:spLocks noGrp="1"/>
          </p:cNvSpPr>
          <p:nvPr>
            <p:ph type="body" sz="quarter" idx="43" hasCustomPrompt="1"/>
          </p:nvPr>
        </p:nvSpPr>
        <p:spPr>
          <a:xfrm>
            <a:off x="9131743" y="4782379"/>
            <a:ext cx="265385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37" name="Text Placeholder 29"/>
          <p:cNvSpPr>
            <a:spLocks noGrp="1"/>
          </p:cNvSpPr>
          <p:nvPr>
            <p:ph type="body" sz="quarter" idx="44" hasCustomPrompt="1"/>
          </p:nvPr>
        </p:nvSpPr>
        <p:spPr>
          <a:xfrm>
            <a:off x="9131743" y="5019985"/>
            <a:ext cx="265385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38" name="Text Placeholder 29"/>
          <p:cNvSpPr>
            <a:spLocks noGrp="1"/>
          </p:cNvSpPr>
          <p:nvPr>
            <p:ph type="body" sz="quarter" idx="45" hasCustomPrompt="1"/>
          </p:nvPr>
        </p:nvSpPr>
        <p:spPr>
          <a:xfrm>
            <a:off x="9131743" y="5640867"/>
            <a:ext cx="265385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39" name="Text Placeholder 14"/>
          <p:cNvSpPr>
            <a:spLocks noGrp="1"/>
          </p:cNvSpPr>
          <p:nvPr>
            <p:ph type="body" sz="quarter" idx="46" hasCustomPrompt="1"/>
          </p:nvPr>
        </p:nvSpPr>
        <p:spPr>
          <a:xfrm>
            <a:off x="9570367" y="1417350"/>
            <a:ext cx="2224076" cy="251063"/>
          </a:xfrm>
          <a:prstGeom prst="rect">
            <a:avLst/>
          </a:prstGeom>
          <a:noFill/>
          <a:ln w="12700">
            <a:noFill/>
            <a:miter lim="400000"/>
          </a:ln>
        </p:spPr>
        <p:txBody>
          <a:bodyPr lIns="0" tIns="0" rIns="0" bIns="0" anchor="t"/>
          <a:lstStyle>
            <a:lvl1pPr defTabSz="457200">
              <a:spcBef>
                <a:spcPts val="900"/>
              </a:spcBef>
              <a:defRPr sz="1200" spc="100">
                <a:solidFill>
                  <a:schemeClr val="accent2"/>
                </a:solidFill>
                <a:latin typeface="Avenir Next LT Pro Demi"/>
                <a:ea typeface="Avenir Next LT Pro Demi"/>
                <a:cs typeface="Avenir Next LT Pro Demi"/>
                <a:sym typeface="Avenir Next LT Pro Demi"/>
              </a:defRPr>
            </a:lvl1pPr>
          </a:lstStyle>
          <a:p>
            <a:r>
              <a:t>CLICK TO EDIT TEXT</a:t>
            </a:r>
          </a:p>
        </p:txBody>
      </p:sp>
      <p:sp>
        <p:nvSpPr>
          <p:cNvPr id="1640" name="Text Placeholder 2"/>
          <p:cNvSpPr>
            <a:spLocks noGrp="1"/>
          </p:cNvSpPr>
          <p:nvPr>
            <p:ph type="body" sz="quarter" idx="47" hasCustomPrompt="1"/>
          </p:nvPr>
        </p:nvSpPr>
        <p:spPr>
          <a:xfrm>
            <a:off x="439188" y="3252519"/>
            <a:ext cx="2605344"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41" name="Text Placeholder 29"/>
          <p:cNvSpPr>
            <a:spLocks noGrp="1"/>
          </p:cNvSpPr>
          <p:nvPr>
            <p:ph type="body" sz="quarter" idx="48" hasCustomPrompt="1"/>
          </p:nvPr>
        </p:nvSpPr>
        <p:spPr>
          <a:xfrm>
            <a:off x="406400" y="3338207"/>
            <a:ext cx="2670920"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42" name="Text Placeholder 29"/>
          <p:cNvSpPr>
            <a:spLocks noGrp="1"/>
          </p:cNvSpPr>
          <p:nvPr>
            <p:ph type="body" sz="quarter" idx="49" hasCustomPrompt="1"/>
          </p:nvPr>
        </p:nvSpPr>
        <p:spPr>
          <a:xfrm>
            <a:off x="406400" y="3575813"/>
            <a:ext cx="2670920"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43" name="Text Placeholder 29"/>
          <p:cNvSpPr>
            <a:spLocks noGrp="1"/>
          </p:cNvSpPr>
          <p:nvPr>
            <p:ph type="body" sz="quarter" idx="50" hasCustomPrompt="1"/>
          </p:nvPr>
        </p:nvSpPr>
        <p:spPr>
          <a:xfrm>
            <a:off x="406400" y="4196696"/>
            <a:ext cx="2670920"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44" name="Text Placeholder 2"/>
          <p:cNvSpPr>
            <a:spLocks noGrp="1"/>
          </p:cNvSpPr>
          <p:nvPr>
            <p:ph type="body" sz="quarter" idx="51" hasCustomPrompt="1"/>
          </p:nvPr>
        </p:nvSpPr>
        <p:spPr>
          <a:xfrm>
            <a:off x="3348050" y="3252519"/>
            <a:ext cx="2600716"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45" name="Text Placeholder 29"/>
          <p:cNvSpPr>
            <a:spLocks noGrp="1"/>
          </p:cNvSpPr>
          <p:nvPr>
            <p:ph type="body" sz="quarter" idx="52" hasCustomPrompt="1"/>
          </p:nvPr>
        </p:nvSpPr>
        <p:spPr>
          <a:xfrm>
            <a:off x="3315262" y="3338207"/>
            <a:ext cx="2666292"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46" name="Text Placeholder 29"/>
          <p:cNvSpPr>
            <a:spLocks noGrp="1"/>
          </p:cNvSpPr>
          <p:nvPr>
            <p:ph type="body" sz="quarter" idx="53" hasCustomPrompt="1"/>
          </p:nvPr>
        </p:nvSpPr>
        <p:spPr>
          <a:xfrm>
            <a:off x="3315262" y="3575813"/>
            <a:ext cx="2666292"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47" name="Text Placeholder 29"/>
          <p:cNvSpPr>
            <a:spLocks noGrp="1"/>
          </p:cNvSpPr>
          <p:nvPr>
            <p:ph type="body" sz="quarter" idx="54" hasCustomPrompt="1"/>
          </p:nvPr>
        </p:nvSpPr>
        <p:spPr>
          <a:xfrm>
            <a:off x="3315262" y="4196696"/>
            <a:ext cx="2666292"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48" name="Text Placeholder 2"/>
          <p:cNvSpPr>
            <a:spLocks noGrp="1"/>
          </p:cNvSpPr>
          <p:nvPr>
            <p:ph type="body" sz="quarter" idx="55" hasCustomPrompt="1"/>
          </p:nvPr>
        </p:nvSpPr>
        <p:spPr>
          <a:xfrm>
            <a:off x="6255600" y="3252519"/>
            <a:ext cx="2600440"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49" name="Text Placeholder 29"/>
          <p:cNvSpPr>
            <a:spLocks noGrp="1"/>
          </p:cNvSpPr>
          <p:nvPr>
            <p:ph type="body" sz="quarter" idx="56" hasCustomPrompt="1"/>
          </p:nvPr>
        </p:nvSpPr>
        <p:spPr>
          <a:xfrm>
            <a:off x="6222812" y="3338207"/>
            <a:ext cx="2666016"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50" name="Text Placeholder 29"/>
          <p:cNvSpPr>
            <a:spLocks noGrp="1"/>
          </p:cNvSpPr>
          <p:nvPr>
            <p:ph type="body" sz="quarter" idx="57" hasCustomPrompt="1"/>
          </p:nvPr>
        </p:nvSpPr>
        <p:spPr>
          <a:xfrm>
            <a:off x="6222812" y="3575813"/>
            <a:ext cx="2666016"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51" name="Text Placeholder 29"/>
          <p:cNvSpPr>
            <a:spLocks noGrp="1"/>
          </p:cNvSpPr>
          <p:nvPr>
            <p:ph type="body" sz="quarter" idx="58" hasCustomPrompt="1"/>
          </p:nvPr>
        </p:nvSpPr>
        <p:spPr>
          <a:xfrm>
            <a:off x="6222812" y="4196696"/>
            <a:ext cx="2666016"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52" name="Text Placeholder 2"/>
          <p:cNvSpPr>
            <a:spLocks noGrp="1"/>
          </p:cNvSpPr>
          <p:nvPr>
            <p:ph type="body" sz="quarter" idx="59" hasCustomPrompt="1"/>
          </p:nvPr>
        </p:nvSpPr>
        <p:spPr>
          <a:xfrm>
            <a:off x="9164531" y="3252519"/>
            <a:ext cx="2597123"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53" name="Text Placeholder 29"/>
          <p:cNvSpPr>
            <a:spLocks noGrp="1"/>
          </p:cNvSpPr>
          <p:nvPr>
            <p:ph type="body" sz="quarter" idx="60" hasCustomPrompt="1"/>
          </p:nvPr>
        </p:nvSpPr>
        <p:spPr>
          <a:xfrm>
            <a:off x="9131743" y="3338207"/>
            <a:ext cx="265385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54" name="Text Placeholder 29"/>
          <p:cNvSpPr>
            <a:spLocks noGrp="1"/>
          </p:cNvSpPr>
          <p:nvPr>
            <p:ph type="body" sz="quarter" idx="61" hasCustomPrompt="1"/>
          </p:nvPr>
        </p:nvSpPr>
        <p:spPr>
          <a:xfrm>
            <a:off x="9131743" y="3575813"/>
            <a:ext cx="265385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55" name="Text Placeholder 29"/>
          <p:cNvSpPr>
            <a:spLocks noGrp="1"/>
          </p:cNvSpPr>
          <p:nvPr>
            <p:ph type="body" sz="quarter" idx="62" hasCustomPrompt="1"/>
          </p:nvPr>
        </p:nvSpPr>
        <p:spPr>
          <a:xfrm>
            <a:off x="9131743" y="4196696"/>
            <a:ext cx="265385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56" name="Text Placeholder 2"/>
          <p:cNvSpPr>
            <a:spLocks noGrp="1"/>
          </p:cNvSpPr>
          <p:nvPr>
            <p:ph type="body" sz="quarter" idx="63" hasCustomPrompt="1"/>
          </p:nvPr>
        </p:nvSpPr>
        <p:spPr>
          <a:xfrm>
            <a:off x="439188" y="1815604"/>
            <a:ext cx="2605344"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57" name="Text Placeholder 29"/>
          <p:cNvSpPr>
            <a:spLocks noGrp="1"/>
          </p:cNvSpPr>
          <p:nvPr>
            <p:ph type="body" sz="quarter" idx="64" hasCustomPrompt="1"/>
          </p:nvPr>
        </p:nvSpPr>
        <p:spPr>
          <a:xfrm>
            <a:off x="406400" y="1901292"/>
            <a:ext cx="2670920"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58" name="Text Placeholder 29"/>
          <p:cNvSpPr>
            <a:spLocks noGrp="1"/>
          </p:cNvSpPr>
          <p:nvPr>
            <p:ph type="body" sz="quarter" idx="65" hasCustomPrompt="1"/>
          </p:nvPr>
        </p:nvSpPr>
        <p:spPr>
          <a:xfrm>
            <a:off x="406400" y="2138899"/>
            <a:ext cx="2670920"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59" name="Text Placeholder 29"/>
          <p:cNvSpPr>
            <a:spLocks noGrp="1"/>
          </p:cNvSpPr>
          <p:nvPr>
            <p:ph type="body" sz="quarter" idx="66" hasCustomPrompt="1"/>
          </p:nvPr>
        </p:nvSpPr>
        <p:spPr>
          <a:xfrm>
            <a:off x="406400" y="2759782"/>
            <a:ext cx="2670920"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60" name="Text Placeholder 2"/>
          <p:cNvSpPr>
            <a:spLocks noGrp="1"/>
          </p:cNvSpPr>
          <p:nvPr>
            <p:ph type="body" sz="quarter" idx="67" hasCustomPrompt="1"/>
          </p:nvPr>
        </p:nvSpPr>
        <p:spPr>
          <a:xfrm>
            <a:off x="3348050" y="1815604"/>
            <a:ext cx="2600717"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61" name="Text Placeholder 29"/>
          <p:cNvSpPr>
            <a:spLocks noGrp="1"/>
          </p:cNvSpPr>
          <p:nvPr>
            <p:ph type="body" sz="quarter" idx="68" hasCustomPrompt="1"/>
          </p:nvPr>
        </p:nvSpPr>
        <p:spPr>
          <a:xfrm>
            <a:off x="3315262" y="1901292"/>
            <a:ext cx="2666293"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62" name="Text Placeholder 29"/>
          <p:cNvSpPr>
            <a:spLocks noGrp="1"/>
          </p:cNvSpPr>
          <p:nvPr>
            <p:ph type="body" sz="quarter" idx="69" hasCustomPrompt="1"/>
          </p:nvPr>
        </p:nvSpPr>
        <p:spPr>
          <a:xfrm>
            <a:off x="3315262" y="2138899"/>
            <a:ext cx="2666293"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63" name="Text Placeholder 29"/>
          <p:cNvSpPr>
            <a:spLocks noGrp="1"/>
          </p:cNvSpPr>
          <p:nvPr>
            <p:ph type="body" sz="quarter" idx="70" hasCustomPrompt="1"/>
          </p:nvPr>
        </p:nvSpPr>
        <p:spPr>
          <a:xfrm>
            <a:off x="3315262" y="2759782"/>
            <a:ext cx="2666293"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64" name="Text Placeholder 2"/>
          <p:cNvSpPr>
            <a:spLocks noGrp="1"/>
          </p:cNvSpPr>
          <p:nvPr>
            <p:ph type="body" sz="quarter" idx="71" hasCustomPrompt="1"/>
          </p:nvPr>
        </p:nvSpPr>
        <p:spPr>
          <a:xfrm>
            <a:off x="6255600" y="1815604"/>
            <a:ext cx="2600440"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65" name="Text Placeholder 29"/>
          <p:cNvSpPr>
            <a:spLocks noGrp="1"/>
          </p:cNvSpPr>
          <p:nvPr>
            <p:ph type="body" sz="quarter" idx="72" hasCustomPrompt="1"/>
          </p:nvPr>
        </p:nvSpPr>
        <p:spPr>
          <a:xfrm>
            <a:off x="6222812" y="1901292"/>
            <a:ext cx="2666016"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66" name="Text Placeholder 29"/>
          <p:cNvSpPr>
            <a:spLocks noGrp="1"/>
          </p:cNvSpPr>
          <p:nvPr>
            <p:ph type="body" sz="quarter" idx="73" hasCustomPrompt="1"/>
          </p:nvPr>
        </p:nvSpPr>
        <p:spPr>
          <a:xfrm>
            <a:off x="6222812" y="2138899"/>
            <a:ext cx="2666016"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67" name="Text Placeholder 29"/>
          <p:cNvSpPr>
            <a:spLocks noGrp="1"/>
          </p:cNvSpPr>
          <p:nvPr>
            <p:ph type="body" sz="quarter" idx="74" hasCustomPrompt="1"/>
          </p:nvPr>
        </p:nvSpPr>
        <p:spPr>
          <a:xfrm>
            <a:off x="6222812" y="2759782"/>
            <a:ext cx="2666016"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68" name="Text Placeholder 2"/>
          <p:cNvSpPr>
            <a:spLocks noGrp="1"/>
          </p:cNvSpPr>
          <p:nvPr>
            <p:ph type="body" sz="quarter" idx="75" hasCustomPrompt="1"/>
          </p:nvPr>
        </p:nvSpPr>
        <p:spPr>
          <a:xfrm>
            <a:off x="9164531" y="1815604"/>
            <a:ext cx="2597124" cy="1273654"/>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69" name="Text Placeholder 29"/>
          <p:cNvSpPr>
            <a:spLocks noGrp="1"/>
          </p:cNvSpPr>
          <p:nvPr>
            <p:ph type="body" sz="quarter" idx="76" hasCustomPrompt="1"/>
          </p:nvPr>
        </p:nvSpPr>
        <p:spPr>
          <a:xfrm>
            <a:off x="9131743" y="1901292"/>
            <a:ext cx="265385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70" name="Text Placeholder 29"/>
          <p:cNvSpPr>
            <a:spLocks noGrp="1"/>
          </p:cNvSpPr>
          <p:nvPr>
            <p:ph type="body" sz="quarter" idx="77" hasCustomPrompt="1"/>
          </p:nvPr>
        </p:nvSpPr>
        <p:spPr>
          <a:xfrm>
            <a:off x="9131743" y="2138899"/>
            <a:ext cx="265385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71" name="Text Placeholder 29"/>
          <p:cNvSpPr>
            <a:spLocks noGrp="1"/>
          </p:cNvSpPr>
          <p:nvPr>
            <p:ph type="body" sz="quarter" idx="78" hasCustomPrompt="1"/>
          </p:nvPr>
        </p:nvSpPr>
        <p:spPr>
          <a:xfrm>
            <a:off x="9131743" y="2759782"/>
            <a:ext cx="265385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Tree>
    <p:extLst>
      <p:ext uri="{BB962C8B-B14F-4D97-AF65-F5344CB8AC3E}">
        <p14:creationId xmlns:p14="http://schemas.microsoft.com/office/powerpoint/2010/main" val="2675703853"/>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x">
  <p:cSld name="Titles and 3 text boxes containing boxes B">
    <p:bg>
      <p:bgPr>
        <a:solidFill>
          <a:srgbClr val="FFFFFF"/>
        </a:solidFill>
        <a:effectLst/>
      </p:bgPr>
    </p:bg>
    <p:spTree>
      <p:nvGrpSpPr>
        <p:cNvPr id="1" name=""/>
        <p:cNvGrpSpPr/>
        <p:nvPr/>
      </p:nvGrpSpPr>
      <p:grpSpPr>
        <a:xfrm>
          <a:off x="0" y="0"/>
          <a:ext cx="0" cy="0"/>
          <a:chOff x="0" y="0"/>
          <a:chExt cx="0" cy="0"/>
        </a:xfrm>
      </p:grpSpPr>
      <p:pic>
        <p:nvPicPr>
          <p:cNvPr id="1678"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679"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1680"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681"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682"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683" name="Text Placeholder 4"/>
          <p:cNvSpPr>
            <a:spLocks noGrp="1"/>
          </p:cNvSpPr>
          <p:nvPr>
            <p:ph type="body" sz="quarter" idx="22"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1684" name="Text Placeholder 2"/>
          <p:cNvSpPr>
            <a:spLocks noGrp="1"/>
          </p:cNvSpPr>
          <p:nvPr>
            <p:ph type="body" sz="quarter" idx="23" hasCustomPrompt="1"/>
          </p:nvPr>
        </p:nvSpPr>
        <p:spPr>
          <a:xfrm>
            <a:off x="439954" y="4687965"/>
            <a:ext cx="3551599"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85" name="Text Placeholder 17"/>
          <p:cNvSpPr>
            <a:spLocks noGrp="1"/>
          </p:cNvSpPr>
          <p:nvPr>
            <p:ph type="body" sz="quarter" idx="24" hasCustomPrompt="1"/>
          </p:nvPr>
        </p:nvSpPr>
        <p:spPr>
          <a:xfrm>
            <a:off x="453432" y="1387260"/>
            <a:ext cx="223259" cy="222740"/>
          </a:xfrm>
          <a:prstGeom prst="rect">
            <a:avLst/>
          </a:prstGeom>
          <a:solidFill>
            <a:srgbClr val="5FBFFF"/>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1</a:t>
            </a:r>
          </a:p>
        </p:txBody>
      </p:sp>
      <p:sp>
        <p:nvSpPr>
          <p:cNvPr id="1686" name="Text Placeholder 14"/>
          <p:cNvSpPr>
            <a:spLocks noGrp="1"/>
          </p:cNvSpPr>
          <p:nvPr>
            <p:ph type="body" sz="quarter" idx="25" hasCustomPrompt="1"/>
          </p:nvPr>
        </p:nvSpPr>
        <p:spPr>
          <a:xfrm>
            <a:off x="847164" y="1417350"/>
            <a:ext cx="3173985" cy="251063"/>
          </a:xfrm>
          <a:prstGeom prst="rect">
            <a:avLst/>
          </a:prstGeom>
          <a:noFill/>
          <a:ln w="12700">
            <a:noFill/>
            <a:miter lim="400000"/>
          </a:ln>
        </p:spPr>
        <p:txBody>
          <a:bodyPr lIns="0" tIns="0" rIns="0" bIns="0" anchor="t"/>
          <a:lstStyle>
            <a:lvl1pPr defTabSz="457200">
              <a:spcBef>
                <a:spcPts val="900"/>
              </a:spcBef>
              <a:defRPr sz="1200" spc="100">
                <a:solidFill>
                  <a:schemeClr val="accent1"/>
                </a:solidFill>
                <a:latin typeface="Avenir Next LT Pro Demi"/>
                <a:ea typeface="Avenir Next LT Pro Demi"/>
                <a:cs typeface="Avenir Next LT Pro Demi"/>
                <a:sym typeface="Avenir Next LT Pro Demi"/>
              </a:defRPr>
            </a:lvl1pPr>
          </a:lstStyle>
          <a:p>
            <a:r>
              <a:t>CLICK TO EDIT TEXT</a:t>
            </a:r>
          </a:p>
        </p:txBody>
      </p:sp>
      <p:sp>
        <p:nvSpPr>
          <p:cNvPr id="1687" name="Text Placeholder 29"/>
          <p:cNvSpPr>
            <a:spLocks noGrp="1"/>
          </p:cNvSpPr>
          <p:nvPr>
            <p:ph type="body" sz="quarter" idx="26" hasCustomPrompt="1"/>
          </p:nvPr>
        </p:nvSpPr>
        <p:spPr>
          <a:xfrm>
            <a:off x="404031" y="4773114"/>
            <a:ext cx="361711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88" name="Text Placeholder 29"/>
          <p:cNvSpPr>
            <a:spLocks noGrp="1"/>
          </p:cNvSpPr>
          <p:nvPr>
            <p:ph type="body" sz="quarter" idx="27" hasCustomPrompt="1"/>
          </p:nvPr>
        </p:nvSpPr>
        <p:spPr>
          <a:xfrm>
            <a:off x="404031" y="5010721"/>
            <a:ext cx="361711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89" name="Text Placeholder 29"/>
          <p:cNvSpPr>
            <a:spLocks noGrp="1"/>
          </p:cNvSpPr>
          <p:nvPr>
            <p:ph type="body" sz="quarter" idx="28" hasCustomPrompt="1"/>
          </p:nvPr>
        </p:nvSpPr>
        <p:spPr>
          <a:xfrm>
            <a:off x="404031" y="5631604"/>
            <a:ext cx="361711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90" name="Text Placeholder 2"/>
          <p:cNvSpPr>
            <a:spLocks noGrp="1"/>
          </p:cNvSpPr>
          <p:nvPr>
            <p:ph type="body" sz="quarter" idx="29" hasCustomPrompt="1"/>
          </p:nvPr>
        </p:nvSpPr>
        <p:spPr>
          <a:xfrm>
            <a:off x="4330310" y="4687965"/>
            <a:ext cx="3551600"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91" name="Text Placeholder 14"/>
          <p:cNvSpPr>
            <a:spLocks noGrp="1"/>
          </p:cNvSpPr>
          <p:nvPr>
            <p:ph type="body" sz="quarter" idx="30" hasCustomPrompt="1"/>
          </p:nvPr>
        </p:nvSpPr>
        <p:spPr>
          <a:xfrm>
            <a:off x="4737521" y="1417350"/>
            <a:ext cx="3173986" cy="251063"/>
          </a:xfrm>
          <a:prstGeom prst="rect">
            <a:avLst/>
          </a:prstGeom>
          <a:noFill/>
          <a:ln w="12700">
            <a:noFill/>
            <a:miter lim="400000"/>
          </a:ln>
        </p:spPr>
        <p:txBody>
          <a:bodyPr lIns="0" tIns="0" rIns="0" bIns="0" anchor="t"/>
          <a:lstStyle>
            <a:lvl1pPr defTabSz="457200">
              <a:spcBef>
                <a:spcPts val="900"/>
              </a:spcBef>
              <a:defRPr sz="1200" spc="100">
                <a:solidFill>
                  <a:schemeClr val="accent1"/>
                </a:solidFill>
                <a:latin typeface="Avenir Next LT Pro Demi"/>
                <a:ea typeface="Avenir Next LT Pro Demi"/>
                <a:cs typeface="Avenir Next LT Pro Demi"/>
                <a:sym typeface="Avenir Next LT Pro Demi"/>
              </a:defRPr>
            </a:lvl1pPr>
          </a:lstStyle>
          <a:p>
            <a:r>
              <a:t>CLICK TO EDIT TEXT</a:t>
            </a:r>
          </a:p>
        </p:txBody>
      </p:sp>
      <p:sp>
        <p:nvSpPr>
          <p:cNvPr id="1692" name="Text Placeholder 29"/>
          <p:cNvSpPr>
            <a:spLocks noGrp="1"/>
          </p:cNvSpPr>
          <p:nvPr>
            <p:ph type="body" sz="quarter" idx="31" hasCustomPrompt="1"/>
          </p:nvPr>
        </p:nvSpPr>
        <p:spPr>
          <a:xfrm>
            <a:off x="4294386" y="4773114"/>
            <a:ext cx="3617120"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693" name="Text Placeholder 29"/>
          <p:cNvSpPr>
            <a:spLocks noGrp="1"/>
          </p:cNvSpPr>
          <p:nvPr>
            <p:ph type="body" sz="quarter" idx="32" hasCustomPrompt="1"/>
          </p:nvPr>
        </p:nvSpPr>
        <p:spPr>
          <a:xfrm>
            <a:off x="4294386" y="5010721"/>
            <a:ext cx="3617120"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94" name="Text Placeholder 29"/>
          <p:cNvSpPr>
            <a:spLocks noGrp="1"/>
          </p:cNvSpPr>
          <p:nvPr>
            <p:ph type="body" sz="quarter" idx="33" hasCustomPrompt="1"/>
          </p:nvPr>
        </p:nvSpPr>
        <p:spPr>
          <a:xfrm>
            <a:off x="4294386" y="5631604"/>
            <a:ext cx="3617120"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695" name="Text Placeholder 17"/>
          <p:cNvSpPr>
            <a:spLocks noGrp="1"/>
          </p:cNvSpPr>
          <p:nvPr>
            <p:ph type="body" sz="quarter" idx="34" hasCustomPrompt="1"/>
          </p:nvPr>
        </p:nvSpPr>
        <p:spPr>
          <a:xfrm>
            <a:off x="4343788" y="1387260"/>
            <a:ext cx="223259" cy="222740"/>
          </a:xfrm>
          <a:prstGeom prst="rect">
            <a:avLst/>
          </a:prstGeom>
          <a:solidFill>
            <a:srgbClr val="5FBFFF"/>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2</a:t>
            </a:r>
          </a:p>
        </p:txBody>
      </p:sp>
      <p:sp>
        <p:nvSpPr>
          <p:cNvPr id="1696" name="Text Placeholder 17"/>
          <p:cNvSpPr>
            <a:spLocks noGrp="1"/>
          </p:cNvSpPr>
          <p:nvPr>
            <p:ph type="body" sz="quarter" idx="35" hasCustomPrompt="1"/>
          </p:nvPr>
        </p:nvSpPr>
        <p:spPr>
          <a:xfrm>
            <a:off x="8237740" y="1387260"/>
            <a:ext cx="223259" cy="222740"/>
          </a:xfrm>
          <a:prstGeom prst="rect">
            <a:avLst/>
          </a:prstGeom>
          <a:solidFill>
            <a:srgbClr val="5FBFFF"/>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3</a:t>
            </a:r>
          </a:p>
        </p:txBody>
      </p:sp>
      <p:sp>
        <p:nvSpPr>
          <p:cNvPr id="1697" name="Text Placeholder 2"/>
          <p:cNvSpPr>
            <a:spLocks noGrp="1"/>
          </p:cNvSpPr>
          <p:nvPr>
            <p:ph type="body" sz="quarter" idx="36" hasCustomPrompt="1"/>
          </p:nvPr>
        </p:nvSpPr>
        <p:spPr>
          <a:xfrm>
            <a:off x="8224262" y="4687965"/>
            <a:ext cx="3527784"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698" name="Text Placeholder 14"/>
          <p:cNvSpPr>
            <a:spLocks noGrp="1"/>
          </p:cNvSpPr>
          <p:nvPr>
            <p:ph type="body" sz="quarter" idx="37" hasCustomPrompt="1"/>
          </p:nvPr>
        </p:nvSpPr>
        <p:spPr>
          <a:xfrm>
            <a:off x="8628553" y="1417350"/>
            <a:ext cx="3153088" cy="251063"/>
          </a:xfrm>
          <a:prstGeom prst="rect">
            <a:avLst/>
          </a:prstGeom>
          <a:noFill/>
          <a:ln w="12700">
            <a:noFill/>
            <a:miter lim="400000"/>
          </a:ln>
        </p:spPr>
        <p:txBody>
          <a:bodyPr lIns="0" tIns="0" rIns="0" bIns="0" anchor="t"/>
          <a:lstStyle>
            <a:lvl1pPr defTabSz="457200">
              <a:spcBef>
                <a:spcPts val="900"/>
              </a:spcBef>
              <a:defRPr sz="1200" spc="100">
                <a:solidFill>
                  <a:schemeClr val="accent1"/>
                </a:solidFill>
                <a:latin typeface="Avenir Next LT Pro Demi"/>
                <a:ea typeface="Avenir Next LT Pro Demi"/>
                <a:cs typeface="Avenir Next LT Pro Demi"/>
                <a:sym typeface="Avenir Next LT Pro Demi"/>
              </a:defRPr>
            </a:lvl1pPr>
          </a:lstStyle>
          <a:p>
            <a:r>
              <a:t>CLICK TO EDIT TEXT</a:t>
            </a:r>
          </a:p>
        </p:txBody>
      </p:sp>
      <p:sp>
        <p:nvSpPr>
          <p:cNvPr id="1699" name="Text Placeholder 29"/>
          <p:cNvSpPr>
            <a:spLocks noGrp="1"/>
          </p:cNvSpPr>
          <p:nvPr>
            <p:ph type="body" sz="quarter" idx="38" hasCustomPrompt="1"/>
          </p:nvPr>
        </p:nvSpPr>
        <p:spPr>
          <a:xfrm>
            <a:off x="8188337" y="4773114"/>
            <a:ext cx="3593305"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00" name="Text Placeholder 29"/>
          <p:cNvSpPr>
            <a:spLocks noGrp="1"/>
          </p:cNvSpPr>
          <p:nvPr>
            <p:ph type="body" sz="quarter" idx="39" hasCustomPrompt="1"/>
          </p:nvPr>
        </p:nvSpPr>
        <p:spPr>
          <a:xfrm>
            <a:off x="8188337" y="5010721"/>
            <a:ext cx="3593305"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01" name="Text Placeholder 29"/>
          <p:cNvSpPr>
            <a:spLocks noGrp="1"/>
          </p:cNvSpPr>
          <p:nvPr>
            <p:ph type="body" sz="quarter" idx="40" hasCustomPrompt="1"/>
          </p:nvPr>
        </p:nvSpPr>
        <p:spPr>
          <a:xfrm>
            <a:off x="8188337" y="5631604"/>
            <a:ext cx="3593305"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02" name="Text Placeholder 2"/>
          <p:cNvSpPr>
            <a:spLocks noGrp="1"/>
          </p:cNvSpPr>
          <p:nvPr>
            <p:ph type="body" sz="quarter" idx="41" hasCustomPrompt="1"/>
          </p:nvPr>
        </p:nvSpPr>
        <p:spPr>
          <a:xfrm>
            <a:off x="439954" y="3256145"/>
            <a:ext cx="3551599"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03" name="Text Placeholder 29"/>
          <p:cNvSpPr>
            <a:spLocks noGrp="1"/>
          </p:cNvSpPr>
          <p:nvPr>
            <p:ph type="body" sz="quarter" idx="42" hasCustomPrompt="1"/>
          </p:nvPr>
        </p:nvSpPr>
        <p:spPr>
          <a:xfrm>
            <a:off x="404031" y="3341294"/>
            <a:ext cx="361711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04" name="Text Placeholder 29"/>
          <p:cNvSpPr>
            <a:spLocks noGrp="1"/>
          </p:cNvSpPr>
          <p:nvPr>
            <p:ph type="body" sz="quarter" idx="43" hasCustomPrompt="1"/>
          </p:nvPr>
        </p:nvSpPr>
        <p:spPr>
          <a:xfrm>
            <a:off x="404031" y="3578900"/>
            <a:ext cx="361711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05" name="Text Placeholder 29"/>
          <p:cNvSpPr>
            <a:spLocks noGrp="1"/>
          </p:cNvSpPr>
          <p:nvPr>
            <p:ph type="body" sz="quarter" idx="44" hasCustomPrompt="1"/>
          </p:nvPr>
        </p:nvSpPr>
        <p:spPr>
          <a:xfrm>
            <a:off x="404031" y="4199784"/>
            <a:ext cx="361711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06" name="Text Placeholder 2"/>
          <p:cNvSpPr>
            <a:spLocks noGrp="1"/>
          </p:cNvSpPr>
          <p:nvPr>
            <p:ph type="body" sz="quarter" idx="45" hasCustomPrompt="1"/>
          </p:nvPr>
        </p:nvSpPr>
        <p:spPr>
          <a:xfrm>
            <a:off x="4330310" y="3256145"/>
            <a:ext cx="3551600"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07" name="Text Placeholder 29"/>
          <p:cNvSpPr>
            <a:spLocks noGrp="1"/>
          </p:cNvSpPr>
          <p:nvPr>
            <p:ph type="body" sz="quarter" idx="46" hasCustomPrompt="1"/>
          </p:nvPr>
        </p:nvSpPr>
        <p:spPr>
          <a:xfrm>
            <a:off x="4294386" y="3341294"/>
            <a:ext cx="3617120"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08" name="Text Placeholder 29"/>
          <p:cNvSpPr>
            <a:spLocks noGrp="1"/>
          </p:cNvSpPr>
          <p:nvPr>
            <p:ph type="body" sz="quarter" idx="47" hasCustomPrompt="1"/>
          </p:nvPr>
        </p:nvSpPr>
        <p:spPr>
          <a:xfrm>
            <a:off x="4294386" y="3578900"/>
            <a:ext cx="3617120"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09" name="Text Placeholder 29"/>
          <p:cNvSpPr>
            <a:spLocks noGrp="1"/>
          </p:cNvSpPr>
          <p:nvPr>
            <p:ph type="body" sz="quarter" idx="48" hasCustomPrompt="1"/>
          </p:nvPr>
        </p:nvSpPr>
        <p:spPr>
          <a:xfrm>
            <a:off x="4294386" y="4199784"/>
            <a:ext cx="3617120"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10" name="Text Placeholder 2"/>
          <p:cNvSpPr>
            <a:spLocks noGrp="1"/>
          </p:cNvSpPr>
          <p:nvPr>
            <p:ph type="body" sz="quarter" idx="49" hasCustomPrompt="1"/>
          </p:nvPr>
        </p:nvSpPr>
        <p:spPr>
          <a:xfrm>
            <a:off x="8224262" y="3256145"/>
            <a:ext cx="3527784"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11" name="Text Placeholder 29"/>
          <p:cNvSpPr>
            <a:spLocks noGrp="1"/>
          </p:cNvSpPr>
          <p:nvPr>
            <p:ph type="body" sz="quarter" idx="50" hasCustomPrompt="1"/>
          </p:nvPr>
        </p:nvSpPr>
        <p:spPr>
          <a:xfrm>
            <a:off x="8188337" y="3341294"/>
            <a:ext cx="3593305"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12" name="Text Placeholder 29"/>
          <p:cNvSpPr>
            <a:spLocks noGrp="1"/>
          </p:cNvSpPr>
          <p:nvPr>
            <p:ph type="body" sz="quarter" idx="51" hasCustomPrompt="1"/>
          </p:nvPr>
        </p:nvSpPr>
        <p:spPr>
          <a:xfrm>
            <a:off x="8188337" y="3578900"/>
            <a:ext cx="3593305"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13" name="Text Placeholder 29"/>
          <p:cNvSpPr>
            <a:spLocks noGrp="1"/>
          </p:cNvSpPr>
          <p:nvPr>
            <p:ph type="body" sz="quarter" idx="52" hasCustomPrompt="1"/>
          </p:nvPr>
        </p:nvSpPr>
        <p:spPr>
          <a:xfrm>
            <a:off x="8188337" y="4199784"/>
            <a:ext cx="3593305"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14" name="Text Placeholder 2"/>
          <p:cNvSpPr>
            <a:spLocks noGrp="1"/>
          </p:cNvSpPr>
          <p:nvPr>
            <p:ph type="body" sz="quarter" idx="53" hasCustomPrompt="1"/>
          </p:nvPr>
        </p:nvSpPr>
        <p:spPr>
          <a:xfrm>
            <a:off x="439954" y="1817170"/>
            <a:ext cx="3551599"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15" name="Text Placeholder 29"/>
          <p:cNvSpPr>
            <a:spLocks noGrp="1"/>
          </p:cNvSpPr>
          <p:nvPr>
            <p:ph type="body" sz="quarter" idx="54" hasCustomPrompt="1"/>
          </p:nvPr>
        </p:nvSpPr>
        <p:spPr>
          <a:xfrm>
            <a:off x="404031" y="1902320"/>
            <a:ext cx="361711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16" name="Text Placeholder 29"/>
          <p:cNvSpPr>
            <a:spLocks noGrp="1"/>
          </p:cNvSpPr>
          <p:nvPr>
            <p:ph type="body" sz="quarter" idx="55" hasCustomPrompt="1"/>
          </p:nvPr>
        </p:nvSpPr>
        <p:spPr>
          <a:xfrm>
            <a:off x="404031" y="2139926"/>
            <a:ext cx="361711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17" name="Text Placeholder 29"/>
          <p:cNvSpPr>
            <a:spLocks noGrp="1"/>
          </p:cNvSpPr>
          <p:nvPr>
            <p:ph type="body" sz="quarter" idx="56" hasCustomPrompt="1"/>
          </p:nvPr>
        </p:nvSpPr>
        <p:spPr>
          <a:xfrm>
            <a:off x="404031" y="2760809"/>
            <a:ext cx="361711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18" name="Text Placeholder 2"/>
          <p:cNvSpPr>
            <a:spLocks noGrp="1"/>
          </p:cNvSpPr>
          <p:nvPr>
            <p:ph type="body" sz="quarter" idx="57" hasCustomPrompt="1"/>
          </p:nvPr>
        </p:nvSpPr>
        <p:spPr>
          <a:xfrm>
            <a:off x="4330310" y="1817170"/>
            <a:ext cx="3551600"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19" name="Text Placeholder 29"/>
          <p:cNvSpPr>
            <a:spLocks noGrp="1"/>
          </p:cNvSpPr>
          <p:nvPr>
            <p:ph type="body" sz="quarter" idx="58" hasCustomPrompt="1"/>
          </p:nvPr>
        </p:nvSpPr>
        <p:spPr>
          <a:xfrm>
            <a:off x="4294386" y="1902320"/>
            <a:ext cx="3617120"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20" name="Text Placeholder 29"/>
          <p:cNvSpPr>
            <a:spLocks noGrp="1"/>
          </p:cNvSpPr>
          <p:nvPr>
            <p:ph type="body" sz="quarter" idx="59" hasCustomPrompt="1"/>
          </p:nvPr>
        </p:nvSpPr>
        <p:spPr>
          <a:xfrm>
            <a:off x="4294386" y="2139926"/>
            <a:ext cx="3617120"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21" name="Text Placeholder 29"/>
          <p:cNvSpPr>
            <a:spLocks noGrp="1"/>
          </p:cNvSpPr>
          <p:nvPr>
            <p:ph type="body" sz="quarter" idx="60" hasCustomPrompt="1"/>
          </p:nvPr>
        </p:nvSpPr>
        <p:spPr>
          <a:xfrm>
            <a:off x="4294386" y="2760809"/>
            <a:ext cx="3617120"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22" name="Text Placeholder 2"/>
          <p:cNvSpPr>
            <a:spLocks noGrp="1"/>
          </p:cNvSpPr>
          <p:nvPr>
            <p:ph type="body" sz="quarter" idx="61" hasCustomPrompt="1"/>
          </p:nvPr>
        </p:nvSpPr>
        <p:spPr>
          <a:xfrm>
            <a:off x="8224262" y="1817170"/>
            <a:ext cx="3527784" cy="1272578"/>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23" name="Text Placeholder 29"/>
          <p:cNvSpPr>
            <a:spLocks noGrp="1"/>
          </p:cNvSpPr>
          <p:nvPr>
            <p:ph type="body" sz="quarter" idx="62" hasCustomPrompt="1"/>
          </p:nvPr>
        </p:nvSpPr>
        <p:spPr>
          <a:xfrm>
            <a:off x="8188337" y="1902320"/>
            <a:ext cx="3593305"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24" name="Text Placeholder 29"/>
          <p:cNvSpPr>
            <a:spLocks noGrp="1"/>
          </p:cNvSpPr>
          <p:nvPr>
            <p:ph type="body" sz="quarter" idx="63" hasCustomPrompt="1"/>
          </p:nvPr>
        </p:nvSpPr>
        <p:spPr>
          <a:xfrm>
            <a:off x="8188337" y="2139926"/>
            <a:ext cx="3593305"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25" name="Text Placeholder 29"/>
          <p:cNvSpPr>
            <a:spLocks noGrp="1"/>
          </p:cNvSpPr>
          <p:nvPr>
            <p:ph type="body" sz="quarter" idx="64" hasCustomPrompt="1"/>
          </p:nvPr>
        </p:nvSpPr>
        <p:spPr>
          <a:xfrm>
            <a:off x="8188337" y="2760809"/>
            <a:ext cx="3593305"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Tree>
    <p:extLst>
      <p:ext uri="{BB962C8B-B14F-4D97-AF65-F5344CB8AC3E}">
        <p14:creationId xmlns:p14="http://schemas.microsoft.com/office/powerpoint/2010/main" val="2133389625"/>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x">
  <p:cSld name="Titles and 2 text boxes containing boxes B">
    <p:bg>
      <p:bgPr>
        <a:solidFill>
          <a:srgbClr val="FFFFFF"/>
        </a:solidFill>
        <a:effectLst/>
      </p:bgPr>
    </p:bg>
    <p:spTree>
      <p:nvGrpSpPr>
        <p:cNvPr id="1" name=""/>
        <p:cNvGrpSpPr/>
        <p:nvPr/>
      </p:nvGrpSpPr>
      <p:grpSpPr>
        <a:xfrm>
          <a:off x="0" y="0"/>
          <a:ext cx="0" cy="0"/>
          <a:chOff x="0" y="0"/>
          <a:chExt cx="0" cy="0"/>
        </a:xfrm>
      </p:grpSpPr>
      <p:pic>
        <p:nvPicPr>
          <p:cNvPr id="173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733" name="Title Text"/>
          <p:cNvSpPr txBox="1">
            <a:spLocks noGrp="1"/>
          </p:cNvSpPr>
          <p:nvPr>
            <p:ph type="title"/>
          </p:nvPr>
        </p:nvSpPr>
        <p:spPr>
          <a:xfrm>
            <a:off x="380085" y="353838"/>
            <a:ext cx="11422185" cy="393083"/>
          </a:xfrm>
          <a:prstGeom prst="rect">
            <a:avLst/>
          </a:prstGeom>
        </p:spPr>
        <p:txBody>
          <a:bodyPr/>
          <a:lstStyle>
            <a:lvl1pPr>
              <a:defRPr>
                <a:solidFill>
                  <a:srgbClr val="000000"/>
                </a:solidFill>
              </a:defRPr>
            </a:lvl1pPr>
          </a:lstStyle>
          <a:p>
            <a:r>
              <a:t>Title Text</a:t>
            </a:r>
          </a:p>
        </p:txBody>
      </p:sp>
      <p:sp>
        <p:nvSpPr>
          <p:cNvPr id="1734"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1735"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736"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737" name="Text Placeholder 4"/>
          <p:cNvSpPr>
            <a:spLocks noGrp="1"/>
          </p:cNvSpPr>
          <p:nvPr>
            <p:ph type="body" sz="quarter" idx="22"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1738" name="Text Placeholder 2"/>
          <p:cNvSpPr>
            <a:spLocks noGrp="1"/>
          </p:cNvSpPr>
          <p:nvPr>
            <p:ph type="body" sz="quarter" idx="23" hasCustomPrompt="1"/>
          </p:nvPr>
        </p:nvSpPr>
        <p:spPr>
          <a:xfrm>
            <a:off x="439448" y="4688252"/>
            <a:ext cx="5468693" cy="1283732"/>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39" name="Text Placeholder 17"/>
          <p:cNvSpPr>
            <a:spLocks noGrp="1"/>
          </p:cNvSpPr>
          <p:nvPr>
            <p:ph type="body" sz="quarter" idx="24" hasCustomPrompt="1"/>
          </p:nvPr>
        </p:nvSpPr>
        <p:spPr>
          <a:xfrm>
            <a:off x="452638" y="1387260"/>
            <a:ext cx="223259" cy="222740"/>
          </a:xfrm>
          <a:prstGeom prst="rect">
            <a:avLst/>
          </a:prstGeom>
          <a:solidFill>
            <a:srgbClr val="E998E8"/>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1</a:t>
            </a:r>
          </a:p>
        </p:txBody>
      </p:sp>
      <p:sp>
        <p:nvSpPr>
          <p:cNvPr id="1740" name="Text Placeholder 14"/>
          <p:cNvSpPr>
            <a:spLocks noGrp="1"/>
          </p:cNvSpPr>
          <p:nvPr>
            <p:ph type="body" sz="quarter" idx="25" hasCustomPrompt="1"/>
          </p:nvPr>
        </p:nvSpPr>
        <p:spPr>
          <a:xfrm>
            <a:off x="832756" y="1417350"/>
            <a:ext cx="5107507" cy="251063"/>
          </a:xfrm>
          <a:prstGeom prst="rect">
            <a:avLst/>
          </a:prstGeom>
          <a:noFill/>
          <a:ln w="12700">
            <a:noFill/>
            <a:miter lim="400000"/>
          </a:ln>
        </p:spPr>
        <p:txBody>
          <a:bodyPr lIns="0" tIns="0" rIns="0" bIns="0" anchor="t"/>
          <a:lstStyle>
            <a:lvl1pPr defTabSz="457200">
              <a:spcBef>
                <a:spcPts val="900"/>
              </a:spcBef>
              <a:defRPr sz="1200" spc="100">
                <a:solidFill>
                  <a:schemeClr val="accent6"/>
                </a:solidFill>
                <a:latin typeface="Avenir Next LT Pro Demi"/>
                <a:ea typeface="Avenir Next LT Pro Demi"/>
                <a:cs typeface="Avenir Next LT Pro Demi"/>
                <a:sym typeface="Avenir Next LT Pro Demi"/>
              </a:defRPr>
            </a:lvl1pPr>
          </a:lstStyle>
          <a:p>
            <a:r>
              <a:t>CLICK TO EDIT TEXT</a:t>
            </a:r>
          </a:p>
        </p:txBody>
      </p:sp>
      <p:sp>
        <p:nvSpPr>
          <p:cNvPr id="1741" name="Text Placeholder 29"/>
          <p:cNvSpPr>
            <a:spLocks noGrp="1"/>
          </p:cNvSpPr>
          <p:nvPr>
            <p:ph type="body" sz="quarter" idx="26" hasCustomPrompt="1"/>
          </p:nvPr>
        </p:nvSpPr>
        <p:spPr>
          <a:xfrm>
            <a:off x="407325" y="4778979"/>
            <a:ext cx="553293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42" name="Text Placeholder 29"/>
          <p:cNvSpPr>
            <a:spLocks noGrp="1"/>
          </p:cNvSpPr>
          <p:nvPr>
            <p:ph type="body" sz="quarter" idx="27" hasCustomPrompt="1"/>
          </p:nvPr>
        </p:nvSpPr>
        <p:spPr>
          <a:xfrm>
            <a:off x="407325" y="5016585"/>
            <a:ext cx="553293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43" name="Text Placeholder 29"/>
          <p:cNvSpPr>
            <a:spLocks noGrp="1"/>
          </p:cNvSpPr>
          <p:nvPr>
            <p:ph type="body" sz="quarter" idx="28" hasCustomPrompt="1"/>
          </p:nvPr>
        </p:nvSpPr>
        <p:spPr>
          <a:xfrm>
            <a:off x="407325" y="5637468"/>
            <a:ext cx="553293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44" name="Text Placeholder 2"/>
          <p:cNvSpPr>
            <a:spLocks noGrp="1"/>
          </p:cNvSpPr>
          <p:nvPr>
            <p:ph type="body" sz="quarter" idx="29" hasCustomPrompt="1"/>
          </p:nvPr>
        </p:nvSpPr>
        <p:spPr>
          <a:xfrm>
            <a:off x="6301191" y="4688252"/>
            <a:ext cx="5468957" cy="1283732"/>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45" name="Text Placeholder 17"/>
          <p:cNvSpPr>
            <a:spLocks noGrp="1"/>
          </p:cNvSpPr>
          <p:nvPr>
            <p:ph type="body" sz="quarter" idx="30" hasCustomPrompt="1"/>
          </p:nvPr>
        </p:nvSpPr>
        <p:spPr>
          <a:xfrm>
            <a:off x="6314381" y="1387260"/>
            <a:ext cx="223259" cy="222740"/>
          </a:xfrm>
          <a:prstGeom prst="rect">
            <a:avLst/>
          </a:prstGeom>
          <a:solidFill>
            <a:srgbClr val="E998E8"/>
          </a:solidFill>
          <a:ln w="12700">
            <a:noFill/>
            <a:miter lim="400000"/>
          </a:ln>
        </p:spPr>
        <p:txBody>
          <a:bodyPr lIns="0" tIns="0" rIns="0" bIns="0"/>
          <a:lstStyle>
            <a:lvl1pPr algn="ctr" defTabSz="870381">
              <a:spcBef>
                <a:spcPts val="850"/>
              </a:spcBef>
              <a:defRPr sz="1455">
                <a:solidFill>
                  <a:srgbClr val="FFFFFF"/>
                </a:solidFill>
                <a:latin typeface="Avenir Next LT Pro Demi"/>
                <a:ea typeface="Avenir Next LT Pro Demi"/>
                <a:cs typeface="Avenir Next LT Pro Demi"/>
                <a:sym typeface="Avenir Next LT Pro Demi"/>
              </a:defRPr>
            </a:lvl1pPr>
          </a:lstStyle>
          <a:p>
            <a:r>
              <a:t>2</a:t>
            </a:r>
          </a:p>
        </p:txBody>
      </p:sp>
      <p:sp>
        <p:nvSpPr>
          <p:cNvPr id="1746" name="Text Placeholder 14"/>
          <p:cNvSpPr>
            <a:spLocks noGrp="1"/>
          </p:cNvSpPr>
          <p:nvPr>
            <p:ph type="body" sz="quarter" idx="31" hasCustomPrompt="1"/>
          </p:nvPr>
        </p:nvSpPr>
        <p:spPr>
          <a:xfrm>
            <a:off x="6694519" y="1417350"/>
            <a:ext cx="5107749" cy="251063"/>
          </a:xfrm>
          <a:prstGeom prst="rect">
            <a:avLst/>
          </a:prstGeom>
          <a:noFill/>
          <a:ln w="12700">
            <a:noFill/>
            <a:miter lim="400000"/>
          </a:ln>
        </p:spPr>
        <p:txBody>
          <a:bodyPr lIns="0" tIns="0" rIns="0" bIns="0" anchor="t"/>
          <a:lstStyle>
            <a:lvl1pPr defTabSz="457200">
              <a:spcBef>
                <a:spcPts val="900"/>
              </a:spcBef>
              <a:defRPr sz="1200" spc="100">
                <a:solidFill>
                  <a:schemeClr val="accent6"/>
                </a:solidFill>
                <a:latin typeface="Avenir Next LT Pro Demi"/>
                <a:ea typeface="Avenir Next LT Pro Demi"/>
                <a:cs typeface="Avenir Next LT Pro Demi"/>
                <a:sym typeface="Avenir Next LT Pro Demi"/>
              </a:defRPr>
            </a:lvl1pPr>
          </a:lstStyle>
          <a:p>
            <a:r>
              <a:t>CLICK TO EDIT TEXT</a:t>
            </a:r>
          </a:p>
        </p:txBody>
      </p:sp>
      <p:sp>
        <p:nvSpPr>
          <p:cNvPr id="1747" name="Text Placeholder 29"/>
          <p:cNvSpPr>
            <a:spLocks noGrp="1"/>
          </p:cNvSpPr>
          <p:nvPr>
            <p:ph type="body" sz="quarter" idx="32" hasCustomPrompt="1"/>
          </p:nvPr>
        </p:nvSpPr>
        <p:spPr>
          <a:xfrm>
            <a:off x="6269069" y="4778979"/>
            <a:ext cx="5533201"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48" name="Text Placeholder 29"/>
          <p:cNvSpPr>
            <a:spLocks noGrp="1"/>
          </p:cNvSpPr>
          <p:nvPr>
            <p:ph type="body" sz="quarter" idx="33" hasCustomPrompt="1"/>
          </p:nvPr>
        </p:nvSpPr>
        <p:spPr>
          <a:xfrm>
            <a:off x="6269069" y="5016585"/>
            <a:ext cx="5533201"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49" name="Text Placeholder 29"/>
          <p:cNvSpPr>
            <a:spLocks noGrp="1"/>
          </p:cNvSpPr>
          <p:nvPr>
            <p:ph type="body" sz="quarter" idx="34" hasCustomPrompt="1"/>
          </p:nvPr>
        </p:nvSpPr>
        <p:spPr>
          <a:xfrm>
            <a:off x="6269069" y="5637468"/>
            <a:ext cx="5533201"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50" name="Text Placeholder 2"/>
          <p:cNvSpPr>
            <a:spLocks noGrp="1"/>
          </p:cNvSpPr>
          <p:nvPr>
            <p:ph type="body" sz="quarter" idx="35" hasCustomPrompt="1"/>
          </p:nvPr>
        </p:nvSpPr>
        <p:spPr>
          <a:xfrm>
            <a:off x="439448" y="3250511"/>
            <a:ext cx="5468693" cy="1283732"/>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51" name="Text Placeholder 29"/>
          <p:cNvSpPr>
            <a:spLocks noGrp="1"/>
          </p:cNvSpPr>
          <p:nvPr>
            <p:ph type="body" sz="quarter" idx="36" hasCustomPrompt="1"/>
          </p:nvPr>
        </p:nvSpPr>
        <p:spPr>
          <a:xfrm>
            <a:off x="407325" y="3341238"/>
            <a:ext cx="553293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52" name="Text Placeholder 29"/>
          <p:cNvSpPr>
            <a:spLocks noGrp="1"/>
          </p:cNvSpPr>
          <p:nvPr>
            <p:ph type="body" sz="quarter" idx="37" hasCustomPrompt="1"/>
          </p:nvPr>
        </p:nvSpPr>
        <p:spPr>
          <a:xfrm>
            <a:off x="407325" y="3578844"/>
            <a:ext cx="553293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53" name="Text Placeholder 29"/>
          <p:cNvSpPr>
            <a:spLocks noGrp="1"/>
          </p:cNvSpPr>
          <p:nvPr>
            <p:ph type="body" sz="quarter" idx="38" hasCustomPrompt="1"/>
          </p:nvPr>
        </p:nvSpPr>
        <p:spPr>
          <a:xfrm>
            <a:off x="407325" y="4199727"/>
            <a:ext cx="553293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54" name="Text Placeholder 2"/>
          <p:cNvSpPr>
            <a:spLocks noGrp="1"/>
          </p:cNvSpPr>
          <p:nvPr>
            <p:ph type="body" sz="quarter" idx="39" hasCustomPrompt="1"/>
          </p:nvPr>
        </p:nvSpPr>
        <p:spPr>
          <a:xfrm>
            <a:off x="6301191" y="3250511"/>
            <a:ext cx="5468957" cy="1283732"/>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55" name="Text Placeholder 29"/>
          <p:cNvSpPr>
            <a:spLocks noGrp="1"/>
          </p:cNvSpPr>
          <p:nvPr>
            <p:ph type="body" sz="quarter" idx="40" hasCustomPrompt="1"/>
          </p:nvPr>
        </p:nvSpPr>
        <p:spPr>
          <a:xfrm>
            <a:off x="6269069" y="3341238"/>
            <a:ext cx="5533201"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56" name="Text Placeholder 29"/>
          <p:cNvSpPr>
            <a:spLocks noGrp="1"/>
          </p:cNvSpPr>
          <p:nvPr>
            <p:ph type="body" sz="quarter" idx="41" hasCustomPrompt="1"/>
          </p:nvPr>
        </p:nvSpPr>
        <p:spPr>
          <a:xfrm>
            <a:off x="6269069" y="3578844"/>
            <a:ext cx="5533201"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57" name="Text Placeholder 29"/>
          <p:cNvSpPr>
            <a:spLocks noGrp="1"/>
          </p:cNvSpPr>
          <p:nvPr>
            <p:ph type="body" sz="quarter" idx="42" hasCustomPrompt="1"/>
          </p:nvPr>
        </p:nvSpPr>
        <p:spPr>
          <a:xfrm>
            <a:off x="6269069" y="4199727"/>
            <a:ext cx="5533201"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58" name="Text Placeholder 2"/>
          <p:cNvSpPr>
            <a:spLocks noGrp="1"/>
          </p:cNvSpPr>
          <p:nvPr>
            <p:ph type="body" sz="quarter" idx="43" hasCustomPrompt="1"/>
          </p:nvPr>
        </p:nvSpPr>
        <p:spPr>
          <a:xfrm>
            <a:off x="439448" y="1813686"/>
            <a:ext cx="5468693" cy="1283732"/>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59" name="Text Placeholder 29"/>
          <p:cNvSpPr>
            <a:spLocks noGrp="1"/>
          </p:cNvSpPr>
          <p:nvPr>
            <p:ph type="body" sz="quarter" idx="44" hasCustomPrompt="1"/>
          </p:nvPr>
        </p:nvSpPr>
        <p:spPr>
          <a:xfrm>
            <a:off x="407325" y="1904413"/>
            <a:ext cx="5532938"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60" name="Text Placeholder 29"/>
          <p:cNvSpPr>
            <a:spLocks noGrp="1"/>
          </p:cNvSpPr>
          <p:nvPr>
            <p:ph type="body" sz="quarter" idx="45" hasCustomPrompt="1"/>
          </p:nvPr>
        </p:nvSpPr>
        <p:spPr>
          <a:xfrm>
            <a:off x="407325" y="2142019"/>
            <a:ext cx="5532938"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61" name="Text Placeholder 29"/>
          <p:cNvSpPr>
            <a:spLocks noGrp="1"/>
          </p:cNvSpPr>
          <p:nvPr>
            <p:ph type="body" sz="quarter" idx="46" hasCustomPrompt="1"/>
          </p:nvPr>
        </p:nvSpPr>
        <p:spPr>
          <a:xfrm>
            <a:off x="407325" y="2762902"/>
            <a:ext cx="5532938"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62" name="Text Placeholder 2"/>
          <p:cNvSpPr>
            <a:spLocks noGrp="1"/>
          </p:cNvSpPr>
          <p:nvPr>
            <p:ph type="body" sz="quarter" idx="47" hasCustomPrompt="1"/>
          </p:nvPr>
        </p:nvSpPr>
        <p:spPr>
          <a:xfrm>
            <a:off x="6301191" y="1813686"/>
            <a:ext cx="5468957" cy="1283732"/>
          </a:xfrm>
          <a:prstGeom prst="rect">
            <a:avLst/>
          </a:prstGeom>
          <a:solidFill>
            <a:srgbClr val="FFFFFF"/>
          </a:solidFill>
          <a:ln>
            <a:solidFill>
              <a:srgbClr val="D9D9D9"/>
            </a:solidFill>
            <a:round/>
          </a:ln>
        </p:spPr>
        <p:txBody>
          <a:bodyPr lIns="0" tIns="0" rIns="0" bIns="0"/>
          <a:lstStyle>
            <a:lvl1pPr algn="ctr" defTabSz="457200">
              <a:spcBef>
                <a:spcPts val="900"/>
              </a:spcBef>
              <a:defRPr sz="2000"/>
            </a:lvl1pPr>
          </a:lstStyle>
          <a:p>
            <a:r>
              <a:t>Click to add text</a:t>
            </a:r>
          </a:p>
        </p:txBody>
      </p:sp>
      <p:sp>
        <p:nvSpPr>
          <p:cNvPr id="1763" name="Text Placeholder 29"/>
          <p:cNvSpPr>
            <a:spLocks noGrp="1"/>
          </p:cNvSpPr>
          <p:nvPr>
            <p:ph type="body" sz="quarter" idx="48" hasCustomPrompt="1"/>
          </p:nvPr>
        </p:nvSpPr>
        <p:spPr>
          <a:xfrm>
            <a:off x="6269069" y="1904413"/>
            <a:ext cx="5533201" cy="244864"/>
          </a:xfrm>
          <a:prstGeom prst="rect">
            <a:avLst/>
          </a:prstGeom>
          <a:noFill/>
          <a:ln w="12700">
            <a:noFill/>
            <a:miter lim="400000"/>
          </a:ln>
        </p:spPr>
        <p:txBody>
          <a:bodyPr lIns="0" tIns="0" rIns="0" bIns="0" anchor="t"/>
          <a:lstStyle>
            <a:lvl1pPr algn="ctr" defTabSz="457200">
              <a:spcBef>
                <a:spcPts val="900"/>
              </a:spcBef>
              <a:defRPr sz="1500">
                <a:solidFill>
                  <a:srgbClr val="000000"/>
                </a:solidFill>
              </a:defRPr>
            </a:lvl1pPr>
          </a:lstStyle>
          <a:p>
            <a:r>
              <a:t>Click to edit text</a:t>
            </a:r>
          </a:p>
        </p:txBody>
      </p:sp>
      <p:sp>
        <p:nvSpPr>
          <p:cNvPr id="1764" name="Text Placeholder 29"/>
          <p:cNvSpPr>
            <a:spLocks noGrp="1"/>
          </p:cNvSpPr>
          <p:nvPr>
            <p:ph type="body" sz="quarter" idx="49" hasCustomPrompt="1"/>
          </p:nvPr>
        </p:nvSpPr>
        <p:spPr>
          <a:xfrm>
            <a:off x="6269069" y="2142019"/>
            <a:ext cx="5533201" cy="383221"/>
          </a:xfrm>
          <a:prstGeom prst="rect">
            <a:avLst/>
          </a:prstGeom>
          <a:noFill/>
          <a:ln w="12700">
            <a:noFill/>
            <a:miter lim="400000"/>
          </a:ln>
        </p:spPr>
        <p:txBody>
          <a:bodyPr lIns="0" tIns="0" rIns="0" bIns="0" anchor="t"/>
          <a:lstStyle>
            <a:lvl1pPr algn="ctr" defTabSz="457200">
              <a:lnSpc>
                <a:spcPts val="3000"/>
              </a:lnSpc>
              <a:defRPr sz="2500" spc="-1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1765" name="Text Placeholder 29"/>
          <p:cNvSpPr>
            <a:spLocks noGrp="1"/>
          </p:cNvSpPr>
          <p:nvPr>
            <p:ph type="body" sz="quarter" idx="50" hasCustomPrompt="1"/>
          </p:nvPr>
        </p:nvSpPr>
        <p:spPr>
          <a:xfrm>
            <a:off x="6269069" y="2762902"/>
            <a:ext cx="5533201" cy="264804"/>
          </a:xfrm>
          <a:prstGeom prst="rect">
            <a:avLst/>
          </a:prstGeom>
          <a:noFill/>
          <a:ln w="12700">
            <a:noFill/>
            <a:miter lim="400000"/>
          </a:ln>
        </p:spPr>
        <p:txBody>
          <a:bodyPr lIns="0" tIns="0" rIns="0" bIns="0" anchor="t"/>
          <a:lstStyle>
            <a:lvl1pPr algn="ctr" defTabSz="457200">
              <a:spcBef>
                <a:spcPts val="900"/>
              </a:spcBef>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Tree>
    <p:extLst>
      <p:ext uri="{BB962C8B-B14F-4D97-AF65-F5344CB8AC3E}">
        <p14:creationId xmlns:p14="http://schemas.microsoft.com/office/powerpoint/2010/main" val="223967047"/>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x">
  <p:cSld name="Titles, Content and side image">
    <p:bg>
      <p:bgPr>
        <a:solidFill>
          <a:srgbClr val="FFFFFF"/>
        </a:solidFill>
        <a:effectLst/>
      </p:bgPr>
    </p:bg>
    <p:spTree>
      <p:nvGrpSpPr>
        <p:cNvPr id="1" name=""/>
        <p:cNvGrpSpPr/>
        <p:nvPr/>
      </p:nvGrpSpPr>
      <p:grpSpPr>
        <a:xfrm>
          <a:off x="0" y="0"/>
          <a:ext cx="0" cy="0"/>
          <a:chOff x="0" y="0"/>
          <a:chExt cx="0" cy="0"/>
        </a:xfrm>
      </p:grpSpPr>
      <p:pic>
        <p:nvPicPr>
          <p:cNvPr id="177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1773" name="Picture Placeholder 21"/>
          <p:cNvSpPr>
            <a:spLocks noGrp="1"/>
          </p:cNvSpPr>
          <p:nvPr>
            <p:ph type="pic" idx="21"/>
          </p:nvPr>
        </p:nvSpPr>
        <p:spPr>
          <a:xfrm>
            <a:off x="6684775" y="440531"/>
            <a:ext cx="5507226" cy="6417470"/>
          </a:xfrm>
          <a:prstGeom prst="rect">
            <a:avLst/>
          </a:prstGeom>
          <a:noFill/>
          <a:ln w="12700">
            <a:noFill/>
            <a:miter lim="400000"/>
          </a:ln>
        </p:spPr>
        <p:txBody>
          <a:bodyPr lIns="91439" tIns="45719" rIns="91439" bIns="45719" anchor="t">
            <a:noAutofit/>
          </a:bodyPr>
          <a:lstStyle/>
          <a:p>
            <a:endParaRPr/>
          </a:p>
        </p:txBody>
      </p:sp>
      <p:sp>
        <p:nvSpPr>
          <p:cNvPr id="1774"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1775"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1776" name="Body Level One…"/>
          <p:cNvSpPr txBox="1">
            <a:spLocks noGrp="1"/>
          </p:cNvSpPr>
          <p:nvPr>
            <p:ph type="body" sz="half" idx="1"/>
          </p:nvPr>
        </p:nvSpPr>
        <p:spPr>
          <a:xfrm>
            <a:off x="393337" y="1331638"/>
            <a:ext cx="5672502" cy="4640734"/>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2000" spc="-75">
                <a:solidFill>
                  <a:srgbClr val="000000"/>
                </a:solidFill>
              </a:defRPr>
            </a:lvl1pPr>
            <a:lvl2pPr marL="795000" indent="-300000" defTabSz="457200">
              <a:spcBef>
                <a:spcPts val="900"/>
              </a:spcBef>
              <a:buFont typeface="Helvetica"/>
              <a:defRPr sz="2000" spc="-75">
                <a:solidFill>
                  <a:srgbClr val="000000"/>
                </a:solidFill>
              </a:defRPr>
            </a:lvl2pPr>
            <a:lvl3pPr marL="1266000" indent="-240000" defTabSz="457200">
              <a:spcBef>
                <a:spcPts val="900"/>
              </a:spcBef>
              <a:buFont typeface="Helvetica"/>
              <a:defRPr sz="2000" spc="-75">
                <a:solidFill>
                  <a:srgbClr val="000000"/>
                </a:solidFill>
              </a:defRPr>
            </a:lvl3pPr>
            <a:lvl4pPr marL="1776000" indent="-300000" defTabSz="457200">
              <a:spcBef>
                <a:spcPts val="900"/>
              </a:spcBef>
              <a:buFont typeface="Helvetica"/>
              <a:defRPr sz="2000" spc="-75">
                <a:solidFill>
                  <a:srgbClr val="000000"/>
                </a:solidFill>
              </a:defRPr>
            </a:lvl4pPr>
            <a:lvl5pPr marL="2226000" indent="-300000" defTabSz="457200">
              <a:spcBef>
                <a:spcPts val="900"/>
              </a:spcBef>
              <a:buFont typeface="Helvetica"/>
              <a:defRPr sz="2000" spc="-75">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777" name="Text Placeholder 10"/>
          <p:cNvSpPr>
            <a:spLocks noGrp="1"/>
          </p:cNvSpPr>
          <p:nvPr>
            <p:ph type="body" sz="quarter" idx="22"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1778"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1779" name="Text Placeholder 4"/>
          <p:cNvSpPr>
            <a:spLocks noGrp="1"/>
          </p:cNvSpPr>
          <p:nvPr>
            <p:ph type="body" sz="quarter" idx="24"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2294611537"/>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x">
  <p:cSld name="Titles, Content and iPhone Mockup A">
    <p:bg>
      <p:bgPr>
        <a:solidFill>
          <a:srgbClr val="FFFFFF"/>
        </a:solidFill>
        <a:effectLst/>
      </p:bgPr>
    </p:bg>
    <p:spTree>
      <p:nvGrpSpPr>
        <p:cNvPr id="1" name=""/>
        <p:cNvGrpSpPr/>
        <p:nvPr/>
      </p:nvGrpSpPr>
      <p:grpSpPr>
        <a:xfrm>
          <a:off x="0" y="0"/>
          <a:ext cx="0" cy="0"/>
          <a:chOff x="0" y="0"/>
          <a:chExt cx="0" cy="0"/>
        </a:xfrm>
      </p:grpSpPr>
      <p:pic>
        <p:nvPicPr>
          <p:cNvPr id="1786" name="Picture 1" descr="Picture 1"/>
          <p:cNvPicPr>
            <a:picLocks noChangeAspect="1"/>
          </p:cNvPicPr>
          <p:nvPr/>
        </p:nvPicPr>
        <p:blipFill>
          <a:blip r:embed="rId2"/>
          <a:stretch>
            <a:fillRect/>
          </a:stretch>
        </p:blipFill>
        <p:spPr>
          <a:xfrm>
            <a:off x="7320669" y="401209"/>
            <a:ext cx="4255408" cy="6456792"/>
          </a:xfrm>
          <a:prstGeom prst="rect">
            <a:avLst/>
          </a:prstGeom>
          <a:ln w="12700">
            <a:miter lim="400000"/>
          </a:ln>
        </p:spPr>
      </p:pic>
      <p:sp>
        <p:nvSpPr>
          <p:cNvPr id="1787"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788" name="Picture 4" descr="Picture 4"/>
          <p:cNvPicPr>
            <a:picLocks noChangeAspect="1"/>
          </p:cNvPicPr>
          <p:nvPr/>
        </p:nvPicPr>
        <p:blipFill>
          <a:blip r:embed="rId3"/>
          <a:stretch>
            <a:fillRect/>
          </a:stretch>
        </p:blipFill>
        <p:spPr>
          <a:xfrm>
            <a:off x="406451" y="6399001"/>
            <a:ext cx="1057000" cy="205451"/>
          </a:xfrm>
          <a:prstGeom prst="rect">
            <a:avLst/>
          </a:prstGeom>
          <a:ln w="12700">
            <a:miter lim="400000"/>
          </a:ln>
        </p:spPr>
      </p:pic>
      <p:sp>
        <p:nvSpPr>
          <p:cNvPr id="1789"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790"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791" name="Picture Placeholder 16"/>
          <p:cNvSpPr>
            <a:spLocks noGrp="1"/>
          </p:cNvSpPr>
          <p:nvPr>
            <p:ph type="pic" sz="quarter" idx="22"/>
          </p:nvPr>
        </p:nvSpPr>
        <p:spPr>
          <a:xfrm>
            <a:off x="8140161" y="531266"/>
            <a:ext cx="2520001" cy="5481358"/>
          </a:xfrm>
          <a:prstGeom prst="rect">
            <a:avLst/>
          </a:prstGeom>
          <a:noFill/>
          <a:ln w="12700">
            <a:noFill/>
            <a:miter lim="400000"/>
          </a:ln>
        </p:spPr>
        <p:txBody>
          <a:bodyPr lIns="91439" tIns="45719" rIns="91439" bIns="45719" anchor="t">
            <a:noAutofit/>
          </a:bodyPr>
          <a:lstStyle/>
          <a:p>
            <a:endParaRPr/>
          </a:p>
        </p:txBody>
      </p:sp>
      <p:sp>
        <p:nvSpPr>
          <p:cNvPr id="1792"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793" name="Text Placeholder 4"/>
          <p:cNvSpPr>
            <a:spLocks noGrp="1"/>
          </p:cNvSpPr>
          <p:nvPr>
            <p:ph type="body" sz="quarter" idx="23" hasCustomPrompt="1"/>
          </p:nvPr>
        </p:nvSpPr>
        <p:spPr>
          <a:xfrm>
            <a:off x="380085"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4238434999"/>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x">
  <p:cSld name="Titles, Content and Tablet Vertical Mockup">
    <p:bg>
      <p:bgPr>
        <a:solidFill>
          <a:srgbClr val="FFFFFF"/>
        </a:solidFill>
        <a:effectLst/>
      </p:bgPr>
    </p:bg>
    <p:spTree>
      <p:nvGrpSpPr>
        <p:cNvPr id="1" name=""/>
        <p:cNvGrpSpPr/>
        <p:nvPr/>
      </p:nvGrpSpPr>
      <p:grpSpPr>
        <a:xfrm>
          <a:off x="0" y="0"/>
          <a:ext cx="0" cy="0"/>
          <a:chOff x="0" y="0"/>
          <a:chExt cx="0" cy="0"/>
        </a:xfrm>
      </p:grpSpPr>
      <p:pic>
        <p:nvPicPr>
          <p:cNvPr id="1800" name="Picture 2" descr="Picture 2"/>
          <p:cNvPicPr>
            <a:picLocks noChangeAspect="1"/>
          </p:cNvPicPr>
          <p:nvPr/>
        </p:nvPicPr>
        <p:blipFill>
          <a:blip r:embed="rId2"/>
          <a:srcRect r="5713" b="1072"/>
          <a:stretch>
            <a:fillRect/>
          </a:stretch>
        </p:blipFill>
        <p:spPr>
          <a:xfrm>
            <a:off x="7592158" y="435577"/>
            <a:ext cx="4599843" cy="6422423"/>
          </a:xfrm>
          <a:prstGeom prst="rect">
            <a:avLst/>
          </a:prstGeom>
          <a:ln w="12700">
            <a:miter lim="400000"/>
          </a:ln>
        </p:spPr>
      </p:pic>
      <p:sp>
        <p:nvSpPr>
          <p:cNvPr id="1801" name="Picture Placeholder 16"/>
          <p:cNvSpPr>
            <a:spLocks noGrp="1"/>
          </p:cNvSpPr>
          <p:nvPr>
            <p:ph type="pic" sz="half" idx="21"/>
          </p:nvPr>
        </p:nvSpPr>
        <p:spPr>
          <a:xfrm>
            <a:off x="7678148" y="527582"/>
            <a:ext cx="3615297" cy="5233385"/>
          </a:xfrm>
          <a:prstGeom prst="rect">
            <a:avLst/>
          </a:prstGeom>
          <a:noFill/>
          <a:ln w="12700">
            <a:noFill/>
            <a:miter lim="400000"/>
          </a:ln>
        </p:spPr>
        <p:txBody>
          <a:bodyPr lIns="91439" tIns="45719" rIns="91439" bIns="45719" anchor="t">
            <a:noAutofit/>
          </a:bodyPr>
          <a:lstStyle/>
          <a:p>
            <a:endParaRPr/>
          </a:p>
        </p:txBody>
      </p:sp>
      <p:sp>
        <p:nvSpPr>
          <p:cNvPr id="1802"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803" name="Picture 4" descr="Picture 4"/>
          <p:cNvPicPr>
            <a:picLocks noChangeAspect="1"/>
          </p:cNvPicPr>
          <p:nvPr/>
        </p:nvPicPr>
        <p:blipFill>
          <a:blip r:embed="rId3"/>
          <a:stretch>
            <a:fillRect/>
          </a:stretch>
        </p:blipFill>
        <p:spPr>
          <a:xfrm>
            <a:off x="406451" y="6399001"/>
            <a:ext cx="1057000" cy="205451"/>
          </a:xfrm>
          <a:prstGeom prst="rect">
            <a:avLst/>
          </a:prstGeom>
          <a:ln w="12700">
            <a:miter lim="400000"/>
          </a:ln>
        </p:spPr>
      </p:pic>
      <p:sp>
        <p:nvSpPr>
          <p:cNvPr id="1804"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805"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806"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807" name="Text Placeholder 4"/>
          <p:cNvSpPr>
            <a:spLocks noGrp="1"/>
          </p:cNvSpPr>
          <p:nvPr>
            <p:ph type="body" sz="quarter" idx="23" hasCustomPrompt="1"/>
          </p:nvPr>
        </p:nvSpPr>
        <p:spPr>
          <a:xfrm>
            <a:off x="380085"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3876857359"/>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x">
  <p:cSld name="Titles, Content and Tablet Horizontal Mockup">
    <p:bg>
      <p:bgPr>
        <a:solidFill>
          <a:srgbClr val="FFFFFF"/>
        </a:solidFill>
        <a:effectLst/>
      </p:bgPr>
    </p:bg>
    <p:spTree>
      <p:nvGrpSpPr>
        <p:cNvPr id="1" name=""/>
        <p:cNvGrpSpPr/>
        <p:nvPr/>
      </p:nvGrpSpPr>
      <p:grpSpPr>
        <a:xfrm>
          <a:off x="0" y="0"/>
          <a:ext cx="0" cy="0"/>
          <a:chOff x="0" y="0"/>
          <a:chExt cx="0" cy="0"/>
        </a:xfrm>
      </p:grpSpPr>
      <p:sp>
        <p:nvSpPr>
          <p:cNvPr id="1814"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815"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816"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817"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818"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819" name="Text Placeholder 4"/>
          <p:cNvSpPr>
            <a:spLocks noGrp="1"/>
          </p:cNvSpPr>
          <p:nvPr>
            <p:ph type="body" sz="quarter" idx="22" hasCustomPrompt="1"/>
          </p:nvPr>
        </p:nvSpPr>
        <p:spPr>
          <a:xfrm>
            <a:off x="380085"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pic>
        <p:nvPicPr>
          <p:cNvPr id="1820" name="Picture 6" descr="Picture 6"/>
          <p:cNvPicPr>
            <a:picLocks noChangeAspect="1"/>
          </p:cNvPicPr>
          <p:nvPr/>
        </p:nvPicPr>
        <p:blipFill>
          <a:blip r:embed="rId3"/>
          <a:srcRect l="25013" r="5862" b="13091"/>
          <a:stretch>
            <a:fillRect/>
          </a:stretch>
        </p:blipFill>
        <p:spPr>
          <a:xfrm flipH="1">
            <a:off x="4238625" y="1296527"/>
            <a:ext cx="7953375" cy="5561473"/>
          </a:xfrm>
          <a:prstGeom prst="rect">
            <a:avLst/>
          </a:prstGeom>
          <a:ln w="12700">
            <a:miter lim="400000"/>
          </a:ln>
        </p:spPr>
      </p:pic>
      <p:sp>
        <p:nvSpPr>
          <p:cNvPr id="1821" name="Picture Placeholder 16"/>
          <p:cNvSpPr>
            <a:spLocks noGrp="1"/>
          </p:cNvSpPr>
          <p:nvPr>
            <p:ph type="pic" sz="half" idx="23"/>
          </p:nvPr>
        </p:nvSpPr>
        <p:spPr>
          <a:xfrm>
            <a:off x="6915259" y="1384581"/>
            <a:ext cx="4801962" cy="3523439"/>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864864071"/>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x">
  <p:cSld name="Titles, Content and Laptop Mockup">
    <p:bg>
      <p:bgPr>
        <a:solidFill>
          <a:srgbClr val="FFFFFF"/>
        </a:solidFill>
        <a:effectLst/>
      </p:bgPr>
    </p:bg>
    <p:spTree>
      <p:nvGrpSpPr>
        <p:cNvPr id="1" name=""/>
        <p:cNvGrpSpPr/>
        <p:nvPr/>
      </p:nvGrpSpPr>
      <p:grpSpPr>
        <a:xfrm>
          <a:off x="0" y="0"/>
          <a:ext cx="0" cy="0"/>
          <a:chOff x="0" y="0"/>
          <a:chExt cx="0" cy="0"/>
        </a:xfrm>
      </p:grpSpPr>
      <p:sp>
        <p:nvSpPr>
          <p:cNvPr id="1828"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829"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830"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831"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832"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833" name="Text Placeholder 4"/>
          <p:cNvSpPr>
            <a:spLocks noGrp="1"/>
          </p:cNvSpPr>
          <p:nvPr>
            <p:ph type="body" sz="quarter" idx="22" hasCustomPrompt="1"/>
          </p:nvPr>
        </p:nvSpPr>
        <p:spPr>
          <a:xfrm>
            <a:off x="380085"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pic>
        <p:nvPicPr>
          <p:cNvPr id="1834" name="Picture 9" descr="Picture 9"/>
          <p:cNvPicPr>
            <a:picLocks noChangeAspect="1"/>
          </p:cNvPicPr>
          <p:nvPr/>
        </p:nvPicPr>
        <p:blipFill>
          <a:blip r:embed="rId3"/>
          <a:stretch>
            <a:fillRect/>
          </a:stretch>
        </p:blipFill>
        <p:spPr>
          <a:xfrm>
            <a:off x="5891196" y="1763025"/>
            <a:ext cx="6154988" cy="3635631"/>
          </a:xfrm>
          <a:prstGeom prst="rect">
            <a:avLst/>
          </a:prstGeom>
          <a:ln w="12700">
            <a:miter lim="400000"/>
          </a:ln>
        </p:spPr>
      </p:pic>
      <p:sp>
        <p:nvSpPr>
          <p:cNvPr id="1835" name="Picture Placeholder 16"/>
          <p:cNvSpPr>
            <a:spLocks noGrp="1"/>
          </p:cNvSpPr>
          <p:nvPr>
            <p:ph type="pic" sz="quarter" idx="23"/>
          </p:nvPr>
        </p:nvSpPr>
        <p:spPr>
          <a:xfrm>
            <a:off x="6552172" y="1846617"/>
            <a:ext cx="4832209" cy="3092998"/>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1284959700"/>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x">
  <p:cSld name="Titles, Content and iPhone Mockup B">
    <p:bg>
      <p:bgPr>
        <a:solidFill>
          <a:srgbClr val="FFFFFF"/>
        </a:solidFill>
        <a:effectLst/>
      </p:bgPr>
    </p:bg>
    <p:spTree>
      <p:nvGrpSpPr>
        <p:cNvPr id="1" name=""/>
        <p:cNvGrpSpPr/>
        <p:nvPr/>
      </p:nvGrpSpPr>
      <p:grpSpPr>
        <a:xfrm>
          <a:off x="0" y="0"/>
          <a:ext cx="0" cy="0"/>
          <a:chOff x="0" y="0"/>
          <a:chExt cx="0" cy="0"/>
        </a:xfrm>
      </p:grpSpPr>
      <p:sp>
        <p:nvSpPr>
          <p:cNvPr id="1842" name="Body Level One…"/>
          <p:cNvSpPr txBox="1">
            <a:spLocks noGrp="1"/>
          </p:cNvSpPr>
          <p:nvPr>
            <p:ph type="body" sz="half" idx="1"/>
          </p:nvPr>
        </p:nvSpPr>
        <p:spPr>
          <a:xfrm>
            <a:off x="7021512" y="1286669"/>
            <a:ext cx="4780758" cy="4716463"/>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2000" spc="-75">
                <a:solidFill>
                  <a:srgbClr val="000000"/>
                </a:solidFill>
              </a:defRPr>
            </a:lvl1pPr>
            <a:lvl2pPr marL="795000" indent="-300000" defTabSz="457200">
              <a:spcBef>
                <a:spcPts val="900"/>
              </a:spcBef>
              <a:buFont typeface="Helvetica"/>
              <a:defRPr sz="2000" spc="-75">
                <a:solidFill>
                  <a:srgbClr val="000000"/>
                </a:solidFill>
              </a:defRPr>
            </a:lvl2pPr>
            <a:lvl3pPr marL="1266000" indent="-240000" defTabSz="457200">
              <a:spcBef>
                <a:spcPts val="900"/>
              </a:spcBef>
              <a:buFont typeface="Helvetica"/>
              <a:defRPr sz="2000" spc="-75">
                <a:solidFill>
                  <a:srgbClr val="000000"/>
                </a:solidFill>
              </a:defRPr>
            </a:lvl3pPr>
            <a:lvl4pPr marL="1776000" indent="-300000" defTabSz="457200">
              <a:spcBef>
                <a:spcPts val="900"/>
              </a:spcBef>
              <a:buFont typeface="Helvetica"/>
              <a:defRPr sz="2000" spc="-75">
                <a:solidFill>
                  <a:srgbClr val="000000"/>
                </a:solidFill>
              </a:defRPr>
            </a:lvl4pPr>
            <a:lvl5pPr marL="2226000" indent="-300000" defTabSz="457200">
              <a:spcBef>
                <a:spcPts val="900"/>
              </a:spcBef>
              <a:buFont typeface="Helvetica"/>
              <a:defRPr sz="2000" spc="-75">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843"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844"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845" name="Text Placeholder 10"/>
          <p:cNvSpPr>
            <a:spLocks noGrp="1"/>
          </p:cNvSpPr>
          <p:nvPr>
            <p:ph type="body" sz="quarter" idx="2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stStyle>
          <a:p>
            <a:r>
              <a:t>Click to edit Master text  |</a:t>
            </a:r>
          </a:p>
        </p:txBody>
      </p:sp>
      <p:sp>
        <p:nvSpPr>
          <p:cNvPr id="1846"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847" name="Picture Placeholder 16"/>
          <p:cNvSpPr>
            <a:spLocks noGrp="1"/>
          </p:cNvSpPr>
          <p:nvPr>
            <p:ph type="pic" sz="quarter" idx="23"/>
          </p:nvPr>
        </p:nvSpPr>
        <p:spPr>
          <a:xfrm>
            <a:off x="8140161" y="531266"/>
            <a:ext cx="2520001" cy="5481358"/>
          </a:xfrm>
          <a:prstGeom prst="rect">
            <a:avLst/>
          </a:prstGeom>
          <a:noFill/>
          <a:ln w="12700">
            <a:noFill/>
            <a:miter lim="400000"/>
          </a:ln>
        </p:spPr>
        <p:txBody>
          <a:bodyPr lIns="91439" tIns="45719" rIns="91439" bIns="45719" anchor="t">
            <a:noAutofit/>
          </a:bodyPr>
          <a:lstStyle/>
          <a:p>
            <a:endParaRPr/>
          </a:p>
        </p:txBody>
      </p:sp>
      <p:sp>
        <p:nvSpPr>
          <p:cNvPr id="1848"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849" name="Text Placeholder 4"/>
          <p:cNvSpPr>
            <a:spLocks noGrp="1"/>
          </p:cNvSpPr>
          <p:nvPr>
            <p:ph type="body" sz="quarter" idx="24" hasCustomPrompt="1"/>
          </p:nvPr>
        </p:nvSpPr>
        <p:spPr>
          <a:xfrm>
            <a:off x="380085"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1002557232"/>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x">
  <p:cSld name="Titles, Content and image A">
    <p:bg>
      <p:bgPr>
        <a:solidFill>
          <a:srgbClr val="FFFFFF"/>
        </a:solidFill>
        <a:effectLst/>
      </p:bgPr>
    </p:bg>
    <p:spTree>
      <p:nvGrpSpPr>
        <p:cNvPr id="1" name=""/>
        <p:cNvGrpSpPr/>
        <p:nvPr/>
      </p:nvGrpSpPr>
      <p:grpSpPr>
        <a:xfrm>
          <a:off x="0" y="0"/>
          <a:ext cx="0" cy="0"/>
          <a:chOff x="0" y="0"/>
          <a:chExt cx="0" cy="0"/>
        </a:xfrm>
      </p:grpSpPr>
      <p:sp>
        <p:nvSpPr>
          <p:cNvPr id="1856"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857"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858"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859"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860" name="Picture Placeholder 16"/>
          <p:cNvSpPr>
            <a:spLocks noGrp="1"/>
          </p:cNvSpPr>
          <p:nvPr>
            <p:ph type="pic" sz="half" idx="22"/>
          </p:nvPr>
        </p:nvSpPr>
        <p:spPr>
          <a:xfrm>
            <a:off x="6663558" y="746919"/>
            <a:ext cx="4693014" cy="5256213"/>
          </a:xfrm>
          <a:prstGeom prst="rect">
            <a:avLst/>
          </a:prstGeom>
          <a:noFill/>
          <a:ln w="12700">
            <a:noFill/>
            <a:miter lim="400000"/>
          </a:ln>
        </p:spPr>
        <p:txBody>
          <a:bodyPr lIns="91439" tIns="45719" rIns="91439" bIns="45719" anchor="t">
            <a:noAutofit/>
          </a:bodyPr>
          <a:lstStyle/>
          <a:p>
            <a:endParaRPr/>
          </a:p>
        </p:txBody>
      </p:sp>
      <p:sp>
        <p:nvSpPr>
          <p:cNvPr id="1861"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1862" name="Text Placeholder 4"/>
          <p:cNvSpPr>
            <a:spLocks noGrp="1"/>
          </p:cNvSpPr>
          <p:nvPr>
            <p:ph type="body" sz="quarter" idx="23" hasCustomPrompt="1"/>
          </p:nvPr>
        </p:nvSpPr>
        <p:spPr>
          <a:xfrm>
            <a:off x="380085" y="855222"/>
            <a:ext cx="11422186"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1495595166"/>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x">
  <p:cSld name="Titles, Content and image B">
    <p:bg>
      <p:bgPr>
        <a:solidFill>
          <a:srgbClr val="FFFFFF"/>
        </a:solidFill>
        <a:effectLst/>
      </p:bgPr>
    </p:bg>
    <p:spTree>
      <p:nvGrpSpPr>
        <p:cNvPr id="1" name=""/>
        <p:cNvGrpSpPr/>
        <p:nvPr/>
      </p:nvGrpSpPr>
      <p:grpSpPr>
        <a:xfrm>
          <a:off x="0" y="0"/>
          <a:ext cx="0" cy="0"/>
          <a:chOff x="0" y="0"/>
          <a:chExt cx="0" cy="0"/>
        </a:xfrm>
      </p:grpSpPr>
      <p:pic>
        <p:nvPicPr>
          <p:cNvPr id="1869" name="Picture 2" descr="Picture 2"/>
          <p:cNvPicPr>
            <a:picLocks noChangeAspect="1"/>
          </p:cNvPicPr>
          <p:nvPr/>
        </p:nvPicPr>
        <p:blipFill>
          <a:blip r:embed="rId2"/>
          <a:stretch>
            <a:fillRect/>
          </a:stretch>
        </p:blipFill>
        <p:spPr>
          <a:xfrm>
            <a:off x="6273202" y="804301"/>
            <a:ext cx="5543933" cy="5541421"/>
          </a:xfrm>
          <a:prstGeom prst="rect">
            <a:avLst/>
          </a:prstGeom>
          <a:ln w="12700">
            <a:miter lim="400000"/>
          </a:ln>
        </p:spPr>
      </p:pic>
      <p:sp>
        <p:nvSpPr>
          <p:cNvPr id="1870" name="Picture Placeholder 6"/>
          <p:cNvSpPr>
            <a:spLocks noGrp="1"/>
          </p:cNvSpPr>
          <p:nvPr>
            <p:ph type="pic" sz="half" idx="21"/>
          </p:nvPr>
        </p:nvSpPr>
        <p:spPr>
          <a:xfrm>
            <a:off x="6801158" y="687765"/>
            <a:ext cx="4527001" cy="5095593"/>
          </a:xfrm>
          <a:prstGeom prst="rect">
            <a:avLst/>
          </a:prstGeom>
          <a:noFill/>
          <a:ln w="12700">
            <a:noFill/>
            <a:miter lim="400000"/>
          </a:ln>
        </p:spPr>
        <p:txBody>
          <a:bodyPr lIns="91439" tIns="45719" rIns="91439" bIns="45719" anchor="t">
            <a:noAutofit/>
          </a:bodyPr>
          <a:lstStyle/>
          <a:p>
            <a:endParaRPr/>
          </a:p>
        </p:txBody>
      </p:sp>
      <p:sp>
        <p:nvSpPr>
          <p:cNvPr id="1871"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872" name="Picture 4" descr="Picture 4"/>
          <p:cNvPicPr>
            <a:picLocks noChangeAspect="1"/>
          </p:cNvPicPr>
          <p:nvPr/>
        </p:nvPicPr>
        <p:blipFill>
          <a:blip r:embed="rId3"/>
          <a:stretch>
            <a:fillRect/>
          </a:stretch>
        </p:blipFill>
        <p:spPr>
          <a:xfrm>
            <a:off x="406451" y="6399001"/>
            <a:ext cx="1057000" cy="205451"/>
          </a:xfrm>
          <a:prstGeom prst="rect">
            <a:avLst/>
          </a:prstGeom>
          <a:ln w="12700">
            <a:miter lim="400000"/>
          </a:ln>
        </p:spPr>
      </p:pic>
      <p:sp>
        <p:nvSpPr>
          <p:cNvPr id="1873"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874"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875"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1876" name="Text Placeholder 4"/>
          <p:cNvSpPr>
            <a:spLocks noGrp="1"/>
          </p:cNvSpPr>
          <p:nvPr>
            <p:ph type="body" sz="quarter" idx="23" hasCustomPrompt="1"/>
          </p:nvPr>
        </p:nvSpPr>
        <p:spPr>
          <a:xfrm>
            <a:off x="380085" y="855222"/>
            <a:ext cx="11422186"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239282729"/>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x">
  <p:cSld name="Titlea, Content and image C">
    <p:bg>
      <p:bgPr>
        <a:solidFill>
          <a:srgbClr val="FFFFFF"/>
        </a:solidFill>
        <a:effectLst/>
      </p:bgPr>
    </p:bg>
    <p:spTree>
      <p:nvGrpSpPr>
        <p:cNvPr id="1" name=""/>
        <p:cNvGrpSpPr/>
        <p:nvPr/>
      </p:nvGrpSpPr>
      <p:grpSpPr>
        <a:xfrm>
          <a:off x="0" y="0"/>
          <a:ext cx="0" cy="0"/>
          <a:chOff x="0" y="0"/>
          <a:chExt cx="0" cy="0"/>
        </a:xfrm>
      </p:grpSpPr>
      <p:sp>
        <p:nvSpPr>
          <p:cNvPr id="1883" name="Body Level One…"/>
          <p:cNvSpPr txBox="1">
            <a:spLocks noGrp="1"/>
          </p:cNvSpPr>
          <p:nvPr>
            <p:ph type="body" sz="half" idx="1" hasCustomPrompt="1"/>
          </p:nvPr>
        </p:nvSpPr>
        <p:spPr>
          <a:xfrm>
            <a:off x="6801158" y="1361671"/>
            <a:ext cx="4527001" cy="4527001"/>
          </a:xfrm>
          <a:prstGeom prst="rect">
            <a:avLst/>
          </a:prstGeom>
          <a:gradFill>
            <a:gsLst>
              <a:gs pos="0">
                <a:schemeClr val="accent1">
                  <a:alpha val="60000"/>
                </a:schemeClr>
              </a:gs>
              <a:gs pos="82000">
                <a:srgbClr val="9468E1">
                  <a:alpha val="60000"/>
                </a:srgbClr>
              </a:gs>
            </a:gsLst>
            <a:lin ang="18900000"/>
          </a:gradFill>
          <a:ln w="12700">
            <a:noFill/>
            <a:miter lim="400000"/>
          </a:ln>
        </p:spPr>
        <p:txBody>
          <a:bodyPr lIns="0" tIns="0" rIns="0" bIns="0"/>
          <a:lstStyle>
            <a:lvl1pPr algn="ctr" defTabSz="457200">
              <a:spcBef>
                <a:spcPts val="900"/>
              </a:spcBef>
              <a:defRPr>
                <a:solidFill>
                  <a:srgbClr val="FFFFFF"/>
                </a:solidFill>
              </a:defRPr>
            </a:lvl1pPr>
            <a:lvl2pPr algn="ctr" defTabSz="457200">
              <a:spcBef>
                <a:spcPts val="900"/>
              </a:spcBef>
              <a:defRPr>
                <a:solidFill>
                  <a:srgbClr val="FFFFFF"/>
                </a:solidFill>
              </a:defRPr>
            </a:lvl2pPr>
            <a:lvl3pPr algn="ctr" defTabSz="457200">
              <a:spcBef>
                <a:spcPts val="900"/>
              </a:spcBef>
              <a:defRPr>
                <a:solidFill>
                  <a:srgbClr val="FFFFFF"/>
                </a:solidFill>
              </a:defRPr>
            </a:lvl3pPr>
            <a:lvl4pPr algn="ctr" defTabSz="457200">
              <a:spcBef>
                <a:spcPts val="900"/>
              </a:spcBef>
              <a:defRPr>
                <a:solidFill>
                  <a:srgbClr val="FFFFFF"/>
                </a:solidFill>
              </a:defRPr>
            </a:lvl4pPr>
            <a:lvl5pPr algn="ctr" defTabSz="457200">
              <a:spcBef>
                <a:spcPts val="900"/>
              </a:spcBef>
              <a:defRPr>
                <a:solidFill>
                  <a:srgbClr val="FFFFFF"/>
                </a:solidFill>
              </a:defRPr>
            </a:lvl5pPr>
          </a:lstStyle>
          <a:p>
            <a:r>
              <a:t>.</a:t>
            </a:r>
          </a:p>
          <a:p>
            <a:pPr lvl="1"/>
            <a:endParaRPr/>
          </a:p>
          <a:p>
            <a:pPr lvl="2"/>
            <a:endParaRPr/>
          </a:p>
          <a:p>
            <a:pPr lvl="3"/>
            <a:endParaRPr/>
          </a:p>
          <a:p>
            <a:pPr lvl="4"/>
            <a:endParaRPr/>
          </a:p>
        </p:txBody>
      </p:sp>
      <p:sp>
        <p:nvSpPr>
          <p:cNvPr id="1884"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885"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886" name="Text Placeholder 10"/>
          <p:cNvSpPr>
            <a:spLocks noGrp="1"/>
          </p:cNvSpPr>
          <p:nvPr>
            <p:ph type="body" sz="quarter" idx="2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stStyle>
          <a:p>
            <a:r>
              <a:t>Click to edit Master text  |</a:t>
            </a:r>
          </a:p>
        </p:txBody>
      </p:sp>
      <p:sp>
        <p:nvSpPr>
          <p:cNvPr id="1887"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888" name="Picture Placeholder 6"/>
          <p:cNvSpPr>
            <a:spLocks noGrp="1"/>
          </p:cNvSpPr>
          <p:nvPr>
            <p:ph type="pic" sz="half" idx="23"/>
          </p:nvPr>
        </p:nvSpPr>
        <p:spPr>
          <a:xfrm>
            <a:off x="6801158" y="793079"/>
            <a:ext cx="4527001" cy="5095593"/>
          </a:xfrm>
          <a:prstGeom prst="rect">
            <a:avLst/>
          </a:prstGeom>
          <a:noFill/>
          <a:ln w="12700">
            <a:noFill/>
            <a:miter lim="400000"/>
          </a:ln>
        </p:spPr>
        <p:txBody>
          <a:bodyPr lIns="91439" tIns="45719" rIns="91439" bIns="45719" anchor="t">
            <a:noAutofit/>
          </a:bodyPr>
          <a:lstStyle/>
          <a:p>
            <a:endParaRPr/>
          </a:p>
        </p:txBody>
      </p:sp>
      <p:sp>
        <p:nvSpPr>
          <p:cNvPr id="1889"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1890" name="Text Placeholder 4"/>
          <p:cNvSpPr>
            <a:spLocks noGrp="1"/>
          </p:cNvSpPr>
          <p:nvPr>
            <p:ph type="body" sz="quarter" idx="24" hasCustomPrompt="1"/>
          </p:nvPr>
        </p:nvSpPr>
        <p:spPr>
          <a:xfrm>
            <a:off x="380085" y="855222"/>
            <a:ext cx="11422186"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1407620371"/>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a side image">
    <p:bg>
      <p:bgPr>
        <a:solidFill>
          <a:srgbClr val="FFFFFF"/>
        </a:solidFill>
        <a:effectLst/>
      </p:bgPr>
    </p:bg>
    <p:spTree>
      <p:nvGrpSpPr>
        <p:cNvPr id="1" name=""/>
        <p:cNvGrpSpPr/>
        <p:nvPr/>
      </p:nvGrpSpPr>
      <p:grpSpPr>
        <a:xfrm>
          <a:off x="0" y="0"/>
          <a:ext cx="0" cy="0"/>
          <a:chOff x="0" y="0"/>
          <a:chExt cx="0" cy="0"/>
        </a:xfrm>
      </p:grpSpPr>
      <p:sp>
        <p:nvSpPr>
          <p:cNvPr id="1897" name="Picture Placeholder 21"/>
          <p:cNvSpPr>
            <a:spLocks noGrp="1"/>
          </p:cNvSpPr>
          <p:nvPr>
            <p:ph type="pic" idx="21"/>
          </p:nvPr>
        </p:nvSpPr>
        <p:spPr>
          <a:xfrm>
            <a:off x="6684775" y="440531"/>
            <a:ext cx="5507226" cy="6417470"/>
          </a:xfrm>
          <a:prstGeom prst="rect">
            <a:avLst/>
          </a:prstGeom>
          <a:noFill/>
          <a:ln w="12700">
            <a:noFill/>
            <a:miter lim="400000"/>
          </a:ln>
        </p:spPr>
        <p:txBody>
          <a:bodyPr lIns="91439" tIns="45719" rIns="91439" bIns="45719" anchor="t">
            <a:noAutofit/>
          </a:bodyPr>
          <a:lstStyle/>
          <a:p>
            <a:endParaRPr/>
          </a:p>
        </p:txBody>
      </p:sp>
      <p:sp>
        <p:nvSpPr>
          <p:cNvPr id="1898"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899"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900"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901"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902" name="Text Placeholder 32"/>
          <p:cNvSpPr>
            <a:spLocks noGrp="1"/>
          </p:cNvSpPr>
          <p:nvPr>
            <p:ph type="body" sz="quarter" idx="23"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03" name="Picture Placeholder 54"/>
          <p:cNvSpPr>
            <a:spLocks noGrp="1"/>
          </p:cNvSpPr>
          <p:nvPr>
            <p:ph type="pic" sz="quarter" idx="24"/>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1904" name="Text Placeholder 32"/>
          <p:cNvSpPr>
            <a:spLocks noGrp="1"/>
          </p:cNvSpPr>
          <p:nvPr>
            <p:ph type="body" sz="quarter" idx="25"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05" name="Picture Placeholder 54"/>
          <p:cNvSpPr>
            <a:spLocks noGrp="1"/>
          </p:cNvSpPr>
          <p:nvPr>
            <p:ph type="pic" sz="quarter" idx="26"/>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1906" name="Text Placeholder 32"/>
          <p:cNvSpPr>
            <a:spLocks noGrp="1"/>
          </p:cNvSpPr>
          <p:nvPr>
            <p:ph type="body" sz="quarter" idx="27"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07" name="Picture Placeholder 54"/>
          <p:cNvSpPr>
            <a:spLocks noGrp="1"/>
          </p:cNvSpPr>
          <p:nvPr>
            <p:ph type="pic" sz="quarter" idx="28"/>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1908"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909" name="Text Placeholder 4"/>
          <p:cNvSpPr>
            <a:spLocks noGrp="1"/>
          </p:cNvSpPr>
          <p:nvPr>
            <p:ph type="body" sz="quarter" idx="29" hasCustomPrompt="1"/>
          </p:nvPr>
        </p:nvSpPr>
        <p:spPr>
          <a:xfrm>
            <a:off x="380084"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2811716052"/>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Tablet Vertical Mockup">
    <p:bg>
      <p:bgPr>
        <a:solidFill>
          <a:srgbClr val="FFFFFF"/>
        </a:solidFill>
        <a:effectLst/>
      </p:bgPr>
    </p:bg>
    <p:spTree>
      <p:nvGrpSpPr>
        <p:cNvPr id="1" name=""/>
        <p:cNvGrpSpPr/>
        <p:nvPr/>
      </p:nvGrpSpPr>
      <p:grpSpPr>
        <a:xfrm>
          <a:off x="0" y="0"/>
          <a:ext cx="0" cy="0"/>
          <a:chOff x="0" y="0"/>
          <a:chExt cx="0" cy="0"/>
        </a:xfrm>
      </p:grpSpPr>
      <p:pic>
        <p:nvPicPr>
          <p:cNvPr id="1916" name="Picture 1" descr="Picture 1"/>
          <p:cNvPicPr>
            <a:picLocks noChangeAspect="1"/>
          </p:cNvPicPr>
          <p:nvPr/>
        </p:nvPicPr>
        <p:blipFill>
          <a:blip r:embed="rId2"/>
          <a:srcRect r="5713" b="1072"/>
          <a:stretch>
            <a:fillRect/>
          </a:stretch>
        </p:blipFill>
        <p:spPr>
          <a:xfrm>
            <a:off x="7592158" y="435577"/>
            <a:ext cx="4599843" cy="6422423"/>
          </a:xfrm>
          <a:prstGeom prst="rect">
            <a:avLst/>
          </a:prstGeom>
          <a:ln w="12700">
            <a:miter lim="400000"/>
          </a:ln>
        </p:spPr>
      </p:pic>
      <p:sp>
        <p:nvSpPr>
          <p:cNvPr id="1917" name="Picture Placeholder 16"/>
          <p:cNvSpPr>
            <a:spLocks noGrp="1"/>
          </p:cNvSpPr>
          <p:nvPr>
            <p:ph type="pic" sz="half" idx="21"/>
          </p:nvPr>
        </p:nvSpPr>
        <p:spPr>
          <a:xfrm>
            <a:off x="7678148" y="527582"/>
            <a:ext cx="3615297" cy="5233385"/>
          </a:xfrm>
          <a:prstGeom prst="rect">
            <a:avLst/>
          </a:prstGeom>
          <a:noFill/>
          <a:ln w="12700">
            <a:noFill/>
            <a:miter lim="400000"/>
          </a:ln>
        </p:spPr>
        <p:txBody>
          <a:bodyPr lIns="91439" tIns="45719" rIns="91439" bIns="45719" anchor="t">
            <a:noAutofit/>
          </a:bodyPr>
          <a:lstStyle/>
          <a:p>
            <a:endParaRPr/>
          </a:p>
        </p:txBody>
      </p:sp>
      <p:sp>
        <p:nvSpPr>
          <p:cNvPr id="1918"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919" name="Picture 4" descr="Picture 4"/>
          <p:cNvPicPr>
            <a:picLocks noChangeAspect="1"/>
          </p:cNvPicPr>
          <p:nvPr/>
        </p:nvPicPr>
        <p:blipFill>
          <a:blip r:embed="rId3"/>
          <a:stretch>
            <a:fillRect/>
          </a:stretch>
        </p:blipFill>
        <p:spPr>
          <a:xfrm>
            <a:off x="406451" y="6399001"/>
            <a:ext cx="1057000" cy="205451"/>
          </a:xfrm>
          <a:prstGeom prst="rect">
            <a:avLst/>
          </a:prstGeom>
          <a:ln w="12700">
            <a:miter lim="400000"/>
          </a:ln>
        </p:spPr>
      </p:pic>
      <p:sp>
        <p:nvSpPr>
          <p:cNvPr id="1920"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921"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922" name="Text Placeholder 32"/>
          <p:cNvSpPr>
            <a:spLocks noGrp="1"/>
          </p:cNvSpPr>
          <p:nvPr>
            <p:ph type="body" sz="quarter" idx="23"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23" name="Picture Placeholder 54"/>
          <p:cNvSpPr>
            <a:spLocks noGrp="1"/>
          </p:cNvSpPr>
          <p:nvPr>
            <p:ph type="pic" sz="quarter" idx="24"/>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1924" name="Text Placeholder 32"/>
          <p:cNvSpPr>
            <a:spLocks noGrp="1"/>
          </p:cNvSpPr>
          <p:nvPr>
            <p:ph type="body" sz="quarter" idx="25"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25" name="Picture Placeholder 54"/>
          <p:cNvSpPr>
            <a:spLocks noGrp="1"/>
          </p:cNvSpPr>
          <p:nvPr>
            <p:ph type="pic" sz="quarter" idx="26"/>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1926" name="Text Placeholder 32"/>
          <p:cNvSpPr>
            <a:spLocks noGrp="1"/>
          </p:cNvSpPr>
          <p:nvPr>
            <p:ph type="body" sz="quarter" idx="27"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27" name="Picture Placeholder 54"/>
          <p:cNvSpPr>
            <a:spLocks noGrp="1"/>
          </p:cNvSpPr>
          <p:nvPr>
            <p:ph type="pic" sz="quarter" idx="28"/>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1928"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929" name="Text Placeholder 4"/>
          <p:cNvSpPr>
            <a:spLocks noGrp="1"/>
          </p:cNvSpPr>
          <p:nvPr>
            <p:ph type="body" sz="quarter" idx="29" hasCustomPrompt="1"/>
          </p:nvPr>
        </p:nvSpPr>
        <p:spPr>
          <a:xfrm>
            <a:off x="380084"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3906643837"/>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Tablet Horizontal Mockup">
    <p:bg>
      <p:bgPr>
        <a:solidFill>
          <a:srgbClr val="FFFFFF"/>
        </a:solidFill>
        <a:effectLst/>
      </p:bgPr>
    </p:bg>
    <p:spTree>
      <p:nvGrpSpPr>
        <p:cNvPr id="1" name=""/>
        <p:cNvGrpSpPr/>
        <p:nvPr/>
      </p:nvGrpSpPr>
      <p:grpSpPr>
        <a:xfrm>
          <a:off x="0" y="0"/>
          <a:ext cx="0" cy="0"/>
          <a:chOff x="0" y="0"/>
          <a:chExt cx="0" cy="0"/>
        </a:xfrm>
      </p:grpSpPr>
      <p:pic>
        <p:nvPicPr>
          <p:cNvPr id="1936" name="Picture 2" descr="Picture 2"/>
          <p:cNvPicPr>
            <a:picLocks noChangeAspect="1"/>
          </p:cNvPicPr>
          <p:nvPr/>
        </p:nvPicPr>
        <p:blipFill>
          <a:blip r:embed="rId2"/>
          <a:srcRect l="25013" r="5862" b="13091"/>
          <a:stretch>
            <a:fillRect/>
          </a:stretch>
        </p:blipFill>
        <p:spPr>
          <a:xfrm flipH="1">
            <a:off x="4238625" y="1296527"/>
            <a:ext cx="7953375" cy="5561473"/>
          </a:xfrm>
          <a:prstGeom prst="rect">
            <a:avLst/>
          </a:prstGeom>
          <a:ln w="12700">
            <a:miter lim="400000"/>
          </a:ln>
        </p:spPr>
      </p:pic>
      <p:sp>
        <p:nvSpPr>
          <p:cNvPr id="1937" name="Picture Placeholder 16"/>
          <p:cNvSpPr>
            <a:spLocks noGrp="1"/>
          </p:cNvSpPr>
          <p:nvPr>
            <p:ph type="pic" sz="half" idx="21"/>
          </p:nvPr>
        </p:nvSpPr>
        <p:spPr>
          <a:xfrm>
            <a:off x="6915259" y="1384581"/>
            <a:ext cx="4801962" cy="3523439"/>
          </a:xfrm>
          <a:prstGeom prst="rect">
            <a:avLst/>
          </a:prstGeom>
          <a:noFill/>
          <a:ln w="12700">
            <a:noFill/>
            <a:miter lim="400000"/>
          </a:ln>
        </p:spPr>
        <p:txBody>
          <a:bodyPr lIns="91439" tIns="45719" rIns="91439" bIns="45719" anchor="t">
            <a:noAutofit/>
          </a:bodyPr>
          <a:lstStyle/>
          <a:p>
            <a:endParaRPr/>
          </a:p>
        </p:txBody>
      </p:sp>
      <p:sp>
        <p:nvSpPr>
          <p:cNvPr id="1938"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939" name="Picture 4" descr="Picture 4"/>
          <p:cNvPicPr>
            <a:picLocks noChangeAspect="1"/>
          </p:cNvPicPr>
          <p:nvPr/>
        </p:nvPicPr>
        <p:blipFill>
          <a:blip r:embed="rId3"/>
          <a:stretch>
            <a:fillRect/>
          </a:stretch>
        </p:blipFill>
        <p:spPr>
          <a:xfrm>
            <a:off x="406451" y="6399001"/>
            <a:ext cx="1057000" cy="205451"/>
          </a:xfrm>
          <a:prstGeom prst="rect">
            <a:avLst/>
          </a:prstGeom>
          <a:ln w="12700">
            <a:miter lim="400000"/>
          </a:ln>
        </p:spPr>
      </p:pic>
      <p:sp>
        <p:nvSpPr>
          <p:cNvPr id="1940"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941"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942" name="Text Placeholder 32"/>
          <p:cNvSpPr>
            <a:spLocks noGrp="1"/>
          </p:cNvSpPr>
          <p:nvPr>
            <p:ph type="body" sz="quarter" idx="23"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43" name="Picture Placeholder 54"/>
          <p:cNvSpPr>
            <a:spLocks noGrp="1"/>
          </p:cNvSpPr>
          <p:nvPr>
            <p:ph type="pic" sz="quarter" idx="24"/>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1944" name="Text Placeholder 32"/>
          <p:cNvSpPr>
            <a:spLocks noGrp="1"/>
          </p:cNvSpPr>
          <p:nvPr>
            <p:ph type="body" sz="quarter" idx="25"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45" name="Picture Placeholder 54"/>
          <p:cNvSpPr>
            <a:spLocks noGrp="1"/>
          </p:cNvSpPr>
          <p:nvPr>
            <p:ph type="pic" sz="quarter" idx="26"/>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1946" name="Text Placeholder 32"/>
          <p:cNvSpPr>
            <a:spLocks noGrp="1"/>
          </p:cNvSpPr>
          <p:nvPr>
            <p:ph type="body" sz="quarter" idx="27"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47" name="Picture Placeholder 54"/>
          <p:cNvSpPr>
            <a:spLocks noGrp="1"/>
          </p:cNvSpPr>
          <p:nvPr>
            <p:ph type="pic" sz="quarter" idx="28"/>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1948"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949" name="Text Placeholder 4"/>
          <p:cNvSpPr>
            <a:spLocks noGrp="1"/>
          </p:cNvSpPr>
          <p:nvPr>
            <p:ph type="body" sz="quarter" idx="29" hasCustomPrompt="1"/>
          </p:nvPr>
        </p:nvSpPr>
        <p:spPr>
          <a:xfrm>
            <a:off x="380084"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867052758"/>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Laptop Mockup">
    <p:bg>
      <p:bgPr>
        <a:solidFill>
          <a:srgbClr val="FFFFFF"/>
        </a:solidFill>
        <a:effectLst/>
      </p:bgPr>
    </p:bg>
    <p:spTree>
      <p:nvGrpSpPr>
        <p:cNvPr id="1" name=""/>
        <p:cNvGrpSpPr/>
        <p:nvPr/>
      </p:nvGrpSpPr>
      <p:grpSpPr>
        <a:xfrm>
          <a:off x="0" y="0"/>
          <a:ext cx="0" cy="0"/>
          <a:chOff x="0" y="0"/>
          <a:chExt cx="0" cy="0"/>
        </a:xfrm>
      </p:grpSpPr>
      <p:sp>
        <p:nvSpPr>
          <p:cNvPr id="1956"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957"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958"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959"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960" name="Text Placeholder 32"/>
          <p:cNvSpPr>
            <a:spLocks noGrp="1"/>
          </p:cNvSpPr>
          <p:nvPr>
            <p:ph type="body" sz="quarter" idx="22"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61" name="Picture Placeholder 54"/>
          <p:cNvSpPr>
            <a:spLocks noGrp="1"/>
          </p:cNvSpPr>
          <p:nvPr>
            <p:ph type="pic" sz="quarter" idx="23"/>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1962" name="Text Placeholder 32"/>
          <p:cNvSpPr>
            <a:spLocks noGrp="1"/>
          </p:cNvSpPr>
          <p:nvPr>
            <p:ph type="body" sz="quarter" idx="24"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63" name="Picture Placeholder 54"/>
          <p:cNvSpPr>
            <a:spLocks noGrp="1"/>
          </p:cNvSpPr>
          <p:nvPr>
            <p:ph type="pic" sz="quarter" idx="25"/>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1964" name="Text Placeholder 32"/>
          <p:cNvSpPr>
            <a:spLocks noGrp="1"/>
          </p:cNvSpPr>
          <p:nvPr>
            <p:ph type="body" sz="quarter" idx="26"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65" name="Picture Placeholder 54"/>
          <p:cNvSpPr>
            <a:spLocks noGrp="1"/>
          </p:cNvSpPr>
          <p:nvPr>
            <p:ph type="pic" sz="quarter" idx="27"/>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1966"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967" name="Text Placeholder 4"/>
          <p:cNvSpPr>
            <a:spLocks noGrp="1"/>
          </p:cNvSpPr>
          <p:nvPr>
            <p:ph type="body" sz="quarter" idx="28" hasCustomPrompt="1"/>
          </p:nvPr>
        </p:nvSpPr>
        <p:spPr>
          <a:xfrm>
            <a:off x="380084"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pic>
        <p:nvPicPr>
          <p:cNvPr id="1968" name="Picture 1" descr="Picture 1"/>
          <p:cNvPicPr>
            <a:picLocks noChangeAspect="1"/>
          </p:cNvPicPr>
          <p:nvPr/>
        </p:nvPicPr>
        <p:blipFill>
          <a:blip r:embed="rId3"/>
          <a:stretch>
            <a:fillRect/>
          </a:stretch>
        </p:blipFill>
        <p:spPr>
          <a:xfrm>
            <a:off x="5891204" y="1763025"/>
            <a:ext cx="6154980" cy="3635631"/>
          </a:xfrm>
          <a:prstGeom prst="rect">
            <a:avLst/>
          </a:prstGeom>
          <a:ln w="12700">
            <a:miter lim="400000"/>
          </a:ln>
        </p:spPr>
      </p:pic>
      <p:sp>
        <p:nvSpPr>
          <p:cNvPr id="1969" name="Picture Placeholder 16"/>
          <p:cNvSpPr>
            <a:spLocks noGrp="1"/>
          </p:cNvSpPr>
          <p:nvPr>
            <p:ph type="pic" sz="quarter" idx="29"/>
          </p:nvPr>
        </p:nvSpPr>
        <p:spPr>
          <a:xfrm>
            <a:off x="6552172" y="1846617"/>
            <a:ext cx="4832209" cy="3092998"/>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2124909825"/>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iPhone Mockup B">
    <p:bg>
      <p:bgPr>
        <a:solidFill>
          <a:srgbClr val="FFFFFF"/>
        </a:solidFill>
        <a:effectLst/>
      </p:bgPr>
    </p:bg>
    <p:spTree>
      <p:nvGrpSpPr>
        <p:cNvPr id="1" name=""/>
        <p:cNvGrpSpPr/>
        <p:nvPr/>
      </p:nvGrpSpPr>
      <p:grpSpPr>
        <a:xfrm>
          <a:off x="0" y="0"/>
          <a:ext cx="0" cy="0"/>
          <a:chOff x="0" y="0"/>
          <a:chExt cx="0" cy="0"/>
        </a:xfrm>
      </p:grpSpPr>
      <p:sp>
        <p:nvSpPr>
          <p:cNvPr id="1976" name="Body Level One…"/>
          <p:cNvSpPr txBox="1">
            <a:spLocks noGrp="1"/>
          </p:cNvSpPr>
          <p:nvPr>
            <p:ph type="body" sz="half" idx="1"/>
          </p:nvPr>
        </p:nvSpPr>
        <p:spPr>
          <a:xfrm>
            <a:off x="7021512" y="1286669"/>
            <a:ext cx="4780758" cy="4716463"/>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2000" spc="-75">
                <a:solidFill>
                  <a:srgbClr val="000000"/>
                </a:solidFill>
              </a:defRPr>
            </a:lvl1pPr>
            <a:lvl2pPr marL="795000" indent="-300000" defTabSz="457200">
              <a:spcBef>
                <a:spcPts val="900"/>
              </a:spcBef>
              <a:buFont typeface="Helvetica"/>
              <a:defRPr sz="2000" spc="-75">
                <a:solidFill>
                  <a:srgbClr val="000000"/>
                </a:solidFill>
              </a:defRPr>
            </a:lvl2pPr>
            <a:lvl3pPr marL="1266000" indent="-240000" defTabSz="457200">
              <a:spcBef>
                <a:spcPts val="900"/>
              </a:spcBef>
              <a:buFont typeface="Helvetica"/>
              <a:defRPr sz="2000" spc="-75">
                <a:solidFill>
                  <a:srgbClr val="000000"/>
                </a:solidFill>
              </a:defRPr>
            </a:lvl3pPr>
            <a:lvl4pPr marL="1776000" indent="-300000" defTabSz="457200">
              <a:spcBef>
                <a:spcPts val="900"/>
              </a:spcBef>
              <a:buFont typeface="Helvetica"/>
              <a:defRPr sz="2000" spc="-75">
                <a:solidFill>
                  <a:srgbClr val="000000"/>
                </a:solidFill>
              </a:defRPr>
            </a:lvl4pPr>
            <a:lvl5pPr marL="2226000" indent="-300000" defTabSz="457200">
              <a:spcBef>
                <a:spcPts val="900"/>
              </a:spcBef>
              <a:buFont typeface="Helvetica"/>
              <a:defRPr sz="2000" spc="-75">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977"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978"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979" name="Text Placeholder 10"/>
          <p:cNvSpPr>
            <a:spLocks noGrp="1"/>
          </p:cNvSpPr>
          <p:nvPr>
            <p:ph type="body" sz="quarter" idx="2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stStyle>
          <a:p>
            <a:r>
              <a:t>Click to edit Master text  |</a:t>
            </a:r>
          </a:p>
        </p:txBody>
      </p:sp>
      <p:sp>
        <p:nvSpPr>
          <p:cNvPr id="1980"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1981" name="Text Placeholder 32"/>
          <p:cNvSpPr>
            <a:spLocks noGrp="1"/>
          </p:cNvSpPr>
          <p:nvPr>
            <p:ph type="body" sz="quarter" idx="23"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82" name="Picture Placeholder 54"/>
          <p:cNvSpPr>
            <a:spLocks noGrp="1"/>
          </p:cNvSpPr>
          <p:nvPr>
            <p:ph type="pic" sz="quarter" idx="24"/>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1983" name="Text Placeholder 32"/>
          <p:cNvSpPr>
            <a:spLocks noGrp="1"/>
          </p:cNvSpPr>
          <p:nvPr>
            <p:ph type="body" sz="quarter" idx="25"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84" name="Picture Placeholder 54"/>
          <p:cNvSpPr>
            <a:spLocks noGrp="1"/>
          </p:cNvSpPr>
          <p:nvPr>
            <p:ph type="pic" sz="quarter" idx="26"/>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1985" name="Text Placeholder 32"/>
          <p:cNvSpPr>
            <a:spLocks noGrp="1"/>
          </p:cNvSpPr>
          <p:nvPr>
            <p:ph type="body" sz="quarter" idx="27"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1986" name="Picture Placeholder 54"/>
          <p:cNvSpPr>
            <a:spLocks noGrp="1"/>
          </p:cNvSpPr>
          <p:nvPr>
            <p:ph type="pic" sz="quarter" idx="28"/>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1987" name="Picture Placeholder 16"/>
          <p:cNvSpPr>
            <a:spLocks noGrp="1"/>
          </p:cNvSpPr>
          <p:nvPr>
            <p:ph type="pic" sz="quarter" idx="29"/>
          </p:nvPr>
        </p:nvSpPr>
        <p:spPr>
          <a:xfrm>
            <a:off x="8140161" y="531267"/>
            <a:ext cx="2520001" cy="5481358"/>
          </a:xfrm>
          <a:prstGeom prst="rect">
            <a:avLst/>
          </a:prstGeom>
          <a:noFill/>
          <a:ln w="12700">
            <a:noFill/>
            <a:miter lim="400000"/>
          </a:ln>
        </p:spPr>
        <p:txBody>
          <a:bodyPr lIns="91439" tIns="45719" rIns="91439" bIns="45719" anchor="t">
            <a:noAutofit/>
          </a:bodyPr>
          <a:lstStyle/>
          <a:p>
            <a:endParaRPr/>
          </a:p>
        </p:txBody>
      </p:sp>
      <p:sp>
        <p:nvSpPr>
          <p:cNvPr id="1988" name="Title Text"/>
          <p:cNvSpPr txBox="1">
            <a:spLocks noGrp="1"/>
          </p:cNvSpPr>
          <p:nvPr>
            <p:ph type="title"/>
          </p:nvPr>
        </p:nvSpPr>
        <p:spPr>
          <a:xfrm>
            <a:off x="380085" y="354667"/>
            <a:ext cx="6641428" cy="392252"/>
          </a:xfrm>
          <a:prstGeom prst="rect">
            <a:avLst/>
          </a:prstGeom>
        </p:spPr>
        <p:txBody>
          <a:bodyPr/>
          <a:lstStyle>
            <a:lvl1pPr>
              <a:defRPr>
                <a:solidFill>
                  <a:srgbClr val="000000"/>
                </a:solidFill>
              </a:defRPr>
            </a:lvl1pPr>
          </a:lstStyle>
          <a:p>
            <a:r>
              <a:t>Title Text</a:t>
            </a:r>
          </a:p>
        </p:txBody>
      </p:sp>
      <p:sp>
        <p:nvSpPr>
          <p:cNvPr id="1989" name="Text Placeholder 4"/>
          <p:cNvSpPr>
            <a:spLocks noGrp="1"/>
          </p:cNvSpPr>
          <p:nvPr>
            <p:ph type="body" sz="quarter" idx="30" hasCustomPrompt="1"/>
          </p:nvPr>
        </p:nvSpPr>
        <p:spPr>
          <a:xfrm>
            <a:off x="380084" y="855222"/>
            <a:ext cx="6641428"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Tree>
    <p:extLst>
      <p:ext uri="{BB962C8B-B14F-4D97-AF65-F5344CB8AC3E}">
        <p14:creationId xmlns:p14="http://schemas.microsoft.com/office/powerpoint/2010/main" val="1399076949"/>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Image A">
    <p:bg>
      <p:bgPr>
        <a:solidFill>
          <a:srgbClr val="FFFFFF"/>
        </a:solidFill>
        <a:effectLst/>
      </p:bgPr>
    </p:bg>
    <p:spTree>
      <p:nvGrpSpPr>
        <p:cNvPr id="1" name=""/>
        <p:cNvGrpSpPr/>
        <p:nvPr/>
      </p:nvGrpSpPr>
      <p:grpSpPr>
        <a:xfrm>
          <a:off x="0" y="0"/>
          <a:ext cx="0" cy="0"/>
          <a:chOff x="0" y="0"/>
          <a:chExt cx="0" cy="0"/>
        </a:xfrm>
      </p:grpSpPr>
      <p:sp>
        <p:nvSpPr>
          <p:cNvPr id="1996"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1997"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1998"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1999"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2000" name="Text Placeholder 32"/>
          <p:cNvSpPr>
            <a:spLocks noGrp="1"/>
          </p:cNvSpPr>
          <p:nvPr>
            <p:ph type="body" sz="quarter" idx="22"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01" name="Picture Placeholder 54"/>
          <p:cNvSpPr>
            <a:spLocks noGrp="1"/>
          </p:cNvSpPr>
          <p:nvPr>
            <p:ph type="pic" sz="quarter" idx="23"/>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2002" name="Text Placeholder 32"/>
          <p:cNvSpPr>
            <a:spLocks noGrp="1"/>
          </p:cNvSpPr>
          <p:nvPr>
            <p:ph type="body" sz="quarter" idx="24"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03" name="Picture Placeholder 54"/>
          <p:cNvSpPr>
            <a:spLocks noGrp="1"/>
          </p:cNvSpPr>
          <p:nvPr>
            <p:ph type="pic" sz="quarter" idx="25"/>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2004" name="Text Placeholder 32"/>
          <p:cNvSpPr>
            <a:spLocks noGrp="1"/>
          </p:cNvSpPr>
          <p:nvPr>
            <p:ph type="body" sz="quarter" idx="26"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05" name="Picture Placeholder 54"/>
          <p:cNvSpPr>
            <a:spLocks noGrp="1"/>
          </p:cNvSpPr>
          <p:nvPr>
            <p:ph type="pic" sz="quarter" idx="27"/>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2006" name="Title Text"/>
          <p:cNvSpPr txBox="1">
            <a:spLocks noGrp="1"/>
          </p:cNvSpPr>
          <p:nvPr>
            <p:ph type="title"/>
          </p:nvPr>
        </p:nvSpPr>
        <p:spPr>
          <a:xfrm>
            <a:off x="380085" y="354667"/>
            <a:ext cx="11418579" cy="392252"/>
          </a:xfrm>
          <a:prstGeom prst="rect">
            <a:avLst/>
          </a:prstGeom>
        </p:spPr>
        <p:txBody>
          <a:bodyPr/>
          <a:lstStyle>
            <a:lvl1pPr>
              <a:defRPr>
                <a:solidFill>
                  <a:srgbClr val="000000"/>
                </a:solidFill>
              </a:defRPr>
            </a:lvl1pPr>
          </a:lstStyle>
          <a:p>
            <a:r>
              <a:t>Title Text</a:t>
            </a:r>
          </a:p>
        </p:txBody>
      </p:sp>
      <p:sp>
        <p:nvSpPr>
          <p:cNvPr id="2007" name="Text Placeholder 4"/>
          <p:cNvSpPr>
            <a:spLocks noGrp="1"/>
          </p:cNvSpPr>
          <p:nvPr>
            <p:ph type="body" sz="quarter" idx="28" hasCustomPrompt="1"/>
          </p:nvPr>
        </p:nvSpPr>
        <p:spPr>
          <a:xfrm>
            <a:off x="380084" y="855222"/>
            <a:ext cx="11418579"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008" name="Picture Placeholder 16"/>
          <p:cNvSpPr>
            <a:spLocks noGrp="1"/>
          </p:cNvSpPr>
          <p:nvPr>
            <p:ph type="pic" sz="quarter" idx="29"/>
          </p:nvPr>
        </p:nvSpPr>
        <p:spPr>
          <a:xfrm>
            <a:off x="6663558" y="1999281"/>
            <a:ext cx="4693014" cy="3300731"/>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1745043784"/>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Image B">
    <p:bg>
      <p:bgPr>
        <a:solidFill>
          <a:srgbClr val="FFFFFF"/>
        </a:solidFill>
        <a:effectLst/>
      </p:bgPr>
    </p:bg>
    <p:spTree>
      <p:nvGrpSpPr>
        <p:cNvPr id="1" name=""/>
        <p:cNvGrpSpPr/>
        <p:nvPr/>
      </p:nvGrpSpPr>
      <p:grpSpPr>
        <a:xfrm>
          <a:off x="0" y="0"/>
          <a:ext cx="0" cy="0"/>
          <a:chOff x="0" y="0"/>
          <a:chExt cx="0" cy="0"/>
        </a:xfrm>
      </p:grpSpPr>
      <p:sp>
        <p:nvSpPr>
          <p:cNvPr id="2015"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2016"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2017"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018"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2019" name="Text Placeholder 32"/>
          <p:cNvSpPr>
            <a:spLocks noGrp="1"/>
          </p:cNvSpPr>
          <p:nvPr>
            <p:ph type="body" sz="quarter" idx="22"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20" name="Picture Placeholder 54"/>
          <p:cNvSpPr>
            <a:spLocks noGrp="1"/>
          </p:cNvSpPr>
          <p:nvPr>
            <p:ph type="pic" sz="quarter" idx="23"/>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2021" name="Text Placeholder 32"/>
          <p:cNvSpPr>
            <a:spLocks noGrp="1"/>
          </p:cNvSpPr>
          <p:nvPr>
            <p:ph type="body" sz="quarter" idx="24"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22" name="Picture Placeholder 54"/>
          <p:cNvSpPr>
            <a:spLocks noGrp="1"/>
          </p:cNvSpPr>
          <p:nvPr>
            <p:ph type="pic" sz="quarter" idx="25"/>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2023" name="Text Placeholder 32"/>
          <p:cNvSpPr>
            <a:spLocks noGrp="1"/>
          </p:cNvSpPr>
          <p:nvPr>
            <p:ph type="body" sz="quarter" idx="26"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24" name="Picture Placeholder 54"/>
          <p:cNvSpPr>
            <a:spLocks noGrp="1"/>
          </p:cNvSpPr>
          <p:nvPr>
            <p:ph type="pic" sz="quarter" idx="27"/>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2025"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026" name="Text Placeholder 4"/>
          <p:cNvSpPr>
            <a:spLocks noGrp="1"/>
          </p:cNvSpPr>
          <p:nvPr>
            <p:ph type="body" sz="quarter" idx="28" hasCustomPrompt="1"/>
          </p:nvPr>
        </p:nvSpPr>
        <p:spPr>
          <a:xfrm>
            <a:off x="380085" y="855222"/>
            <a:ext cx="5689601"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027" name="Picture Placeholder 16"/>
          <p:cNvSpPr>
            <a:spLocks noGrp="1"/>
          </p:cNvSpPr>
          <p:nvPr>
            <p:ph type="pic" sz="half" idx="29"/>
          </p:nvPr>
        </p:nvSpPr>
        <p:spPr>
          <a:xfrm>
            <a:off x="6663558" y="746919"/>
            <a:ext cx="4693014" cy="5256213"/>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3328589825"/>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Image C">
    <p:bg>
      <p:bgPr>
        <a:solidFill>
          <a:srgbClr val="FFFFFF"/>
        </a:solidFill>
        <a:effectLst/>
      </p:bgPr>
    </p:bg>
    <p:spTree>
      <p:nvGrpSpPr>
        <p:cNvPr id="1" name=""/>
        <p:cNvGrpSpPr/>
        <p:nvPr/>
      </p:nvGrpSpPr>
      <p:grpSpPr>
        <a:xfrm>
          <a:off x="0" y="0"/>
          <a:ext cx="0" cy="0"/>
          <a:chOff x="0" y="0"/>
          <a:chExt cx="0" cy="0"/>
        </a:xfrm>
      </p:grpSpPr>
      <p:sp>
        <p:nvSpPr>
          <p:cNvPr id="2034"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2035"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2036"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037"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2038" name="Text Placeholder 32"/>
          <p:cNvSpPr>
            <a:spLocks noGrp="1"/>
          </p:cNvSpPr>
          <p:nvPr>
            <p:ph type="body" sz="quarter" idx="22"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39" name="Picture Placeholder 54"/>
          <p:cNvSpPr>
            <a:spLocks noGrp="1"/>
          </p:cNvSpPr>
          <p:nvPr>
            <p:ph type="pic" sz="quarter" idx="23"/>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2040" name="Text Placeholder 32"/>
          <p:cNvSpPr>
            <a:spLocks noGrp="1"/>
          </p:cNvSpPr>
          <p:nvPr>
            <p:ph type="body" sz="quarter" idx="24"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41" name="Picture Placeholder 54"/>
          <p:cNvSpPr>
            <a:spLocks noGrp="1"/>
          </p:cNvSpPr>
          <p:nvPr>
            <p:ph type="pic" sz="quarter" idx="25"/>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2042" name="Text Placeholder 32"/>
          <p:cNvSpPr>
            <a:spLocks noGrp="1"/>
          </p:cNvSpPr>
          <p:nvPr>
            <p:ph type="body" sz="quarter" idx="26"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43" name="Picture Placeholder 54"/>
          <p:cNvSpPr>
            <a:spLocks noGrp="1"/>
          </p:cNvSpPr>
          <p:nvPr>
            <p:ph type="pic" sz="quarter" idx="27"/>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2044"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045" name="Text Placeholder 4"/>
          <p:cNvSpPr>
            <a:spLocks noGrp="1"/>
          </p:cNvSpPr>
          <p:nvPr>
            <p:ph type="body" sz="quarter" idx="28" hasCustomPrompt="1"/>
          </p:nvPr>
        </p:nvSpPr>
        <p:spPr>
          <a:xfrm>
            <a:off x="380084" y="855222"/>
            <a:ext cx="11429914"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pic>
        <p:nvPicPr>
          <p:cNvPr id="2046" name="Picture 3" descr="Picture 3"/>
          <p:cNvPicPr>
            <a:picLocks noChangeAspect="1"/>
          </p:cNvPicPr>
          <p:nvPr/>
        </p:nvPicPr>
        <p:blipFill>
          <a:blip r:embed="rId3"/>
          <a:stretch>
            <a:fillRect/>
          </a:stretch>
        </p:blipFill>
        <p:spPr>
          <a:xfrm>
            <a:off x="6273202" y="804301"/>
            <a:ext cx="5543933" cy="5541421"/>
          </a:xfrm>
          <a:prstGeom prst="rect">
            <a:avLst/>
          </a:prstGeom>
          <a:ln w="12700">
            <a:miter lim="400000"/>
          </a:ln>
        </p:spPr>
      </p:pic>
      <p:sp>
        <p:nvSpPr>
          <p:cNvPr id="2047" name="Picture Placeholder 6"/>
          <p:cNvSpPr>
            <a:spLocks noGrp="1"/>
          </p:cNvSpPr>
          <p:nvPr>
            <p:ph type="pic" sz="half" idx="29"/>
          </p:nvPr>
        </p:nvSpPr>
        <p:spPr>
          <a:xfrm>
            <a:off x="6801158" y="687765"/>
            <a:ext cx="4527001" cy="5095593"/>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882556505"/>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x">
  <p:cSld name="Titles, Paragraphs with Icons and Image D">
    <p:bg>
      <p:bgPr>
        <a:solidFill>
          <a:srgbClr val="FFFFFF"/>
        </a:solidFill>
        <a:effectLst/>
      </p:bgPr>
    </p:bg>
    <p:spTree>
      <p:nvGrpSpPr>
        <p:cNvPr id="1" name=""/>
        <p:cNvGrpSpPr/>
        <p:nvPr/>
      </p:nvGrpSpPr>
      <p:grpSpPr>
        <a:xfrm>
          <a:off x="0" y="0"/>
          <a:ext cx="0" cy="0"/>
          <a:chOff x="0" y="0"/>
          <a:chExt cx="0" cy="0"/>
        </a:xfrm>
      </p:grpSpPr>
      <p:sp>
        <p:nvSpPr>
          <p:cNvPr id="2054"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pic>
        <p:nvPicPr>
          <p:cNvPr id="2055" name="Picture 4" descr="Picture 4"/>
          <p:cNvPicPr>
            <a:picLocks noChangeAspect="1"/>
          </p:cNvPicPr>
          <p:nvPr/>
        </p:nvPicPr>
        <p:blipFill>
          <a:blip r:embed="rId2"/>
          <a:stretch>
            <a:fillRect/>
          </a:stretch>
        </p:blipFill>
        <p:spPr>
          <a:xfrm>
            <a:off x="406451" y="6399001"/>
            <a:ext cx="1057000" cy="205451"/>
          </a:xfrm>
          <a:prstGeom prst="rect">
            <a:avLst/>
          </a:prstGeom>
          <a:ln w="12700">
            <a:miter lim="400000"/>
          </a:ln>
        </p:spPr>
      </p:pic>
      <p:sp>
        <p:nvSpPr>
          <p:cNvPr id="2056" name="Body Level One…"/>
          <p:cNvSpPr txBox="1">
            <a:spLocks noGrp="1"/>
          </p:cNvSpPr>
          <p:nvPr>
            <p:ph type="body" sz="quarter" idx="1"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vl2pPr marL="0" indent="0" algn="r" defTabSz="457189">
              <a:buSzTx/>
              <a:buNone/>
              <a:defRPr sz="1000">
                <a:solidFill>
                  <a:srgbClr val="808080"/>
                </a:solidFill>
              </a:defRPr>
            </a:lvl2pPr>
            <a:lvl3pPr marL="0" indent="0" algn="r" defTabSz="457189">
              <a:buSzTx/>
              <a:buNone/>
              <a:defRPr sz="1000">
                <a:solidFill>
                  <a:srgbClr val="808080"/>
                </a:solidFill>
              </a:defRPr>
            </a:lvl3pPr>
            <a:lvl4pPr marL="0" indent="0" algn="r" defTabSz="457189">
              <a:buSzTx/>
              <a:buNone/>
              <a:defRPr sz="1000">
                <a:solidFill>
                  <a:srgbClr val="808080"/>
                </a:solidFill>
              </a:defRPr>
            </a:lvl4pPr>
            <a:lvl5pPr marL="0" indent="0" algn="r" defTabSz="457189">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057"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2058" name="Text Placeholder 32"/>
          <p:cNvSpPr>
            <a:spLocks noGrp="1"/>
          </p:cNvSpPr>
          <p:nvPr>
            <p:ph type="body" sz="quarter" idx="22" hasCustomPrompt="1"/>
          </p:nvPr>
        </p:nvSpPr>
        <p:spPr>
          <a:xfrm>
            <a:off x="1037227" y="18959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59" name="Picture Placeholder 54"/>
          <p:cNvSpPr>
            <a:spLocks noGrp="1"/>
          </p:cNvSpPr>
          <p:nvPr>
            <p:ph type="pic" sz="quarter" idx="23"/>
          </p:nvPr>
        </p:nvSpPr>
        <p:spPr>
          <a:xfrm>
            <a:off x="407980" y="1896539"/>
            <a:ext cx="468622" cy="450001"/>
          </a:xfrm>
          <a:prstGeom prst="rect">
            <a:avLst/>
          </a:prstGeom>
          <a:noFill/>
          <a:ln w="12700">
            <a:noFill/>
            <a:miter lim="400000"/>
          </a:ln>
        </p:spPr>
        <p:txBody>
          <a:bodyPr lIns="91439" tIns="45719" rIns="91439" bIns="45719" anchor="t">
            <a:noAutofit/>
          </a:bodyPr>
          <a:lstStyle/>
          <a:p>
            <a:endParaRPr/>
          </a:p>
        </p:txBody>
      </p:sp>
      <p:sp>
        <p:nvSpPr>
          <p:cNvPr id="2060" name="Text Placeholder 32"/>
          <p:cNvSpPr>
            <a:spLocks noGrp="1"/>
          </p:cNvSpPr>
          <p:nvPr>
            <p:ph type="body" sz="quarter" idx="24" hasCustomPrompt="1"/>
          </p:nvPr>
        </p:nvSpPr>
        <p:spPr>
          <a:xfrm>
            <a:off x="1037227" y="32167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61" name="Picture Placeholder 54"/>
          <p:cNvSpPr>
            <a:spLocks noGrp="1"/>
          </p:cNvSpPr>
          <p:nvPr>
            <p:ph type="pic" sz="quarter" idx="25"/>
          </p:nvPr>
        </p:nvSpPr>
        <p:spPr>
          <a:xfrm>
            <a:off x="407980" y="3217339"/>
            <a:ext cx="468622" cy="450001"/>
          </a:xfrm>
          <a:prstGeom prst="rect">
            <a:avLst/>
          </a:prstGeom>
          <a:noFill/>
          <a:ln w="12700">
            <a:noFill/>
            <a:miter lim="400000"/>
          </a:ln>
        </p:spPr>
        <p:txBody>
          <a:bodyPr lIns="91439" tIns="45719" rIns="91439" bIns="45719" anchor="t">
            <a:noAutofit/>
          </a:bodyPr>
          <a:lstStyle/>
          <a:p>
            <a:endParaRPr/>
          </a:p>
        </p:txBody>
      </p:sp>
      <p:sp>
        <p:nvSpPr>
          <p:cNvPr id="2062" name="Text Placeholder 32"/>
          <p:cNvSpPr>
            <a:spLocks noGrp="1"/>
          </p:cNvSpPr>
          <p:nvPr>
            <p:ph type="body" sz="quarter" idx="26" hasCustomPrompt="1"/>
          </p:nvPr>
        </p:nvSpPr>
        <p:spPr>
          <a:xfrm>
            <a:off x="1037227" y="4537561"/>
            <a:ext cx="5028611" cy="898039"/>
          </a:xfrm>
          <a:prstGeom prst="rect">
            <a:avLst/>
          </a:prstGeom>
          <a:noFill/>
          <a:ln w="12700">
            <a:noFill/>
            <a:miter lim="400000"/>
          </a:ln>
        </p:spPr>
        <p:txBody>
          <a:bodyPr lIns="0" tIns="0" rIns="0" bIns="0" anchor="t"/>
          <a:lstStyle>
            <a:lvl1pPr defTabSz="452628">
              <a:defRPr sz="1980" spc="-99">
                <a:solidFill>
                  <a:srgbClr val="000000"/>
                </a:solidFill>
              </a:defRPr>
            </a:lvl1pPr>
          </a:lstStyle>
          <a:p>
            <a:r>
              <a:t>Morbi in sem quis dui  Pellentesque odio nisi euismod in pharetra  a ultricies in diam Cras consequat</a:t>
            </a:r>
          </a:p>
        </p:txBody>
      </p:sp>
      <p:sp>
        <p:nvSpPr>
          <p:cNvPr id="2063" name="Picture Placeholder 54"/>
          <p:cNvSpPr>
            <a:spLocks noGrp="1"/>
          </p:cNvSpPr>
          <p:nvPr>
            <p:ph type="pic" sz="quarter" idx="27"/>
          </p:nvPr>
        </p:nvSpPr>
        <p:spPr>
          <a:xfrm>
            <a:off x="407980" y="4538140"/>
            <a:ext cx="468622" cy="450001"/>
          </a:xfrm>
          <a:prstGeom prst="rect">
            <a:avLst/>
          </a:prstGeom>
          <a:noFill/>
          <a:ln w="12700">
            <a:noFill/>
            <a:miter lim="400000"/>
          </a:ln>
        </p:spPr>
        <p:txBody>
          <a:bodyPr lIns="91439" tIns="45719" rIns="91439" bIns="45719" anchor="t">
            <a:noAutofit/>
          </a:bodyPr>
          <a:lstStyle/>
          <a:p>
            <a:endParaRPr/>
          </a:p>
        </p:txBody>
      </p:sp>
      <p:sp>
        <p:nvSpPr>
          <p:cNvPr id="2064"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065" name="Text Placeholder 4"/>
          <p:cNvSpPr>
            <a:spLocks noGrp="1"/>
          </p:cNvSpPr>
          <p:nvPr>
            <p:ph type="body" sz="quarter" idx="28" hasCustomPrompt="1"/>
          </p:nvPr>
        </p:nvSpPr>
        <p:spPr>
          <a:xfrm>
            <a:off x="380084" y="855222"/>
            <a:ext cx="11429914"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066" name="Text Placeholder 7"/>
          <p:cNvSpPr>
            <a:spLocks noGrp="1"/>
          </p:cNvSpPr>
          <p:nvPr>
            <p:ph type="body" sz="quarter" idx="29" hasCustomPrompt="1"/>
          </p:nvPr>
        </p:nvSpPr>
        <p:spPr>
          <a:xfrm>
            <a:off x="7464122" y="2024635"/>
            <a:ext cx="3201073" cy="3201073"/>
          </a:xfrm>
          <a:prstGeom prst="rect">
            <a:avLst/>
          </a:prstGeom>
          <a:gradFill>
            <a:gsLst>
              <a:gs pos="0">
                <a:schemeClr val="accent1">
                  <a:alpha val="60000"/>
                </a:schemeClr>
              </a:gs>
              <a:gs pos="82000">
                <a:srgbClr val="9468E1">
                  <a:alpha val="60000"/>
                </a:srgbClr>
              </a:gs>
            </a:gsLst>
            <a:lin ang="18900000"/>
          </a:gradFill>
          <a:ln w="12700">
            <a:noFill/>
            <a:miter lim="400000"/>
          </a:ln>
        </p:spPr>
        <p:txBody>
          <a:bodyPr lIns="0" tIns="0" rIns="0" bIns="0"/>
          <a:lstStyle>
            <a:lvl1pPr algn="ctr" defTabSz="457200">
              <a:spcBef>
                <a:spcPts val="900"/>
              </a:spcBef>
              <a:defRPr>
                <a:solidFill>
                  <a:srgbClr val="FFFFFF"/>
                </a:solidFill>
              </a:defRPr>
            </a:lvl1pPr>
          </a:lstStyle>
          <a:p>
            <a:r>
              <a:t>.</a:t>
            </a:r>
          </a:p>
        </p:txBody>
      </p:sp>
      <p:sp>
        <p:nvSpPr>
          <p:cNvPr id="2067" name="Picture Placeholder 6"/>
          <p:cNvSpPr>
            <a:spLocks noGrp="1"/>
          </p:cNvSpPr>
          <p:nvPr>
            <p:ph type="pic" sz="half" idx="30"/>
          </p:nvPr>
        </p:nvSpPr>
        <p:spPr>
          <a:xfrm>
            <a:off x="6801158" y="793079"/>
            <a:ext cx="4527001" cy="5095593"/>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1695728123"/>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x">
  <p:cSld name="Big text / Quotes / Testimonials and side image">
    <p:bg>
      <p:bgPr>
        <a:solidFill>
          <a:srgbClr val="FFFFFF"/>
        </a:solidFill>
        <a:effectLst/>
      </p:bgPr>
    </p:bg>
    <p:spTree>
      <p:nvGrpSpPr>
        <p:cNvPr id="1" name=""/>
        <p:cNvGrpSpPr/>
        <p:nvPr/>
      </p:nvGrpSpPr>
      <p:grpSpPr>
        <a:xfrm>
          <a:off x="0" y="0"/>
          <a:ext cx="0" cy="0"/>
          <a:chOff x="0" y="0"/>
          <a:chExt cx="0" cy="0"/>
        </a:xfrm>
      </p:grpSpPr>
      <p:pic>
        <p:nvPicPr>
          <p:cNvPr id="207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075" name="Picture Placeholder 21"/>
          <p:cNvSpPr>
            <a:spLocks noGrp="1"/>
          </p:cNvSpPr>
          <p:nvPr>
            <p:ph type="pic" idx="21"/>
          </p:nvPr>
        </p:nvSpPr>
        <p:spPr>
          <a:xfrm>
            <a:off x="6684775" y="440531"/>
            <a:ext cx="5507226" cy="6417470"/>
          </a:xfrm>
          <a:prstGeom prst="rect">
            <a:avLst/>
          </a:prstGeom>
          <a:noFill/>
          <a:ln w="12700">
            <a:noFill/>
            <a:miter lim="400000"/>
          </a:ln>
        </p:spPr>
        <p:txBody>
          <a:bodyPr lIns="91439" tIns="45719" rIns="91439" bIns="45719" anchor="t">
            <a:noAutofit/>
          </a:bodyPr>
          <a:lstStyle/>
          <a:p>
            <a:endParaRPr/>
          </a:p>
        </p:txBody>
      </p:sp>
      <p:sp>
        <p:nvSpPr>
          <p:cNvPr id="2076" name="Body Level One…"/>
          <p:cNvSpPr txBox="1">
            <a:spLocks noGrp="1"/>
          </p:cNvSpPr>
          <p:nvPr>
            <p:ph type="body" sz="quarter" idx="1" hasCustomPrompt="1"/>
          </p:nvPr>
        </p:nvSpPr>
        <p:spPr>
          <a:xfrm>
            <a:off x="457199" y="1430351"/>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077" name="Morbi in sem quis dui placerat ornare. Pellentque odio nisi a ultricies in diam."/>
          <p:cNvSpPr txBox="1">
            <a:spLocks noGrp="1"/>
          </p:cNvSpPr>
          <p:nvPr>
            <p:ph type="title" hasCustomPrompt="1"/>
          </p:nvPr>
        </p:nvSpPr>
        <p:spPr>
          <a:xfrm>
            <a:off x="633119" y="1881498"/>
            <a:ext cx="5432719" cy="2686598"/>
          </a:xfrm>
          <a:prstGeom prst="rect">
            <a:avLst/>
          </a:prstGeom>
        </p:spPr>
        <p:txBody>
          <a:bodyPr/>
          <a:lstStyle>
            <a:lvl1pPr>
              <a:lnSpc>
                <a:spcPts val="5000"/>
              </a:lnSpc>
              <a:defRPr sz="4500" b="1" spc="-75">
                <a:solidFill>
                  <a:srgbClr val="000000"/>
                </a:solidFill>
              </a:defRPr>
            </a:lvl1pPr>
          </a:lstStyle>
          <a:p>
            <a:r>
              <a:t>Morbi in sem quis dui placerat ornare. Pellentque odio nisi a ultricies in diam. </a:t>
            </a:r>
          </a:p>
        </p:txBody>
      </p:sp>
      <p:sp>
        <p:nvSpPr>
          <p:cNvPr id="2078" name="Text Placeholder 2"/>
          <p:cNvSpPr>
            <a:spLocks noGrp="1"/>
          </p:cNvSpPr>
          <p:nvPr>
            <p:ph type="body" sz="quarter" idx="22" hasCustomPrompt="1"/>
          </p:nvPr>
        </p:nvSpPr>
        <p:spPr>
          <a:xfrm>
            <a:off x="633119" y="1153904"/>
            <a:ext cx="5432719" cy="541555"/>
          </a:xfrm>
          <a:prstGeom prst="rect">
            <a:avLst/>
          </a:prstGeom>
          <a:noFill/>
          <a:ln w="12700">
            <a:noFill/>
            <a:miter lim="400000"/>
          </a:ln>
        </p:spPr>
        <p:txBody>
          <a:bodyPr lIns="0" tIns="0" rIns="0" bIns="0" anchor="t"/>
          <a:lstStyle>
            <a:lvl1pPr defTabSz="457200">
              <a:spcBef>
                <a:spcPts val="900"/>
              </a:spcBef>
              <a:defRPr sz="3250">
                <a:solidFill>
                  <a:srgbClr val="000000"/>
                </a:solidFill>
              </a:defRPr>
            </a:lvl1pPr>
          </a:lstStyle>
          <a:p>
            <a:r>
              <a:t>Section Subheading</a:t>
            </a:r>
          </a:p>
        </p:txBody>
      </p:sp>
      <p:sp>
        <p:nvSpPr>
          <p:cNvPr id="2079"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080"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081"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082" name="Text Placeholder 4"/>
          <p:cNvSpPr>
            <a:spLocks noGrp="1"/>
          </p:cNvSpPr>
          <p:nvPr>
            <p:ph type="body" sz="quarter" idx="25" hasCustomPrompt="1"/>
          </p:nvPr>
        </p:nvSpPr>
        <p:spPr>
          <a:xfrm>
            <a:off x="4152107" y="3947790"/>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083" name="Text Placeholder 22"/>
          <p:cNvSpPr>
            <a:spLocks noGrp="1"/>
          </p:cNvSpPr>
          <p:nvPr>
            <p:ph type="body" sz="quarter" idx="26" hasCustomPrompt="1"/>
          </p:nvPr>
        </p:nvSpPr>
        <p:spPr>
          <a:xfrm>
            <a:off x="650874" y="5047783"/>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1088142581"/>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x">
  <p:cSld name="Big text / Quotes / Testimonials and iPhone Mockup A">
    <p:bg>
      <p:bgPr>
        <a:solidFill>
          <a:srgbClr val="FFFFFF"/>
        </a:solidFill>
        <a:effectLst/>
      </p:bgPr>
    </p:bg>
    <p:spTree>
      <p:nvGrpSpPr>
        <p:cNvPr id="1" name=""/>
        <p:cNvGrpSpPr/>
        <p:nvPr/>
      </p:nvGrpSpPr>
      <p:grpSpPr>
        <a:xfrm>
          <a:off x="0" y="0"/>
          <a:ext cx="0" cy="0"/>
          <a:chOff x="0" y="0"/>
          <a:chExt cx="0" cy="0"/>
        </a:xfrm>
      </p:grpSpPr>
      <p:pic>
        <p:nvPicPr>
          <p:cNvPr id="209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091" name="Picture 10" descr="Picture 10"/>
          <p:cNvPicPr>
            <a:picLocks noChangeAspect="1"/>
          </p:cNvPicPr>
          <p:nvPr/>
        </p:nvPicPr>
        <p:blipFill>
          <a:blip r:embed="rId3"/>
          <a:stretch>
            <a:fillRect/>
          </a:stretch>
        </p:blipFill>
        <p:spPr>
          <a:xfrm>
            <a:off x="7320669" y="401209"/>
            <a:ext cx="4255408" cy="6456792"/>
          </a:xfrm>
          <a:prstGeom prst="rect">
            <a:avLst/>
          </a:prstGeom>
          <a:ln w="12700">
            <a:miter lim="400000"/>
          </a:ln>
        </p:spPr>
      </p:pic>
      <p:sp>
        <p:nvSpPr>
          <p:cNvPr id="2092" name="Picture Placeholder 16"/>
          <p:cNvSpPr>
            <a:spLocks noGrp="1"/>
          </p:cNvSpPr>
          <p:nvPr>
            <p:ph type="pic" sz="quarter" idx="21"/>
          </p:nvPr>
        </p:nvSpPr>
        <p:spPr>
          <a:xfrm>
            <a:off x="8140161" y="531266"/>
            <a:ext cx="2520001" cy="5481358"/>
          </a:xfrm>
          <a:prstGeom prst="rect">
            <a:avLst/>
          </a:prstGeom>
          <a:noFill/>
          <a:ln w="12700">
            <a:noFill/>
            <a:miter lim="400000"/>
          </a:ln>
        </p:spPr>
        <p:txBody>
          <a:bodyPr lIns="91439" tIns="45719" rIns="91439" bIns="45719" anchor="t">
            <a:noAutofit/>
          </a:bodyPr>
          <a:lstStyle/>
          <a:p>
            <a:endParaRPr/>
          </a:p>
        </p:txBody>
      </p:sp>
      <p:sp>
        <p:nvSpPr>
          <p:cNvPr id="2093" name="Body Level One…"/>
          <p:cNvSpPr txBox="1">
            <a:spLocks noGrp="1"/>
          </p:cNvSpPr>
          <p:nvPr>
            <p:ph type="body" sz="quarter" idx="1" hasCustomPrompt="1"/>
          </p:nvPr>
        </p:nvSpPr>
        <p:spPr>
          <a:xfrm>
            <a:off x="457199" y="1430351"/>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094" name="Morbi in sem quis dui placerat ornare. Pellentque odio nisi a ultricies in diam."/>
          <p:cNvSpPr txBox="1">
            <a:spLocks noGrp="1"/>
          </p:cNvSpPr>
          <p:nvPr>
            <p:ph type="title" hasCustomPrompt="1"/>
          </p:nvPr>
        </p:nvSpPr>
        <p:spPr>
          <a:xfrm>
            <a:off x="633119" y="1881498"/>
            <a:ext cx="5432719" cy="2686598"/>
          </a:xfrm>
          <a:prstGeom prst="rect">
            <a:avLst/>
          </a:prstGeom>
        </p:spPr>
        <p:txBody>
          <a:bodyPr/>
          <a:lstStyle>
            <a:lvl1pPr>
              <a:lnSpc>
                <a:spcPts val="5000"/>
              </a:lnSpc>
              <a:defRPr sz="4500" b="1" spc="-75">
                <a:solidFill>
                  <a:srgbClr val="000000"/>
                </a:solidFill>
              </a:defRPr>
            </a:lvl1pPr>
          </a:lstStyle>
          <a:p>
            <a:r>
              <a:t>Morbi in sem quis dui placerat ornare. Pellentque odio nisi a ultricies in diam. </a:t>
            </a:r>
          </a:p>
        </p:txBody>
      </p:sp>
      <p:sp>
        <p:nvSpPr>
          <p:cNvPr id="2095" name="Text Placeholder 2"/>
          <p:cNvSpPr>
            <a:spLocks noGrp="1"/>
          </p:cNvSpPr>
          <p:nvPr>
            <p:ph type="body" sz="quarter" idx="22" hasCustomPrompt="1"/>
          </p:nvPr>
        </p:nvSpPr>
        <p:spPr>
          <a:xfrm>
            <a:off x="633119" y="1153904"/>
            <a:ext cx="5432719" cy="541555"/>
          </a:xfrm>
          <a:prstGeom prst="rect">
            <a:avLst/>
          </a:prstGeom>
          <a:noFill/>
          <a:ln w="12700">
            <a:noFill/>
            <a:miter lim="400000"/>
          </a:ln>
        </p:spPr>
        <p:txBody>
          <a:bodyPr lIns="0" tIns="0" rIns="0" bIns="0" anchor="t"/>
          <a:lstStyle>
            <a:lvl1pPr defTabSz="457200">
              <a:spcBef>
                <a:spcPts val="900"/>
              </a:spcBef>
              <a:defRPr sz="3250">
                <a:solidFill>
                  <a:srgbClr val="000000"/>
                </a:solidFill>
              </a:defRPr>
            </a:lvl1pPr>
          </a:lstStyle>
          <a:p>
            <a:r>
              <a:t>Section Subheading</a:t>
            </a:r>
          </a:p>
        </p:txBody>
      </p:sp>
      <p:sp>
        <p:nvSpPr>
          <p:cNvPr id="2096"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097"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098"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099" name="Text Placeholder 4"/>
          <p:cNvSpPr>
            <a:spLocks noGrp="1"/>
          </p:cNvSpPr>
          <p:nvPr>
            <p:ph type="body" sz="quarter" idx="25" hasCustomPrompt="1"/>
          </p:nvPr>
        </p:nvSpPr>
        <p:spPr>
          <a:xfrm>
            <a:off x="4152107" y="3947790"/>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100" name="Text Placeholder 22"/>
          <p:cNvSpPr>
            <a:spLocks noGrp="1"/>
          </p:cNvSpPr>
          <p:nvPr>
            <p:ph type="body" sz="quarter" idx="26" hasCustomPrompt="1"/>
          </p:nvPr>
        </p:nvSpPr>
        <p:spPr>
          <a:xfrm>
            <a:off x="650874" y="5047783"/>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45278743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tx">
  <p:cSld name="Big text / Quotes / Testimonials and Tablet Vertical Mockup">
    <p:bg>
      <p:bgPr>
        <a:solidFill>
          <a:srgbClr val="FFFFFF"/>
        </a:solidFill>
        <a:effectLst/>
      </p:bgPr>
    </p:bg>
    <p:spTree>
      <p:nvGrpSpPr>
        <p:cNvPr id="1" name=""/>
        <p:cNvGrpSpPr/>
        <p:nvPr/>
      </p:nvGrpSpPr>
      <p:grpSpPr>
        <a:xfrm>
          <a:off x="0" y="0"/>
          <a:ext cx="0" cy="0"/>
          <a:chOff x="0" y="0"/>
          <a:chExt cx="0" cy="0"/>
        </a:xfrm>
      </p:grpSpPr>
      <p:pic>
        <p:nvPicPr>
          <p:cNvPr id="2107"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108" name="Picture 5" descr="Picture 5"/>
          <p:cNvPicPr>
            <a:picLocks noChangeAspect="1"/>
          </p:cNvPicPr>
          <p:nvPr/>
        </p:nvPicPr>
        <p:blipFill>
          <a:blip r:embed="rId3"/>
          <a:srcRect r="5713" b="1072"/>
          <a:stretch>
            <a:fillRect/>
          </a:stretch>
        </p:blipFill>
        <p:spPr>
          <a:xfrm>
            <a:off x="7592158" y="435577"/>
            <a:ext cx="4599843" cy="6422423"/>
          </a:xfrm>
          <a:prstGeom prst="rect">
            <a:avLst/>
          </a:prstGeom>
          <a:ln w="12700">
            <a:miter lim="400000"/>
          </a:ln>
        </p:spPr>
      </p:pic>
      <p:sp>
        <p:nvSpPr>
          <p:cNvPr id="2109" name="Picture Placeholder 16"/>
          <p:cNvSpPr>
            <a:spLocks noGrp="1"/>
          </p:cNvSpPr>
          <p:nvPr>
            <p:ph type="pic" sz="half" idx="21"/>
          </p:nvPr>
        </p:nvSpPr>
        <p:spPr>
          <a:xfrm>
            <a:off x="7678148" y="527582"/>
            <a:ext cx="3615297" cy="5233385"/>
          </a:xfrm>
          <a:prstGeom prst="rect">
            <a:avLst/>
          </a:prstGeom>
          <a:noFill/>
          <a:ln w="12700">
            <a:noFill/>
            <a:miter lim="400000"/>
          </a:ln>
        </p:spPr>
        <p:txBody>
          <a:bodyPr lIns="91439" tIns="45719" rIns="91439" bIns="45719" anchor="t">
            <a:noAutofit/>
          </a:bodyPr>
          <a:lstStyle/>
          <a:p>
            <a:endParaRPr/>
          </a:p>
        </p:txBody>
      </p:sp>
      <p:sp>
        <p:nvSpPr>
          <p:cNvPr id="2110" name="Body Level One…"/>
          <p:cNvSpPr txBox="1">
            <a:spLocks noGrp="1"/>
          </p:cNvSpPr>
          <p:nvPr>
            <p:ph type="body" sz="quarter" idx="1" hasCustomPrompt="1"/>
          </p:nvPr>
        </p:nvSpPr>
        <p:spPr>
          <a:xfrm>
            <a:off x="457199" y="1430351"/>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111" name="Morbi in sem quis dui placerat ornare. Pellentque odio nisi a ultricies in diam."/>
          <p:cNvSpPr txBox="1">
            <a:spLocks noGrp="1"/>
          </p:cNvSpPr>
          <p:nvPr>
            <p:ph type="title" hasCustomPrompt="1"/>
          </p:nvPr>
        </p:nvSpPr>
        <p:spPr>
          <a:xfrm>
            <a:off x="633119" y="1881498"/>
            <a:ext cx="5432719" cy="2686598"/>
          </a:xfrm>
          <a:prstGeom prst="rect">
            <a:avLst/>
          </a:prstGeom>
        </p:spPr>
        <p:txBody>
          <a:bodyPr/>
          <a:lstStyle>
            <a:lvl1pPr>
              <a:lnSpc>
                <a:spcPts val="5000"/>
              </a:lnSpc>
              <a:defRPr sz="4500" b="1" spc="-75">
                <a:solidFill>
                  <a:srgbClr val="000000"/>
                </a:solidFill>
              </a:defRPr>
            </a:lvl1pPr>
          </a:lstStyle>
          <a:p>
            <a:r>
              <a:t>Morbi in sem quis dui placerat ornare. Pellentque odio nisi a ultricies in diam. </a:t>
            </a:r>
          </a:p>
        </p:txBody>
      </p:sp>
      <p:sp>
        <p:nvSpPr>
          <p:cNvPr id="2112" name="Text Placeholder 2"/>
          <p:cNvSpPr>
            <a:spLocks noGrp="1"/>
          </p:cNvSpPr>
          <p:nvPr>
            <p:ph type="body" sz="quarter" idx="22" hasCustomPrompt="1"/>
          </p:nvPr>
        </p:nvSpPr>
        <p:spPr>
          <a:xfrm>
            <a:off x="633119" y="1153904"/>
            <a:ext cx="5432719" cy="541555"/>
          </a:xfrm>
          <a:prstGeom prst="rect">
            <a:avLst/>
          </a:prstGeom>
          <a:noFill/>
          <a:ln w="12700">
            <a:noFill/>
            <a:miter lim="400000"/>
          </a:ln>
        </p:spPr>
        <p:txBody>
          <a:bodyPr lIns="0" tIns="0" rIns="0" bIns="0" anchor="t"/>
          <a:lstStyle>
            <a:lvl1pPr defTabSz="457200">
              <a:spcBef>
                <a:spcPts val="900"/>
              </a:spcBef>
              <a:defRPr sz="3250">
                <a:solidFill>
                  <a:srgbClr val="000000"/>
                </a:solidFill>
              </a:defRPr>
            </a:lvl1pPr>
          </a:lstStyle>
          <a:p>
            <a:r>
              <a:t>Section Subheading</a:t>
            </a:r>
          </a:p>
        </p:txBody>
      </p:sp>
      <p:sp>
        <p:nvSpPr>
          <p:cNvPr id="2113"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114"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115"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116" name="Text Placeholder 4"/>
          <p:cNvSpPr>
            <a:spLocks noGrp="1"/>
          </p:cNvSpPr>
          <p:nvPr>
            <p:ph type="body" sz="quarter" idx="25" hasCustomPrompt="1"/>
          </p:nvPr>
        </p:nvSpPr>
        <p:spPr>
          <a:xfrm>
            <a:off x="4152107" y="3947790"/>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117" name="Text Placeholder 22"/>
          <p:cNvSpPr>
            <a:spLocks noGrp="1"/>
          </p:cNvSpPr>
          <p:nvPr>
            <p:ph type="body" sz="quarter" idx="26" hasCustomPrompt="1"/>
          </p:nvPr>
        </p:nvSpPr>
        <p:spPr>
          <a:xfrm>
            <a:off x="650874" y="5047783"/>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1602896028"/>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x">
  <p:cSld name="Big text / Quotes / Testimonials and Tablet Horizontal Mockup">
    <p:bg>
      <p:bgPr>
        <a:solidFill>
          <a:srgbClr val="FFFFFF"/>
        </a:solidFill>
        <a:effectLst/>
      </p:bgPr>
    </p:bg>
    <p:spTree>
      <p:nvGrpSpPr>
        <p:cNvPr id="1" name=""/>
        <p:cNvGrpSpPr/>
        <p:nvPr/>
      </p:nvGrpSpPr>
      <p:grpSpPr>
        <a:xfrm>
          <a:off x="0" y="0"/>
          <a:ext cx="0" cy="0"/>
          <a:chOff x="0" y="0"/>
          <a:chExt cx="0" cy="0"/>
        </a:xfrm>
      </p:grpSpPr>
      <p:pic>
        <p:nvPicPr>
          <p:cNvPr id="212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125" name="Picture 10" descr="Picture 10"/>
          <p:cNvPicPr>
            <a:picLocks noChangeAspect="1"/>
          </p:cNvPicPr>
          <p:nvPr/>
        </p:nvPicPr>
        <p:blipFill>
          <a:blip r:embed="rId3"/>
          <a:srcRect l="25013" r="5862" b="13091"/>
          <a:stretch>
            <a:fillRect/>
          </a:stretch>
        </p:blipFill>
        <p:spPr>
          <a:xfrm flipH="1">
            <a:off x="4238625" y="1296527"/>
            <a:ext cx="7953375" cy="5561473"/>
          </a:xfrm>
          <a:prstGeom prst="rect">
            <a:avLst/>
          </a:prstGeom>
          <a:ln w="12700">
            <a:miter lim="400000"/>
          </a:ln>
        </p:spPr>
      </p:pic>
      <p:sp>
        <p:nvSpPr>
          <p:cNvPr id="2126" name="Picture Placeholder 16"/>
          <p:cNvSpPr>
            <a:spLocks noGrp="1"/>
          </p:cNvSpPr>
          <p:nvPr>
            <p:ph type="pic" sz="half" idx="21"/>
          </p:nvPr>
        </p:nvSpPr>
        <p:spPr>
          <a:xfrm>
            <a:off x="6915259" y="1384581"/>
            <a:ext cx="4801962" cy="3523439"/>
          </a:xfrm>
          <a:prstGeom prst="rect">
            <a:avLst/>
          </a:prstGeom>
          <a:noFill/>
          <a:ln w="12700">
            <a:noFill/>
            <a:miter lim="400000"/>
          </a:ln>
        </p:spPr>
        <p:txBody>
          <a:bodyPr lIns="91439" tIns="45719" rIns="91439" bIns="45719" anchor="t">
            <a:noAutofit/>
          </a:bodyPr>
          <a:lstStyle/>
          <a:p>
            <a:endParaRPr/>
          </a:p>
        </p:txBody>
      </p:sp>
      <p:sp>
        <p:nvSpPr>
          <p:cNvPr id="2127" name="Body Level One…"/>
          <p:cNvSpPr txBox="1">
            <a:spLocks noGrp="1"/>
          </p:cNvSpPr>
          <p:nvPr>
            <p:ph type="body" sz="quarter" idx="1" hasCustomPrompt="1"/>
          </p:nvPr>
        </p:nvSpPr>
        <p:spPr>
          <a:xfrm>
            <a:off x="457199" y="1429477"/>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128" name="Morbi in sem quis dui placerat ornare. Pellentque odio nisi a ultricies in diam."/>
          <p:cNvSpPr txBox="1">
            <a:spLocks noGrp="1"/>
          </p:cNvSpPr>
          <p:nvPr>
            <p:ph type="title" hasCustomPrompt="1"/>
          </p:nvPr>
        </p:nvSpPr>
        <p:spPr>
          <a:xfrm>
            <a:off x="633119" y="1880624"/>
            <a:ext cx="5432719" cy="2686598"/>
          </a:xfrm>
          <a:prstGeom prst="rect">
            <a:avLst/>
          </a:prstGeom>
        </p:spPr>
        <p:txBody>
          <a:bodyPr/>
          <a:lstStyle>
            <a:lvl1pPr>
              <a:lnSpc>
                <a:spcPts val="5000"/>
              </a:lnSpc>
              <a:defRPr sz="4500" b="1" spc="-75">
                <a:solidFill>
                  <a:srgbClr val="000000"/>
                </a:solidFill>
              </a:defRPr>
            </a:lvl1pPr>
          </a:lstStyle>
          <a:p>
            <a:r>
              <a:t>Morbi in sem quis dui placerat ornare. Pellentque odio nisi a ultricies in diam. </a:t>
            </a:r>
          </a:p>
        </p:txBody>
      </p:sp>
      <p:sp>
        <p:nvSpPr>
          <p:cNvPr id="2129" name="Text Placeholder 2"/>
          <p:cNvSpPr>
            <a:spLocks noGrp="1"/>
          </p:cNvSpPr>
          <p:nvPr>
            <p:ph type="body" sz="quarter" idx="22" hasCustomPrompt="1"/>
          </p:nvPr>
        </p:nvSpPr>
        <p:spPr>
          <a:xfrm>
            <a:off x="633119" y="1153030"/>
            <a:ext cx="5432719" cy="541555"/>
          </a:xfrm>
          <a:prstGeom prst="rect">
            <a:avLst/>
          </a:prstGeom>
          <a:noFill/>
          <a:ln w="12700">
            <a:noFill/>
            <a:miter lim="400000"/>
          </a:ln>
        </p:spPr>
        <p:txBody>
          <a:bodyPr lIns="0" tIns="0" rIns="0" bIns="0" anchor="t"/>
          <a:lstStyle>
            <a:lvl1pPr defTabSz="457200">
              <a:spcBef>
                <a:spcPts val="900"/>
              </a:spcBef>
              <a:defRPr sz="3250">
                <a:solidFill>
                  <a:srgbClr val="000000"/>
                </a:solidFill>
              </a:defRPr>
            </a:lvl1pPr>
          </a:lstStyle>
          <a:p>
            <a:r>
              <a:t>Section Subheading</a:t>
            </a:r>
          </a:p>
        </p:txBody>
      </p:sp>
      <p:sp>
        <p:nvSpPr>
          <p:cNvPr id="2130"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131"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132"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133" name="Text Placeholder 4"/>
          <p:cNvSpPr>
            <a:spLocks noGrp="1"/>
          </p:cNvSpPr>
          <p:nvPr>
            <p:ph type="body" sz="quarter" idx="25" hasCustomPrompt="1"/>
          </p:nvPr>
        </p:nvSpPr>
        <p:spPr>
          <a:xfrm>
            <a:off x="4152107" y="3946916"/>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134" name="Text Placeholder 22"/>
          <p:cNvSpPr>
            <a:spLocks noGrp="1"/>
          </p:cNvSpPr>
          <p:nvPr>
            <p:ph type="body" sz="quarter" idx="26" hasCustomPrompt="1"/>
          </p:nvPr>
        </p:nvSpPr>
        <p:spPr>
          <a:xfrm>
            <a:off x="650874" y="5047783"/>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654833632"/>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tx">
  <p:cSld name="Big text / Quotes / Testimonials and Laptop Mockup">
    <p:bg>
      <p:bgPr>
        <a:solidFill>
          <a:srgbClr val="FFFFFF"/>
        </a:solidFill>
        <a:effectLst/>
      </p:bgPr>
    </p:bg>
    <p:spTree>
      <p:nvGrpSpPr>
        <p:cNvPr id="1" name=""/>
        <p:cNvGrpSpPr/>
        <p:nvPr/>
      </p:nvGrpSpPr>
      <p:grpSpPr>
        <a:xfrm>
          <a:off x="0" y="0"/>
          <a:ext cx="0" cy="0"/>
          <a:chOff x="0" y="0"/>
          <a:chExt cx="0" cy="0"/>
        </a:xfrm>
      </p:grpSpPr>
      <p:pic>
        <p:nvPicPr>
          <p:cNvPr id="214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142" name="Picture 5" descr="Picture 5"/>
          <p:cNvPicPr>
            <a:picLocks noChangeAspect="1"/>
          </p:cNvPicPr>
          <p:nvPr/>
        </p:nvPicPr>
        <p:blipFill>
          <a:blip r:embed="rId3"/>
          <a:stretch>
            <a:fillRect/>
          </a:stretch>
        </p:blipFill>
        <p:spPr>
          <a:xfrm>
            <a:off x="5891204" y="1763025"/>
            <a:ext cx="6154980" cy="3635631"/>
          </a:xfrm>
          <a:prstGeom prst="rect">
            <a:avLst/>
          </a:prstGeom>
          <a:ln w="12700">
            <a:miter lim="400000"/>
          </a:ln>
        </p:spPr>
      </p:pic>
      <p:sp>
        <p:nvSpPr>
          <p:cNvPr id="2143" name="Picture Placeholder 16"/>
          <p:cNvSpPr>
            <a:spLocks noGrp="1"/>
          </p:cNvSpPr>
          <p:nvPr>
            <p:ph type="pic" sz="quarter" idx="21"/>
          </p:nvPr>
        </p:nvSpPr>
        <p:spPr>
          <a:xfrm>
            <a:off x="6552172" y="1846617"/>
            <a:ext cx="4832209" cy="3092998"/>
          </a:xfrm>
          <a:prstGeom prst="rect">
            <a:avLst/>
          </a:prstGeom>
          <a:noFill/>
          <a:ln w="12700">
            <a:noFill/>
            <a:miter lim="400000"/>
          </a:ln>
        </p:spPr>
        <p:txBody>
          <a:bodyPr lIns="91439" tIns="45719" rIns="91439" bIns="45719" anchor="t">
            <a:noAutofit/>
          </a:bodyPr>
          <a:lstStyle/>
          <a:p>
            <a:endParaRPr/>
          </a:p>
        </p:txBody>
      </p:sp>
      <p:sp>
        <p:nvSpPr>
          <p:cNvPr id="2144" name="Body Level One…"/>
          <p:cNvSpPr txBox="1">
            <a:spLocks noGrp="1"/>
          </p:cNvSpPr>
          <p:nvPr>
            <p:ph type="body" sz="quarter" idx="1" hasCustomPrompt="1"/>
          </p:nvPr>
        </p:nvSpPr>
        <p:spPr>
          <a:xfrm>
            <a:off x="457199" y="1430154"/>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145" name="Morbi in sem quis dui placerat ornare. Pellentque odio nisi a ultricies in diam."/>
          <p:cNvSpPr txBox="1">
            <a:spLocks noGrp="1"/>
          </p:cNvSpPr>
          <p:nvPr>
            <p:ph type="title" hasCustomPrompt="1"/>
          </p:nvPr>
        </p:nvSpPr>
        <p:spPr>
          <a:xfrm>
            <a:off x="633119" y="1881301"/>
            <a:ext cx="5432719" cy="2686598"/>
          </a:xfrm>
          <a:prstGeom prst="rect">
            <a:avLst/>
          </a:prstGeom>
        </p:spPr>
        <p:txBody>
          <a:bodyPr/>
          <a:lstStyle>
            <a:lvl1pPr>
              <a:lnSpc>
                <a:spcPts val="5000"/>
              </a:lnSpc>
              <a:defRPr sz="4500" b="1" spc="-75">
                <a:solidFill>
                  <a:srgbClr val="000000"/>
                </a:solidFill>
              </a:defRPr>
            </a:lvl1pPr>
          </a:lstStyle>
          <a:p>
            <a:r>
              <a:t>Morbi in sem quis dui placerat ornare. Pellentque odio nisi a ultricies in diam. </a:t>
            </a:r>
          </a:p>
        </p:txBody>
      </p:sp>
      <p:sp>
        <p:nvSpPr>
          <p:cNvPr id="2146" name="Text Placeholder 2"/>
          <p:cNvSpPr>
            <a:spLocks noGrp="1"/>
          </p:cNvSpPr>
          <p:nvPr>
            <p:ph type="body" sz="quarter" idx="22" hasCustomPrompt="1"/>
          </p:nvPr>
        </p:nvSpPr>
        <p:spPr>
          <a:xfrm>
            <a:off x="633119" y="1153708"/>
            <a:ext cx="5432719" cy="541555"/>
          </a:xfrm>
          <a:prstGeom prst="rect">
            <a:avLst/>
          </a:prstGeom>
          <a:noFill/>
          <a:ln w="12700">
            <a:noFill/>
            <a:miter lim="400000"/>
          </a:ln>
        </p:spPr>
        <p:txBody>
          <a:bodyPr lIns="0" tIns="0" rIns="0" bIns="0" anchor="t"/>
          <a:lstStyle>
            <a:lvl1pPr defTabSz="457200">
              <a:spcBef>
                <a:spcPts val="900"/>
              </a:spcBef>
              <a:defRPr sz="3250">
                <a:solidFill>
                  <a:srgbClr val="000000"/>
                </a:solidFill>
              </a:defRPr>
            </a:lvl1pPr>
          </a:lstStyle>
          <a:p>
            <a:r>
              <a:t>Section Subheading</a:t>
            </a:r>
          </a:p>
        </p:txBody>
      </p:sp>
      <p:sp>
        <p:nvSpPr>
          <p:cNvPr id="2147"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148"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149"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150" name="Text Placeholder 4"/>
          <p:cNvSpPr>
            <a:spLocks noGrp="1"/>
          </p:cNvSpPr>
          <p:nvPr>
            <p:ph type="body" sz="quarter" idx="25" hasCustomPrompt="1"/>
          </p:nvPr>
        </p:nvSpPr>
        <p:spPr>
          <a:xfrm>
            <a:off x="4152107" y="394759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151" name="Text Placeholder 22"/>
          <p:cNvSpPr>
            <a:spLocks noGrp="1"/>
          </p:cNvSpPr>
          <p:nvPr>
            <p:ph type="body" sz="quarter" idx="26" hasCustomPrompt="1"/>
          </p:nvPr>
        </p:nvSpPr>
        <p:spPr>
          <a:xfrm>
            <a:off x="650874" y="5047783"/>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3830817008"/>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x">
  <p:cSld name="Big text / Quotes / Testimonials and iPhone Mockup B">
    <p:bg>
      <p:bgPr>
        <a:solidFill>
          <a:srgbClr val="FFFFFF"/>
        </a:solidFill>
        <a:effectLst/>
      </p:bgPr>
    </p:bg>
    <p:spTree>
      <p:nvGrpSpPr>
        <p:cNvPr id="1" name=""/>
        <p:cNvGrpSpPr/>
        <p:nvPr/>
      </p:nvGrpSpPr>
      <p:grpSpPr>
        <a:xfrm>
          <a:off x="0" y="0"/>
          <a:ext cx="0" cy="0"/>
          <a:chOff x="0" y="0"/>
          <a:chExt cx="0" cy="0"/>
        </a:xfrm>
      </p:grpSpPr>
      <p:pic>
        <p:nvPicPr>
          <p:cNvPr id="2158"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159" name="Body Level One…"/>
          <p:cNvSpPr txBox="1">
            <a:spLocks noGrp="1"/>
          </p:cNvSpPr>
          <p:nvPr>
            <p:ph type="body" sz="half" idx="1"/>
          </p:nvPr>
        </p:nvSpPr>
        <p:spPr>
          <a:xfrm>
            <a:off x="7021512" y="1286669"/>
            <a:ext cx="4780758" cy="4716463"/>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2000" spc="-75">
                <a:solidFill>
                  <a:srgbClr val="000000"/>
                </a:solidFill>
              </a:defRPr>
            </a:lvl1pPr>
            <a:lvl2pPr marL="795000" indent="-300000" defTabSz="457200">
              <a:spcBef>
                <a:spcPts val="900"/>
              </a:spcBef>
              <a:buFont typeface="Helvetica"/>
              <a:defRPr sz="2000" spc="-75">
                <a:solidFill>
                  <a:srgbClr val="000000"/>
                </a:solidFill>
              </a:defRPr>
            </a:lvl2pPr>
            <a:lvl3pPr marL="1266000" indent="-240000" defTabSz="457200">
              <a:spcBef>
                <a:spcPts val="900"/>
              </a:spcBef>
              <a:buFont typeface="Helvetica"/>
              <a:defRPr sz="2000" spc="-75">
                <a:solidFill>
                  <a:srgbClr val="000000"/>
                </a:solidFill>
              </a:defRPr>
            </a:lvl3pPr>
            <a:lvl4pPr marL="1776000" indent="-300000" defTabSz="457200">
              <a:spcBef>
                <a:spcPts val="900"/>
              </a:spcBef>
              <a:buFont typeface="Helvetica"/>
              <a:defRPr sz="2000" spc="-75">
                <a:solidFill>
                  <a:srgbClr val="000000"/>
                </a:solidFill>
              </a:defRPr>
            </a:lvl4pPr>
            <a:lvl5pPr marL="2226000" indent="-300000" defTabSz="457200">
              <a:spcBef>
                <a:spcPts val="900"/>
              </a:spcBef>
              <a:buFont typeface="Helvetica"/>
              <a:defRPr sz="2000" spc="-75">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160" name="Picture Placeholder 16"/>
          <p:cNvSpPr>
            <a:spLocks noGrp="1"/>
          </p:cNvSpPr>
          <p:nvPr>
            <p:ph type="pic" sz="quarter" idx="21"/>
          </p:nvPr>
        </p:nvSpPr>
        <p:spPr>
          <a:xfrm>
            <a:off x="8140161" y="531267"/>
            <a:ext cx="2520001" cy="5481358"/>
          </a:xfrm>
          <a:prstGeom prst="rect">
            <a:avLst/>
          </a:prstGeom>
          <a:noFill/>
          <a:ln w="12700">
            <a:noFill/>
            <a:miter lim="400000"/>
          </a:ln>
        </p:spPr>
        <p:txBody>
          <a:bodyPr lIns="91439" tIns="45719" rIns="91439" bIns="45719" anchor="t">
            <a:noAutofit/>
          </a:bodyPr>
          <a:lstStyle/>
          <a:p>
            <a:endParaRPr/>
          </a:p>
        </p:txBody>
      </p:sp>
      <p:sp>
        <p:nvSpPr>
          <p:cNvPr id="2161" name="Text Placeholder 4"/>
          <p:cNvSpPr>
            <a:spLocks noGrp="1"/>
          </p:cNvSpPr>
          <p:nvPr>
            <p:ph type="body" sz="quarter" idx="22" hasCustomPrompt="1"/>
          </p:nvPr>
        </p:nvSpPr>
        <p:spPr>
          <a:xfrm>
            <a:off x="457199" y="1430351"/>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stStyle>
          <a:p>
            <a:r>
              <a:t>❝</a:t>
            </a:r>
          </a:p>
        </p:txBody>
      </p:sp>
      <p:sp>
        <p:nvSpPr>
          <p:cNvPr id="2162" name="Morbi in sem quis dui placerat ornare. Pellentque odio nisi a ultricies in diam."/>
          <p:cNvSpPr txBox="1">
            <a:spLocks noGrp="1"/>
          </p:cNvSpPr>
          <p:nvPr>
            <p:ph type="title" hasCustomPrompt="1"/>
          </p:nvPr>
        </p:nvSpPr>
        <p:spPr>
          <a:xfrm>
            <a:off x="633119" y="1881498"/>
            <a:ext cx="5432719" cy="2686598"/>
          </a:xfrm>
          <a:prstGeom prst="rect">
            <a:avLst/>
          </a:prstGeom>
        </p:spPr>
        <p:txBody>
          <a:bodyPr/>
          <a:lstStyle>
            <a:lvl1pPr>
              <a:lnSpc>
                <a:spcPts val="5000"/>
              </a:lnSpc>
              <a:defRPr sz="4500" b="1" spc="-75">
                <a:solidFill>
                  <a:srgbClr val="000000"/>
                </a:solidFill>
              </a:defRPr>
            </a:lvl1pPr>
          </a:lstStyle>
          <a:p>
            <a:r>
              <a:t>Morbi in sem quis dui placerat ornare. Pellentque odio nisi a ultricies in diam. </a:t>
            </a:r>
          </a:p>
        </p:txBody>
      </p:sp>
      <p:sp>
        <p:nvSpPr>
          <p:cNvPr id="2163" name="Text Placeholder 2"/>
          <p:cNvSpPr>
            <a:spLocks noGrp="1"/>
          </p:cNvSpPr>
          <p:nvPr>
            <p:ph type="body" sz="quarter" idx="23" hasCustomPrompt="1"/>
          </p:nvPr>
        </p:nvSpPr>
        <p:spPr>
          <a:xfrm>
            <a:off x="633119" y="1153904"/>
            <a:ext cx="5432719" cy="541555"/>
          </a:xfrm>
          <a:prstGeom prst="rect">
            <a:avLst/>
          </a:prstGeom>
          <a:noFill/>
          <a:ln w="12700">
            <a:noFill/>
            <a:miter lim="400000"/>
          </a:ln>
        </p:spPr>
        <p:txBody>
          <a:bodyPr lIns="0" tIns="0" rIns="0" bIns="0" anchor="t"/>
          <a:lstStyle>
            <a:lvl1pPr defTabSz="457200">
              <a:spcBef>
                <a:spcPts val="900"/>
              </a:spcBef>
              <a:defRPr sz="3250">
                <a:solidFill>
                  <a:srgbClr val="000000"/>
                </a:solidFill>
              </a:defRPr>
            </a:lvl1pPr>
          </a:lstStyle>
          <a:p>
            <a:r>
              <a:t>Section Subheading</a:t>
            </a:r>
          </a:p>
        </p:txBody>
      </p:sp>
      <p:sp>
        <p:nvSpPr>
          <p:cNvPr id="2164"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165" name="Text Placeholder 10"/>
          <p:cNvSpPr>
            <a:spLocks noGrp="1"/>
          </p:cNvSpPr>
          <p:nvPr>
            <p:ph type="body" sz="quarter" idx="24"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166" name="Text Placeholder 14"/>
          <p:cNvSpPr>
            <a:spLocks noGrp="1"/>
          </p:cNvSpPr>
          <p:nvPr>
            <p:ph type="body" sz="quarter" idx="25"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167" name="Text Placeholder 4"/>
          <p:cNvSpPr>
            <a:spLocks noGrp="1"/>
          </p:cNvSpPr>
          <p:nvPr>
            <p:ph type="body" sz="quarter" idx="26" hasCustomPrompt="1"/>
          </p:nvPr>
        </p:nvSpPr>
        <p:spPr>
          <a:xfrm>
            <a:off x="4152107" y="3947790"/>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168" name="Text Placeholder 22"/>
          <p:cNvSpPr>
            <a:spLocks noGrp="1"/>
          </p:cNvSpPr>
          <p:nvPr>
            <p:ph type="body" sz="quarter" idx="27" hasCustomPrompt="1"/>
          </p:nvPr>
        </p:nvSpPr>
        <p:spPr>
          <a:xfrm>
            <a:off x="650874" y="5047783"/>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406190912"/>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x">
  <p:cSld name="Big text / Quotes / Testimonials and image">
    <p:bg>
      <p:bgPr>
        <a:solidFill>
          <a:srgbClr val="FFFFFF"/>
        </a:solidFill>
        <a:effectLst/>
      </p:bgPr>
    </p:bg>
    <p:spTree>
      <p:nvGrpSpPr>
        <p:cNvPr id="1" name=""/>
        <p:cNvGrpSpPr/>
        <p:nvPr/>
      </p:nvGrpSpPr>
      <p:grpSpPr>
        <a:xfrm>
          <a:off x="0" y="0"/>
          <a:ext cx="0" cy="0"/>
          <a:chOff x="0" y="0"/>
          <a:chExt cx="0" cy="0"/>
        </a:xfrm>
      </p:grpSpPr>
      <p:pic>
        <p:nvPicPr>
          <p:cNvPr id="2175"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176" name="Body Level One…"/>
          <p:cNvSpPr txBox="1">
            <a:spLocks noGrp="1"/>
          </p:cNvSpPr>
          <p:nvPr>
            <p:ph type="body" sz="quarter" idx="1" hasCustomPrompt="1"/>
          </p:nvPr>
        </p:nvSpPr>
        <p:spPr>
          <a:xfrm>
            <a:off x="457199" y="1430559"/>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177" name="Morbi in sem quis dui placerat ornare. Pellentque odio nisi a ultricies in diam."/>
          <p:cNvSpPr txBox="1">
            <a:spLocks noGrp="1"/>
          </p:cNvSpPr>
          <p:nvPr>
            <p:ph type="title" hasCustomPrompt="1"/>
          </p:nvPr>
        </p:nvSpPr>
        <p:spPr>
          <a:xfrm>
            <a:off x="633119" y="1881706"/>
            <a:ext cx="5432719" cy="2686598"/>
          </a:xfrm>
          <a:prstGeom prst="rect">
            <a:avLst/>
          </a:prstGeom>
        </p:spPr>
        <p:txBody>
          <a:bodyPr/>
          <a:lstStyle>
            <a:lvl1pPr>
              <a:lnSpc>
                <a:spcPts val="5000"/>
              </a:lnSpc>
              <a:defRPr sz="4500" b="1" spc="-75">
                <a:solidFill>
                  <a:srgbClr val="000000"/>
                </a:solidFill>
              </a:defRPr>
            </a:lvl1pPr>
          </a:lstStyle>
          <a:p>
            <a:r>
              <a:t>Morbi in sem quis dui placerat ornare. Pellentque odio nisi a ultricies in diam. </a:t>
            </a:r>
          </a:p>
        </p:txBody>
      </p:sp>
      <p:sp>
        <p:nvSpPr>
          <p:cNvPr id="2178" name="Text Placeholder 2"/>
          <p:cNvSpPr>
            <a:spLocks noGrp="1"/>
          </p:cNvSpPr>
          <p:nvPr>
            <p:ph type="body" sz="quarter" idx="21" hasCustomPrompt="1"/>
          </p:nvPr>
        </p:nvSpPr>
        <p:spPr>
          <a:xfrm>
            <a:off x="633119" y="1154113"/>
            <a:ext cx="5432719" cy="541555"/>
          </a:xfrm>
          <a:prstGeom prst="rect">
            <a:avLst/>
          </a:prstGeom>
          <a:noFill/>
          <a:ln w="12700">
            <a:noFill/>
            <a:miter lim="400000"/>
          </a:ln>
        </p:spPr>
        <p:txBody>
          <a:bodyPr lIns="0" tIns="0" rIns="0" bIns="0" anchor="t"/>
          <a:lstStyle>
            <a:lvl1pPr defTabSz="457200">
              <a:spcBef>
                <a:spcPts val="900"/>
              </a:spcBef>
              <a:defRPr sz="3250">
                <a:solidFill>
                  <a:srgbClr val="000000"/>
                </a:solidFill>
              </a:defRPr>
            </a:lvl1pPr>
          </a:lstStyle>
          <a:p>
            <a:r>
              <a:t>Section Subheading</a:t>
            </a:r>
          </a:p>
        </p:txBody>
      </p:sp>
      <p:sp>
        <p:nvSpPr>
          <p:cNvPr id="2179"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180" name="Text Placeholder 10"/>
          <p:cNvSpPr>
            <a:spLocks noGrp="1"/>
          </p:cNvSpPr>
          <p:nvPr>
            <p:ph type="body" sz="quarter" idx="22"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181"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182" name="Text Placeholder 4"/>
          <p:cNvSpPr>
            <a:spLocks noGrp="1"/>
          </p:cNvSpPr>
          <p:nvPr>
            <p:ph type="body" sz="quarter" idx="24" hasCustomPrompt="1"/>
          </p:nvPr>
        </p:nvSpPr>
        <p:spPr>
          <a:xfrm>
            <a:off x="4152107" y="3947998"/>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183" name="Picture Placeholder 16"/>
          <p:cNvSpPr>
            <a:spLocks noGrp="1"/>
          </p:cNvSpPr>
          <p:nvPr>
            <p:ph type="pic" sz="half" idx="25"/>
          </p:nvPr>
        </p:nvSpPr>
        <p:spPr>
          <a:xfrm>
            <a:off x="6801158" y="1089025"/>
            <a:ext cx="4555414" cy="4914108"/>
          </a:xfrm>
          <a:prstGeom prst="rect">
            <a:avLst/>
          </a:prstGeom>
          <a:noFill/>
          <a:ln w="12700">
            <a:noFill/>
            <a:miter lim="400000"/>
          </a:ln>
        </p:spPr>
        <p:txBody>
          <a:bodyPr lIns="91439" tIns="45719" rIns="91439" bIns="45719" anchor="t">
            <a:noAutofit/>
          </a:bodyPr>
          <a:lstStyle/>
          <a:p>
            <a:endParaRPr/>
          </a:p>
        </p:txBody>
      </p:sp>
      <p:sp>
        <p:nvSpPr>
          <p:cNvPr id="2184" name="Text Placeholder 22"/>
          <p:cNvSpPr>
            <a:spLocks noGrp="1"/>
          </p:cNvSpPr>
          <p:nvPr>
            <p:ph type="body" sz="quarter" idx="26" hasCustomPrompt="1"/>
          </p:nvPr>
        </p:nvSpPr>
        <p:spPr>
          <a:xfrm>
            <a:off x="650874" y="5047783"/>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950484480"/>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tx">
  <p:cSld name="Medium text / Quotes / Testimonials and side image">
    <p:bg>
      <p:bgPr>
        <a:solidFill>
          <a:srgbClr val="FFFFFF"/>
        </a:solidFill>
        <a:effectLst/>
      </p:bgPr>
    </p:bg>
    <p:spTree>
      <p:nvGrpSpPr>
        <p:cNvPr id="1" name=""/>
        <p:cNvGrpSpPr/>
        <p:nvPr/>
      </p:nvGrpSpPr>
      <p:grpSpPr>
        <a:xfrm>
          <a:off x="0" y="0"/>
          <a:ext cx="0" cy="0"/>
          <a:chOff x="0" y="0"/>
          <a:chExt cx="0" cy="0"/>
        </a:xfrm>
      </p:grpSpPr>
      <p:pic>
        <p:nvPicPr>
          <p:cNvPr id="219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192" name="Picture Placeholder 21"/>
          <p:cNvSpPr>
            <a:spLocks noGrp="1"/>
          </p:cNvSpPr>
          <p:nvPr>
            <p:ph type="pic" idx="21"/>
          </p:nvPr>
        </p:nvSpPr>
        <p:spPr>
          <a:xfrm>
            <a:off x="6684775" y="440531"/>
            <a:ext cx="5507226" cy="6417470"/>
          </a:xfrm>
          <a:prstGeom prst="rect">
            <a:avLst/>
          </a:prstGeom>
          <a:noFill/>
          <a:ln w="12700">
            <a:noFill/>
            <a:miter lim="400000"/>
          </a:ln>
        </p:spPr>
        <p:txBody>
          <a:bodyPr lIns="91439" tIns="45719" rIns="91439" bIns="45719" anchor="t">
            <a:noAutofit/>
          </a:bodyPr>
          <a:lstStyle/>
          <a:p>
            <a:endParaRPr/>
          </a:p>
        </p:txBody>
      </p:sp>
      <p:sp>
        <p:nvSpPr>
          <p:cNvPr id="2193" name="Body Level One…"/>
          <p:cNvSpPr txBox="1">
            <a:spLocks noGrp="1"/>
          </p:cNvSpPr>
          <p:nvPr>
            <p:ph type="body" sz="quarter" idx="1" hasCustomPrompt="1"/>
          </p:nvPr>
        </p:nvSpPr>
        <p:spPr>
          <a:xfrm>
            <a:off x="457199" y="453866"/>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194" name="Praesent dibus, neque id cursus facibus, tortor neque egesta ague, vulutate magna eros erat. Aliquam erat volut. Nam dui mi ultrices, tincdunt quis, accumsan potitor, falisis luctus metus risus quis eros."/>
          <p:cNvSpPr txBox="1">
            <a:spLocks noGrp="1"/>
          </p:cNvSpPr>
          <p:nvPr>
            <p:ph type="title" hasCustomPrompt="1"/>
          </p:nvPr>
        </p:nvSpPr>
        <p:spPr>
          <a:xfrm>
            <a:off x="633119" y="905012"/>
            <a:ext cx="5432719" cy="3536293"/>
          </a:xfrm>
          <a:prstGeom prst="rect">
            <a:avLst/>
          </a:prstGeom>
        </p:spPr>
        <p:txBody>
          <a:bodyPr/>
          <a:lstStyle>
            <a:lvl1pPr>
              <a:lnSpc>
                <a:spcPts val="3900"/>
              </a:lnSpc>
              <a:defRPr b="1">
                <a:solidFill>
                  <a:srgbClr val="000000"/>
                </a:solidFill>
              </a:defRPr>
            </a:lvl1pPr>
          </a:lstStyle>
          <a:p>
            <a:r>
              <a:t>Praesent dibus, neque id cursus facibus, tortor neque egesta ague, vulutate magna eros erat. Aliquam erat volut. Nam dui mi ultrices, tincdunt quis, accumsan potitor, falisis luctus metus risus quis eros.</a:t>
            </a:r>
          </a:p>
        </p:txBody>
      </p:sp>
      <p:sp>
        <p:nvSpPr>
          <p:cNvPr id="2195"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196" name="Text Placeholder 10"/>
          <p:cNvSpPr>
            <a:spLocks noGrp="1"/>
          </p:cNvSpPr>
          <p:nvPr>
            <p:ph type="body" sz="quarter" idx="22"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197"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198" name="Text Placeholder 4"/>
          <p:cNvSpPr>
            <a:spLocks noGrp="1"/>
          </p:cNvSpPr>
          <p:nvPr>
            <p:ph type="body" sz="quarter" idx="24" hasCustomPrompt="1"/>
          </p:nvPr>
        </p:nvSpPr>
        <p:spPr>
          <a:xfrm>
            <a:off x="4739508" y="396520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199" name="Text Placeholder 22"/>
          <p:cNvSpPr>
            <a:spLocks noGrp="1"/>
          </p:cNvSpPr>
          <p:nvPr>
            <p:ph type="body" sz="quarter" idx="25" hasCustomPrompt="1"/>
          </p:nvPr>
        </p:nvSpPr>
        <p:spPr>
          <a:xfrm>
            <a:off x="650874" y="5088605"/>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573054945"/>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x">
  <p:cSld name="Medium text / Quotes / Testimonials and iPhone Mockup A">
    <p:bg>
      <p:bgPr>
        <a:solidFill>
          <a:srgbClr val="FFFFFF"/>
        </a:solidFill>
        <a:effectLst/>
      </p:bgPr>
    </p:bg>
    <p:spTree>
      <p:nvGrpSpPr>
        <p:cNvPr id="1" name=""/>
        <p:cNvGrpSpPr/>
        <p:nvPr/>
      </p:nvGrpSpPr>
      <p:grpSpPr>
        <a:xfrm>
          <a:off x="0" y="0"/>
          <a:ext cx="0" cy="0"/>
          <a:chOff x="0" y="0"/>
          <a:chExt cx="0" cy="0"/>
        </a:xfrm>
      </p:grpSpPr>
      <p:pic>
        <p:nvPicPr>
          <p:cNvPr id="220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207" name="Picture 10" descr="Picture 10"/>
          <p:cNvPicPr>
            <a:picLocks noChangeAspect="1"/>
          </p:cNvPicPr>
          <p:nvPr/>
        </p:nvPicPr>
        <p:blipFill>
          <a:blip r:embed="rId3"/>
          <a:stretch>
            <a:fillRect/>
          </a:stretch>
        </p:blipFill>
        <p:spPr>
          <a:xfrm>
            <a:off x="7320669" y="401209"/>
            <a:ext cx="4255408" cy="6456792"/>
          </a:xfrm>
          <a:prstGeom prst="rect">
            <a:avLst/>
          </a:prstGeom>
          <a:ln w="12700">
            <a:miter lim="400000"/>
          </a:ln>
        </p:spPr>
      </p:pic>
      <p:sp>
        <p:nvSpPr>
          <p:cNvPr id="2208" name="Picture Placeholder 16"/>
          <p:cNvSpPr>
            <a:spLocks noGrp="1"/>
          </p:cNvSpPr>
          <p:nvPr>
            <p:ph type="pic" sz="quarter" idx="21"/>
          </p:nvPr>
        </p:nvSpPr>
        <p:spPr>
          <a:xfrm>
            <a:off x="8140161" y="531266"/>
            <a:ext cx="2520001" cy="5481358"/>
          </a:xfrm>
          <a:prstGeom prst="rect">
            <a:avLst/>
          </a:prstGeom>
          <a:noFill/>
          <a:ln w="12700">
            <a:noFill/>
            <a:miter lim="400000"/>
          </a:ln>
        </p:spPr>
        <p:txBody>
          <a:bodyPr lIns="91439" tIns="45719" rIns="91439" bIns="45719" anchor="t">
            <a:noAutofit/>
          </a:bodyPr>
          <a:lstStyle/>
          <a:p>
            <a:endParaRPr/>
          </a:p>
        </p:txBody>
      </p:sp>
      <p:sp>
        <p:nvSpPr>
          <p:cNvPr id="2209"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210"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211"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212" name="Text Placeholder 4"/>
          <p:cNvSpPr>
            <a:spLocks noGrp="1"/>
          </p:cNvSpPr>
          <p:nvPr>
            <p:ph type="body" sz="quarter" idx="23" hasCustomPrompt="1"/>
          </p:nvPr>
        </p:nvSpPr>
        <p:spPr>
          <a:xfrm>
            <a:off x="457199" y="453866"/>
            <a:ext cx="1386657" cy="992020"/>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stStyle>
          <a:p>
            <a:r>
              <a:t>❝</a:t>
            </a:r>
          </a:p>
        </p:txBody>
      </p:sp>
      <p:sp>
        <p:nvSpPr>
          <p:cNvPr id="2213" name="Praesent dibus, neque id cursus facibus, tortor neque egesta ague, vulutate magna eros erat. Aliquam erat volut. Nam dui mi ultrices, tincdunt quis, accumsan potitor, falisis luctus metus risus quis eros."/>
          <p:cNvSpPr txBox="1">
            <a:spLocks noGrp="1"/>
          </p:cNvSpPr>
          <p:nvPr>
            <p:ph type="title" hasCustomPrompt="1"/>
          </p:nvPr>
        </p:nvSpPr>
        <p:spPr>
          <a:xfrm>
            <a:off x="633119" y="905012"/>
            <a:ext cx="5432719" cy="3536293"/>
          </a:xfrm>
          <a:prstGeom prst="rect">
            <a:avLst/>
          </a:prstGeom>
        </p:spPr>
        <p:txBody>
          <a:bodyPr/>
          <a:lstStyle>
            <a:lvl1pPr>
              <a:lnSpc>
                <a:spcPts val="3900"/>
              </a:lnSpc>
              <a:defRPr b="1">
                <a:solidFill>
                  <a:srgbClr val="000000"/>
                </a:solidFill>
              </a:defRPr>
            </a:lvl1pPr>
          </a:lstStyle>
          <a:p>
            <a:r>
              <a:t>Praesent dibus, neque id cursus facibus, tortor neque egesta ague, vulutate magna eros erat. Aliquam erat volut. Nam dui mi ultrices, tincdunt quis, accumsan potitor, falisis luctus metus risus quis eros.</a:t>
            </a:r>
          </a:p>
        </p:txBody>
      </p:sp>
      <p:sp>
        <p:nvSpPr>
          <p:cNvPr id="2214" name="Text Placeholder 4"/>
          <p:cNvSpPr>
            <a:spLocks noGrp="1"/>
          </p:cNvSpPr>
          <p:nvPr>
            <p:ph type="body" sz="quarter" idx="24" hasCustomPrompt="1"/>
          </p:nvPr>
        </p:nvSpPr>
        <p:spPr>
          <a:xfrm>
            <a:off x="4739508" y="396520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215" name="Text Placeholder 22"/>
          <p:cNvSpPr>
            <a:spLocks noGrp="1"/>
          </p:cNvSpPr>
          <p:nvPr>
            <p:ph type="body" sz="quarter" idx="25" hasCustomPrompt="1"/>
          </p:nvPr>
        </p:nvSpPr>
        <p:spPr>
          <a:xfrm>
            <a:off x="650874" y="5088605"/>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4168861239"/>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x">
  <p:cSld name="Medium text / Quotes / Testimonials and Tablet Vertical Mockup">
    <p:bg>
      <p:bgPr>
        <a:solidFill>
          <a:srgbClr val="FFFFFF"/>
        </a:solidFill>
        <a:effectLst/>
      </p:bgPr>
    </p:bg>
    <p:spTree>
      <p:nvGrpSpPr>
        <p:cNvPr id="1" name=""/>
        <p:cNvGrpSpPr/>
        <p:nvPr/>
      </p:nvGrpSpPr>
      <p:grpSpPr>
        <a:xfrm>
          <a:off x="0" y="0"/>
          <a:ext cx="0" cy="0"/>
          <a:chOff x="0" y="0"/>
          <a:chExt cx="0" cy="0"/>
        </a:xfrm>
      </p:grpSpPr>
      <p:pic>
        <p:nvPicPr>
          <p:cNvPr id="222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223" name="Picture 5" descr="Picture 5"/>
          <p:cNvPicPr>
            <a:picLocks noChangeAspect="1"/>
          </p:cNvPicPr>
          <p:nvPr/>
        </p:nvPicPr>
        <p:blipFill>
          <a:blip r:embed="rId3"/>
          <a:srcRect r="5713" b="1072"/>
          <a:stretch>
            <a:fillRect/>
          </a:stretch>
        </p:blipFill>
        <p:spPr>
          <a:xfrm>
            <a:off x="7592158" y="435577"/>
            <a:ext cx="4599843" cy="6422423"/>
          </a:xfrm>
          <a:prstGeom prst="rect">
            <a:avLst/>
          </a:prstGeom>
          <a:ln w="12700">
            <a:miter lim="400000"/>
          </a:ln>
        </p:spPr>
      </p:pic>
      <p:sp>
        <p:nvSpPr>
          <p:cNvPr id="2224" name="Picture Placeholder 16"/>
          <p:cNvSpPr>
            <a:spLocks noGrp="1"/>
          </p:cNvSpPr>
          <p:nvPr>
            <p:ph type="pic" sz="half" idx="21"/>
          </p:nvPr>
        </p:nvSpPr>
        <p:spPr>
          <a:xfrm>
            <a:off x="7678148" y="527582"/>
            <a:ext cx="3615297" cy="5233385"/>
          </a:xfrm>
          <a:prstGeom prst="rect">
            <a:avLst/>
          </a:prstGeom>
          <a:noFill/>
          <a:ln w="12700">
            <a:noFill/>
            <a:miter lim="400000"/>
          </a:ln>
        </p:spPr>
        <p:txBody>
          <a:bodyPr lIns="91439" tIns="45719" rIns="91439" bIns="45719" anchor="t">
            <a:noAutofit/>
          </a:bodyPr>
          <a:lstStyle/>
          <a:p>
            <a:endParaRPr/>
          </a:p>
        </p:txBody>
      </p:sp>
      <p:sp>
        <p:nvSpPr>
          <p:cNvPr id="2225"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226"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227"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228" name="Text Placeholder 4"/>
          <p:cNvSpPr>
            <a:spLocks noGrp="1"/>
          </p:cNvSpPr>
          <p:nvPr>
            <p:ph type="body" sz="quarter" idx="23" hasCustomPrompt="1"/>
          </p:nvPr>
        </p:nvSpPr>
        <p:spPr>
          <a:xfrm>
            <a:off x="457199" y="453866"/>
            <a:ext cx="1386657" cy="992020"/>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stStyle>
          <a:p>
            <a:r>
              <a:t>❝</a:t>
            </a:r>
          </a:p>
        </p:txBody>
      </p:sp>
      <p:sp>
        <p:nvSpPr>
          <p:cNvPr id="2229" name="Praesent dibus, neque id cursus facibus, tortor neque egesta ague, vulutate magna eros erat. Aliquam erat volut. Nam dui mi ultrices, tincdunt quis, accumsan potitor, falisis luctus metus risus quis eros."/>
          <p:cNvSpPr txBox="1">
            <a:spLocks noGrp="1"/>
          </p:cNvSpPr>
          <p:nvPr>
            <p:ph type="title" hasCustomPrompt="1"/>
          </p:nvPr>
        </p:nvSpPr>
        <p:spPr>
          <a:xfrm>
            <a:off x="633119" y="905012"/>
            <a:ext cx="5432719" cy="3536293"/>
          </a:xfrm>
          <a:prstGeom prst="rect">
            <a:avLst/>
          </a:prstGeom>
        </p:spPr>
        <p:txBody>
          <a:bodyPr/>
          <a:lstStyle>
            <a:lvl1pPr>
              <a:lnSpc>
                <a:spcPts val="3900"/>
              </a:lnSpc>
              <a:defRPr b="1">
                <a:solidFill>
                  <a:srgbClr val="000000"/>
                </a:solidFill>
              </a:defRPr>
            </a:lvl1pPr>
          </a:lstStyle>
          <a:p>
            <a:r>
              <a:t>Praesent dibus, neque id cursus facibus, tortor neque egesta ague, vulutate magna eros erat. Aliquam erat volut. Nam dui mi ultrices, tincdunt quis, accumsan potitor, falisis luctus metus risus quis eros.</a:t>
            </a:r>
          </a:p>
        </p:txBody>
      </p:sp>
      <p:sp>
        <p:nvSpPr>
          <p:cNvPr id="2230" name="Text Placeholder 4"/>
          <p:cNvSpPr>
            <a:spLocks noGrp="1"/>
          </p:cNvSpPr>
          <p:nvPr>
            <p:ph type="body" sz="quarter" idx="24" hasCustomPrompt="1"/>
          </p:nvPr>
        </p:nvSpPr>
        <p:spPr>
          <a:xfrm>
            <a:off x="4739508" y="396520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231" name="Text Placeholder 22"/>
          <p:cNvSpPr>
            <a:spLocks noGrp="1"/>
          </p:cNvSpPr>
          <p:nvPr>
            <p:ph type="body" sz="quarter" idx="25" hasCustomPrompt="1"/>
          </p:nvPr>
        </p:nvSpPr>
        <p:spPr>
          <a:xfrm>
            <a:off x="650874" y="5088605"/>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1808344172"/>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x">
  <p:cSld name="Medium text / Quotes / Testimonials and Tablet Horizontal Mockup">
    <p:bg>
      <p:bgPr>
        <a:solidFill>
          <a:srgbClr val="FFFFFF"/>
        </a:solidFill>
        <a:effectLst/>
      </p:bgPr>
    </p:bg>
    <p:spTree>
      <p:nvGrpSpPr>
        <p:cNvPr id="1" name=""/>
        <p:cNvGrpSpPr/>
        <p:nvPr/>
      </p:nvGrpSpPr>
      <p:grpSpPr>
        <a:xfrm>
          <a:off x="0" y="0"/>
          <a:ext cx="0" cy="0"/>
          <a:chOff x="0" y="0"/>
          <a:chExt cx="0" cy="0"/>
        </a:xfrm>
      </p:grpSpPr>
      <p:pic>
        <p:nvPicPr>
          <p:cNvPr id="2238"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239" name="Picture 10" descr="Picture 10"/>
          <p:cNvPicPr>
            <a:picLocks noChangeAspect="1"/>
          </p:cNvPicPr>
          <p:nvPr/>
        </p:nvPicPr>
        <p:blipFill>
          <a:blip r:embed="rId3"/>
          <a:srcRect l="25013" r="5862" b="13091"/>
          <a:stretch>
            <a:fillRect/>
          </a:stretch>
        </p:blipFill>
        <p:spPr>
          <a:xfrm flipH="1">
            <a:off x="4238625" y="1296527"/>
            <a:ext cx="7953375" cy="5561473"/>
          </a:xfrm>
          <a:prstGeom prst="rect">
            <a:avLst/>
          </a:prstGeom>
          <a:ln w="12700">
            <a:miter lim="400000"/>
          </a:ln>
        </p:spPr>
      </p:pic>
      <p:sp>
        <p:nvSpPr>
          <p:cNvPr id="2240" name="Picture Placeholder 16"/>
          <p:cNvSpPr>
            <a:spLocks noGrp="1"/>
          </p:cNvSpPr>
          <p:nvPr>
            <p:ph type="pic" sz="half" idx="21"/>
          </p:nvPr>
        </p:nvSpPr>
        <p:spPr>
          <a:xfrm>
            <a:off x="6915259" y="1384581"/>
            <a:ext cx="4801962" cy="3523439"/>
          </a:xfrm>
          <a:prstGeom prst="rect">
            <a:avLst/>
          </a:prstGeom>
          <a:noFill/>
          <a:ln w="12700">
            <a:noFill/>
            <a:miter lim="400000"/>
          </a:ln>
        </p:spPr>
        <p:txBody>
          <a:bodyPr lIns="91439" tIns="45719" rIns="91439" bIns="45719" anchor="t">
            <a:noAutofit/>
          </a:bodyPr>
          <a:lstStyle/>
          <a:p>
            <a:endParaRPr/>
          </a:p>
        </p:txBody>
      </p:sp>
      <p:sp>
        <p:nvSpPr>
          <p:cNvPr id="2241"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242"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243"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244" name="Text Placeholder 4"/>
          <p:cNvSpPr>
            <a:spLocks noGrp="1"/>
          </p:cNvSpPr>
          <p:nvPr>
            <p:ph type="body" sz="quarter" idx="23" hasCustomPrompt="1"/>
          </p:nvPr>
        </p:nvSpPr>
        <p:spPr>
          <a:xfrm>
            <a:off x="457199" y="453866"/>
            <a:ext cx="1386657" cy="992020"/>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stStyle>
          <a:p>
            <a:r>
              <a:t>❝</a:t>
            </a:r>
          </a:p>
        </p:txBody>
      </p:sp>
      <p:sp>
        <p:nvSpPr>
          <p:cNvPr id="2245" name="Praesent dibus, neque id cursus facibus, tortor neque egesta ague, vulutate magna eros erat. Aliquam erat volut. Nam dui mi ultrices, tincdunt quis, accumsan potitor, falisis luctus metus risus quis eros."/>
          <p:cNvSpPr txBox="1">
            <a:spLocks noGrp="1"/>
          </p:cNvSpPr>
          <p:nvPr>
            <p:ph type="title" hasCustomPrompt="1"/>
          </p:nvPr>
        </p:nvSpPr>
        <p:spPr>
          <a:xfrm>
            <a:off x="633119" y="905012"/>
            <a:ext cx="5432719" cy="3536293"/>
          </a:xfrm>
          <a:prstGeom prst="rect">
            <a:avLst/>
          </a:prstGeom>
        </p:spPr>
        <p:txBody>
          <a:bodyPr/>
          <a:lstStyle>
            <a:lvl1pPr>
              <a:lnSpc>
                <a:spcPts val="3900"/>
              </a:lnSpc>
              <a:defRPr b="1">
                <a:solidFill>
                  <a:srgbClr val="000000"/>
                </a:solidFill>
              </a:defRPr>
            </a:lvl1pPr>
          </a:lstStyle>
          <a:p>
            <a:r>
              <a:t>Praesent dibus, neque id cursus facibus, tortor neque egesta ague, vulutate magna eros erat. Aliquam erat volut. Nam dui mi ultrices, tincdunt quis, accumsan potitor, falisis luctus metus risus quis eros.</a:t>
            </a:r>
          </a:p>
        </p:txBody>
      </p:sp>
      <p:sp>
        <p:nvSpPr>
          <p:cNvPr id="2246" name="Text Placeholder 4"/>
          <p:cNvSpPr>
            <a:spLocks noGrp="1"/>
          </p:cNvSpPr>
          <p:nvPr>
            <p:ph type="body" sz="quarter" idx="24" hasCustomPrompt="1"/>
          </p:nvPr>
        </p:nvSpPr>
        <p:spPr>
          <a:xfrm>
            <a:off x="4739508" y="396520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247" name="Text Placeholder 22"/>
          <p:cNvSpPr>
            <a:spLocks noGrp="1"/>
          </p:cNvSpPr>
          <p:nvPr>
            <p:ph type="body" sz="quarter" idx="25" hasCustomPrompt="1"/>
          </p:nvPr>
        </p:nvSpPr>
        <p:spPr>
          <a:xfrm>
            <a:off x="650874" y="5088605"/>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684025851"/>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tx">
  <p:cSld name="Medium text / Quotes / Testimonials and Laptop Mockup">
    <p:bg>
      <p:bgPr>
        <a:solidFill>
          <a:srgbClr val="FFFFFF"/>
        </a:solidFill>
        <a:effectLst/>
      </p:bgPr>
    </p:bg>
    <p:spTree>
      <p:nvGrpSpPr>
        <p:cNvPr id="1" name=""/>
        <p:cNvGrpSpPr/>
        <p:nvPr/>
      </p:nvGrpSpPr>
      <p:grpSpPr>
        <a:xfrm>
          <a:off x="0" y="0"/>
          <a:ext cx="0" cy="0"/>
          <a:chOff x="0" y="0"/>
          <a:chExt cx="0" cy="0"/>
        </a:xfrm>
      </p:grpSpPr>
      <p:pic>
        <p:nvPicPr>
          <p:cNvPr id="225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255" name="Picture 5" descr="Picture 5"/>
          <p:cNvPicPr>
            <a:picLocks noChangeAspect="1"/>
          </p:cNvPicPr>
          <p:nvPr/>
        </p:nvPicPr>
        <p:blipFill>
          <a:blip r:embed="rId3"/>
          <a:stretch>
            <a:fillRect/>
          </a:stretch>
        </p:blipFill>
        <p:spPr>
          <a:xfrm>
            <a:off x="5891204" y="1763025"/>
            <a:ext cx="6154980" cy="3635631"/>
          </a:xfrm>
          <a:prstGeom prst="rect">
            <a:avLst/>
          </a:prstGeom>
          <a:ln w="12700">
            <a:miter lim="400000"/>
          </a:ln>
        </p:spPr>
      </p:pic>
      <p:sp>
        <p:nvSpPr>
          <p:cNvPr id="2256" name="Picture Placeholder 16"/>
          <p:cNvSpPr>
            <a:spLocks noGrp="1"/>
          </p:cNvSpPr>
          <p:nvPr>
            <p:ph type="pic" sz="quarter" idx="21"/>
          </p:nvPr>
        </p:nvSpPr>
        <p:spPr>
          <a:xfrm>
            <a:off x="6552172" y="1846617"/>
            <a:ext cx="4832209" cy="3092998"/>
          </a:xfrm>
          <a:prstGeom prst="rect">
            <a:avLst/>
          </a:prstGeom>
          <a:noFill/>
          <a:ln w="12700">
            <a:noFill/>
            <a:miter lim="400000"/>
          </a:ln>
        </p:spPr>
        <p:txBody>
          <a:bodyPr lIns="91439" tIns="45719" rIns="91439" bIns="45719" anchor="t">
            <a:noAutofit/>
          </a:bodyPr>
          <a:lstStyle/>
          <a:p>
            <a:endParaRPr/>
          </a:p>
        </p:txBody>
      </p:sp>
      <p:sp>
        <p:nvSpPr>
          <p:cNvPr id="2257"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25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259"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260" name="Text Placeholder 4"/>
          <p:cNvSpPr>
            <a:spLocks noGrp="1"/>
          </p:cNvSpPr>
          <p:nvPr>
            <p:ph type="body" sz="quarter" idx="23" hasCustomPrompt="1"/>
          </p:nvPr>
        </p:nvSpPr>
        <p:spPr>
          <a:xfrm>
            <a:off x="457199" y="453866"/>
            <a:ext cx="1386657" cy="992020"/>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stStyle>
          <a:p>
            <a:r>
              <a:t>❝</a:t>
            </a:r>
          </a:p>
        </p:txBody>
      </p:sp>
      <p:sp>
        <p:nvSpPr>
          <p:cNvPr id="2261" name="Praesent dibus, neque id cursus facibus, tortor neque egesta ague, vultate magna eros erat. Aliquam erat volut. Nam dui mi ultrices, tincdunt quis, accumsan potitor, falisis luctus metus risus quis eros."/>
          <p:cNvSpPr txBox="1">
            <a:spLocks noGrp="1"/>
          </p:cNvSpPr>
          <p:nvPr>
            <p:ph type="title" hasCustomPrompt="1"/>
          </p:nvPr>
        </p:nvSpPr>
        <p:spPr>
          <a:xfrm>
            <a:off x="633119" y="905012"/>
            <a:ext cx="5432719" cy="3536293"/>
          </a:xfrm>
          <a:prstGeom prst="rect">
            <a:avLst/>
          </a:prstGeom>
        </p:spPr>
        <p:txBody>
          <a:bodyPr/>
          <a:lstStyle>
            <a:lvl1pPr>
              <a:lnSpc>
                <a:spcPts val="3900"/>
              </a:lnSpc>
              <a:defRPr b="1">
                <a:solidFill>
                  <a:srgbClr val="000000"/>
                </a:solidFill>
              </a:defRPr>
            </a:lvl1pPr>
          </a:lstStyle>
          <a:p>
            <a:r>
              <a:t>Praesent dibus, neque id cursus facibus, tortor neque egesta ague, vultate magna eros erat. Aliquam erat volut. Nam dui mi ultrices, tincdunt quis, accumsan potitor, falisis luctus metus risus quis eros.</a:t>
            </a:r>
          </a:p>
        </p:txBody>
      </p:sp>
      <p:sp>
        <p:nvSpPr>
          <p:cNvPr id="2262" name="Text Placeholder 4"/>
          <p:cNvSpPr>
            <a:spLocks noGrp="1"/>
          </p:cNvSpPr>
          <p:nvPr>
            <p:ph type="body" sz="quarter" idx="24" hasCustomPrompt="1"/>
          </p:nvPr>
        </p:nvSpPr>
        <p:spPr>
          <a:xfrm>
            <a:off x="4739508" y="396520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263" name="Text Placeholder 22"/>
          <p:cNvSpPr>
            <a:spLocks noGrp="1"/>
          </p:cNvSpPr>
          <p:nvPr>
            <p:ph type="body" sz="quarter" idx="25" hasCustomPrompt="1"/>
          </p:nvPr>
        </p:nvSpPr>
        <p:spPr>
          <a:xfrm>
            <a:off x="650874" y="5088605"/>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1180105260"/>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x">
  <p:cSld name="Medium text / Quotes / Testimonials and iPhone Mockup B">
    <p:bg>
      <p:bgPr>
        <a:solidFill>
          <a:srgbClr val="FFFFFF"/>
        </a:solidFill>
        <a:effectLst/>
      </p:bgPr>
    </p:bg>
    <p:spTree>
      <p:nvGrpSpPr>
        <p:cNvPr id="1" name=""/>
        <p:cNvGrpSpPr/>
        <p:nvPr/>
      </p:nvGrpSpPr>
      <p:grpSpPr>
        <a:xfrm>
          <a:off x="0" y="0"/>
          <a:ext cx="0" cy="0"/>
          <a:chOff x="0" y="0"/>
          <a:chExt cx="0" cy="0"/>
        </a:xfrm>
      </p:grpSpPr>
      <p:pic>
        <p:nvPicPr>
          <p:cNvPr id="227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271" name="Body Level One…"/>
          <p:cNvSpPr txBox="1">
            <a:spLocks noGrp="1"/>
          </p:cNvSpPr>
          <p:nvPr>
            <p:ph type="body" sz="half" idx="1"/>
          </p:nvPr>
        </p:nvSpPr>
        <p:spPr>
          <a:xfrm>
            <a:off x="7021512" y="1286669"/>
            <a:ext cx="4780758" cy="4716463"/>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2000" spc="-75">
                <a:solidFill>
                  <a:srgbClr val="000000"/>
                </a:solidFill>
              </a:defRPr>
            </a:lvl1pPr>
            <a:lvl2pPr marL="795000" indent="-300000" defTabSz="457200">
              <a:spcBef>
                <a:spcPts val="900"/>
              </a:spcBef>
              <a:buFont typeface="Helvetica"/>
              <a:defRPr sz="2000" spc="-75">
                <a:solidFill>
                  <a:srgbClr val="000000"/>
                </a:solidFill>
              </a:defRPr>
            </a:lvl2pPr>
            <a:lvl3pPr marL="1266000" indent="-240000" defTabSz="457200">
              <a:spcBef>
                <a:spcPts val="900"/>
              </a:spcBef>
              <a:buFont typeface="Helvetica"/>
              <a:defRPr sz="2000" spc="-75">
                <a:solidFill>
                  <a:srgbClr val="000000"/>
                </a:solidFill>
              </a:defRPr>
            </a:lvl3pPr>
            <a:lvl4pPr marL="1776000" indent="-300000" defTabSz="457200">
              <a:spcBef>
                <a:spcPts val="900"/>
              </a:spcBef>
              <a:buFont typeface="Helvetica"/>
              <a:defRPr sz="2000" spc="-75">
                <a:solidFill>
                  <a:srgbClr val="000000"/>
                </a:solidFill>
              </a:defRPr>
            </a:lvl4pPr>
            <a:lvl5pPr marL="2226000" indent="-300000" defTabSz="457200">
              <a:spcBef>
                <a:spcPts val="900"/>
              </a:spcBef>
              <a:buFont typeface="Helvetica"/>
              <a:defRPr sz="2000" spc="-75">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272" name="Picture Placeholder 16"/>
          <p:cNvSpPr>
            <a:spLocks noGrp="1"/>
          </p:cNvSpPr>
          <p:nvPr>
            <p:ph type="pic" sz="quarter" idx="21"/>
          </p:nvPr>
        </p:nvSpPr>
        <p:spPr>
          <a:xfrm>
            <a:off x="8140161" y="531267"/>
            <a:ext cx="2520001" cy="5481358"/>
          </a:xfrm>
          <a:prstGeom prst="rect">
            <a:avLst/>
          </a:prstGeom>
          <a:noFill/>
          <a:ln w="12700">
            <a:noFill/>
            <a:miter lim="400000"/>
          </a:ln>
        </p:spPr>
        <p:txBody>
          <a:bodyPr lIns="91439" tIns="45719" rIns="91439" bIns="45719" anchor="t">
            <a:noAutofit/>
          </a:bodyPr>
          <a:lstStyle/>
          <a:p>
            <a:endParaRPr/>
          </a:p>
        </p:txBody>
      </p:sp>
      <p:sp>
        <p:nvSpPr>
          <p:cNvPr id="2273"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274" name="Text Placeholder 10"/>
          <p:cNvSpPr>
            <a:spLocks noGrp="1"/>
          </p:cNvSpPr>
          <p:nvPr>
            <p:ph type="body" sz="quarter" idx="22"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275"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276" name="Text Placeholder 4"/>
          <p:cNvSpPr>
            <a:spLocks noGrp="1"/>
          </p:cNvSpPr>
          <p:nvPr>
            <p:ph type="body" sz="quarter" idx="24" hasCustomPrompt="1"/>
          </p:nvPr>
        </p:nvSpPr>
        <p:spPr>
          <a:xfrm>
            <a:off x="457199" y="453866"/>
            <a:ext cx="1386657" cy="992020"/>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stStyle>
          <a:p>
            <a:r>
              <a:t>❝</a:t>
            </a:r>
          </a:p>
        </p:txBody>
      </p:sp>
      <p:sp>
        <p:nvSpPr>
          <p:cNvPr id="2277" name="Praesent dibus, neque id cursus facibus, tortor neque egesta ague, vulutate magna eros erat. Aliquam erat volut. Nam dui mi ultrices, tincdunt quis, accumsan potitor, falisis luctus metus risus quis eros."/>
          <p:cNvSpPr txBox="1">
            <a:spLocks noGrp="1"/>
          </p:cNvSpPr>
          <p:nvPr>
            <p:ph type="title" hasCustomPrompt="1"/>
          </p:nvPr>
        </p:nvSpPr>
        <p:spPr>
          <a:xfrm>
            <a:off x="633119" y="905012"/>
            <a:ext cx="5432719" cy="3536293"/>
          </a:xfrm>
          <a:prstGeom prst="rect">
            <a:avLst/>
          </a:prstGeom>
        </p:spPr>
        <p:txBody>
          <a:bodyPr/>
          <a:lstStyle>
            <a:lvl1pPr>
              <a:lnSpc>
                <a:spcPts val="3900"/>
              </a:lnSpc>
              <a:defRPr b="1">
                <a:solidFill>
                  <a:srgbClr val="000000"/>
                </a:solidFill>
              </a:defRPr>
            </a:lvl1pPr>
          </a:lstStyle>
          <a:p>
            <a:r>
              <a:t>Praesent dibus, neque id cursus facibus, tortor neque egesta ague, vulutate magna eros erat. Aliquam erat volut. Nam dui mi ultrices, tincdunt quis, accumsan potitor, falisis luctus metus risus quis eros.</a:t>
            </a:r>
          </a:p>
        </p:txBody>
      </p:sp>
      <p:sp>
        <p:nvSpPr>
          <p:cNvPr id="2278" name="Text Placeholder 4"/>
          <p:cNvSpPr>
            <a:spLocks noGrp="1"/>
          </p:cNvSpPr>
          <p:nvPr>
            <p:ph type="body" sz="quarter" idx="25" hasCustomPrompt="1"/>
          </p:nvPr>
        </p:nvSpPr>
        <p:spPr>
          <a:xfrm>
            <a:off x="4739508" y="396520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279" name="Text Placeholder 22"/>
          <p:cNvSpPr>
            <a:spLocks noGrp="1"/>
          </p:cNvSpPr>
          <p:nvPr>
            <p:ph type="body" sz="quarter" idx="26" hasCustomPrompt="1"/>
          </p:nvPr>
        </p:nvSpPr>
        <p:spPr>
          <a:xfrm>
            <a:off x="650874" y="5088605"/>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2734011560"/>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tx">
  <p:cSld name="Medium text / Quotes / Testimonials and image">
    <p:bg>
      <p:bgPr>
        <a:solidFill>
          <a:srgbClr val="FFFFFF"/>
        </a:solidFill>
        <a:effectLst/>
      </p:bgPr>
    </p:bg>
    <p:spTree>
      <p:nvGrpSpPr>
        <p:cNvPr id="1" name=""/>
        <p:cNvGrpSpPr/>
        <p:nvPr/>
      </p:nvGrpSpPr>
      <p:grpSpPr>
        <a:xfrm>
          <a:off x="0" y="0"/>
          <a:ext cx="0" cy="0"/>
          <a:chOff x="0" y="0"/>
          <a:chExt cx="0" cy="0"/>
        </a:xfrm>
      </p:grpSpPr>
      <p:pic>
        <p:nvPicPr>
          <p:cNvPr id="228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287"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28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289"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290" name="Picture Placeholder 16"/>
          <p:cNvSpPr>
            <a:spLocks noGrp="1"/>
          </p:cNvSpPr>
          <p:nvPr>
            <p:ph type="pic" sz="half" idx="22"/>
          </p:nvPr>
        </p:nvSpPr>
        <p:spPr>
          <a:xfrm>
            <a:off x="6801158" y="1089025"/>
            <a:ext cx="4555414" cy="4914108"/>
          </a:xfrm>
          <a:prstGeom prst="rect">
            <a:avLst/>
          </a:prstGeom>
          <a:noFill/>
          <a:ln w="12700">
            <a:noFill/>
            <a:miter lim="400000"/>
          </a:ln>
        </p:spPr>
        <p:txBody>
          <a:bodyPr lIns="91439" tIns="45719" rIns="91439" bIns="45719" anchor="t">
            <a:noAutofit/>
          </a:bodyPr>
          <a:lstStyle/>
          <a:p>
            <a:endParaRPr/>
          </a:p>
        </p:txBody>
      </p:sp>
      <p:sp>
        <p:nvSpPr>
          <p:cNvPr id="2291" name="Text Placeholder 4"/>
          <p:cNvSpPr>
            <a:spLocks noGrp="1"/>
          </p:cNvSpPr>
          <p:nvPr>
            <p:ph type="body" sz="quarter" idx="23" hasCustomPrompt="1"/>
          </p:nvPr>
        </p:nvSpPr>
        <p:spPr>
          <a:xfrm>
            <a:off x="457199" y="453866"/>
            <a:ext cx="1386657" cy="992020"/>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stStyle>
          <a:p>
            <a:r>
              <a:t>❝</a:t>
            </a:r>
          </a:p>
        </p:txBody>
      </p:sp>
      <p:sp>
        <p:nvSpPr>
          <p:cNvPr id="2292" name="Praesent dibus, neque id cursus facibus, tortor neque egesta ague, vulutate magna eros erat. Aliquam erat volut. Nam dui mi ultrices, tincdunt quis, accumsan potitor, falisis luctus metus risus quis eros."/>
          <p:cNvSpPr txBox="1">
            <a:spLocks noGrp="1"/>
          </p:cNvSpPr>
          <p:nvPr>
            <p:ph type="title" hasCustomPrompt="1"/>
          </p:nvPr>
        </p:nvSpPr>
        <p:spPr>
          <a:xfrm>
            <a:off x="633119" y="905012"/>
            <a:ext cx="5432719" cy="3536293"/>
          </a:xfrm>
          <a:prstGeom prst="rect">
            <a:avLst/>
          </a:prstGeom>
        </p:spPr>
        <p:txBody>
          <a:bodyPr/>
          <a:lstStyle>
            <a:lvl1pPr>
              <a:lnSpc>
                <a:spcPts val="3900"/>
              </a:lnSpc>
              <a:defRPr b="1">
                <a:solidFill>
                  <a:srgbClr val="000000"/>
                </a:solidFill>
              </a:defRPr>
            </a:lvl1pPr>
          </a:lstStyle>
          <a:p>
            <a:r>
              <a:t>Praesent dibus, neque id cursus facibus, tortor neque egesta ague, vulutate magna eros erat. Aliquam erat volut. Nam dui mi ultrices, tincdunt quis, accumsan potitor, falisis luctus metus risus quis eros.</a:t>
            </a:r>
          </a:p>
        </p:txBody>
      </p:sp>
      <p:sp>
        <p:nvSpPr>
          <p:cNvPr id="2293" name="Text Placeholder 4"/>
          <p:cNvSpPr>
            <a:spLocks noGrp="1"/>
          </p:cNvSpPr>
          <p:nvPr>
            <p:ph type="body" sz="quarter" idx="24" hasCustomPrompt="1"/>
          </p:nvPr>
        </p:nvSpPr>
        <p:spPr>
          <a:xfrm>
            <a:off x="4739508" y="396520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294" name="Text Placeholder 22"/>
          <p:cNvSpPr>
            <a:spLocks noGrp="1"/>
          </p:cNvSpPr>
          <p:nvPr>
            <p:ph type="body" sz="quarter" idx="25" hasCustomPrompt="1"/>
          </p:nvPr>
        </p:nvSpPr>
        <p:spPr>
          <a:xfrm>
            <a:off x="650874" y="5088605"/>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2766687491"/>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x">
  <p:cSld name="Title, About company texts and side image ">
    <p:bg>
      <p:bgPr>
        <a:solidFill>
          <a:srgbClr val="FFFFFF"/>
        </a:solidFill>
        <a:effectLst/>
      </p:bgPr>
    </p:bg>
    <p:spTree>
      <p:nvGrpSpPr>
        <p:cNvPr id="1" name=""/>
        <p:cNvGrpSpPr/>
        <p:nvPr/>
      </p:nvGrpSpPr>
      <p:grpSpPr>
        <a:xfrm>
          <a:off x="0" y="0"/>
          <a:ext cx="0" cy="0"/>
          <a:chOff x="0" y="0"/>
          <a:chExt cx="0" cy="0"/>
        </a:xfrm>
      </p:grpSpPr>
      <p:pic>
        <p:nvPicPr>
          <p:cNvPr id="230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302" name="Picture Placeholder 2"/>
          <p:cNvSpPr>
            <a:spLocks noGrp="1"/>
          </p:cNvSpPr>
          <p:nvPr>
            <p:ph type="pic" idx="21"/>
          </p:nvPr>
        </p:nvSpPr>
        <p:spPr>
          <a:xfrm>
            <a:off x="6684775" y="440531"/>
            <a:ext cx="5507226" cy="6417470"/>
          </a:xfrm>
          <a:prstGeom prst="rect">
            <a:avLst/>
          </a:prstGeom>
          <a:noFill/>
          <a:ln w="12700">
            <a:noFill/>
            <a:miter lim="400000"/>
          </a:ln>
        </p:spPr>
        <p:txBody>
          <a:bodyPr lIns="91439" tIns="45719" rIns="91439" bIns="45719" anchor="t">
            <a:noAutofit/>
          </a:bodyPr>
          <a:lstStyle/>
          <a:p>
            <a:endParaRPr/>
          </a:p>
        </p:txBody>
      </p:sp>
      <p:sp>
        <p:nvSpPr>
          <p:cNvPr id="2303"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304"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305"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306"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307" name="Text Placeholder 4"/>
          <p:cNvSpPr>
            <a:spLocks noGrp="1"/>
          </p:cNvSpPr>
          <p:nvPr>
            <p:ph type="body" sz="quarter" idx="23"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308" name="Text Placeholder 26"/>
          <p:cNvSpPr>
            <a:spLocks noGrp="1"/>
          </p:cNvSpPr>
          <p:nvPr>
            <p:ph type="body" sz="quarter" idx="24" hasCustomPrompt="1"/>
          </p:nvPr>
        </p:nvSpPr>
        <p:spPr>
          <a:xfrm>
            <a:off x="405863" y="1762453"/>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09" name="Text Placeholder 30"/>
          <p:cNvSpPr>
            <a:spLocks noGrp="1"/>
          </p:cNvSpPr>
          <p:nvPr>
            <p:ph type="body" sz="quarter" idx="25" hasCustomPrompt="1"/>
          </p:nvPr>
        </p:nvSpPr>
        <p:spPr>
          <a:xfrm>
            <a:off x="393337" y="2704258"/>
            <a:ext cx="4716827" cy="325271"/>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10" name="Text Placeholder 32"/>
          <p:cNvSpPr>
            <a:spLocks noGrp="1"/>
          </p:cNvSpPr>
          <p:nvPr>
            <p:ph type="body" sz="quarter" idx="26" hasCustomPrompt="1"/>
          </p:nvPr>
        </p:nvSpPr>
        <p:spPr>
          <a:xfrm>
            <a:off x="393337" y="3121962"/>
            <a:ext cx="4716827" cy="754201"/>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11" name="Text Placeholder 26"/>
          <p:cNvSpPr>
            <a:spLocks noGrp="1"/>
          </p:cNvSpPr>
          <p:nvPr>
            <p:ph type="body" sz="quarter" idx="27" hasCustomPrompt="1"/>
          </p:nvPr>
        </p:nvSpPr>
        <p:spPr>
          <a:xfrm>
            <a:off x="405863" y="4503380"/>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12" name="Text Placeholder 30"/>
          <p:cNvSpPr>
            <a:spLocks noGrp="1"/>
          </p:cNvSpPr>
          <p:nvPr>
            <p:ph type="body" sz="quarter" idx="28" hasCustomPrompt="1"/>
          </p:nvPr>
        </p:nvSpPr>
        <p:spPr>
          <a:xfrm>
            <a:off x="393337" y="4839946"/>
            <a:ext cx="4716827" cy="325270"/>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13" name="Text Placeholder 32"/>
          <p:cNvSpPr>
            <a:spLocks noGrp="1"/>
          </p:cNvSpPr>
          <p:nvPr>
            <p:ph type="body" sz="quarter" idx="29" hasCustomPrompt="1"/>
          </p:nvPr>
        </p:nvSpPr>
        <p:spPr>
          <a:xfrm>
            <a:off x="393337" y="5257649"/>
            <a:ext cx="4716827" cy="753799"/>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14" name="Picture Placeholder 76"/>
          <p:cNvSpPr>
            <a:spLocks noGrp="1"/>
          </p:cNvSpPr>
          <p:nvPr>
            <p:ph type="pic" sz="quarter" idx="30"/>
          </p:nvPr>
        </p:nvSpPr>
        <p:spPr>
          <a:xfrm>
            <a:off x="407194" y="2056267"/>
            <a:ext cx="2290241" cy="605660"/>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1069268195"/>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tx">
  <p:cSld name="Title, About company texts and iPhone Mockup A">
    <p:bg>
      <p:bgPr>
        <a:solidFill>
          <a:srgbClr val="FFFFFF"/>
        </a:solidFill>
        <a:effectLst/>
      </p:bgPr>
    </p:bg>
    <p:spTree>
      <p:nvGrpSpPr>
        <p:cNvPr id="1" name=""/>
        <p:cNvGrpSpPr/>
        <p:nvPr/>
      </p:nvGrpSpPr>
      <p:grpSpPr>
        <a:xfrm>
          <a:off x="0" y="0"/>
          <a:ext cx="0" cy="0"/>
          <a:chOff x="0" y="0"/>
          <a:chExt cx="0" cy="0"/>
        </a:xfrm>
      </p:grpSpPr>
      <p:pic>
        <p:nvPicPr>
          <p:cNvPr id="232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322" name="Picture 6" descr="Picture 6"/>
          <p:cNvPicPr>
            <a:picLocks noChangeAspect="1"/>
          </p:cNvPicPr>
          <p:nvPr/>
        </p:nvPicPr>
        <p:blipFill>
          <a:blip r:embed="rId3"/>
          <a:stretch>
            <a:fillRect/>
          </a:stretch>
        </p:blipFill>
        <p:spPr>
          <a:xfrm>
            <a:off x="7320669" y="401209"/>
            <a:ext cx="4255408" cy="6456792"/>
          </a:xfrm>
          <a:prstGeom prst="rect">
            <a:avLst/>
          </a:prstGeom>
          <a:ln w="12700">
            <a:miter lim="400000"/>
          </a:ln>
        </p:spPr>
      </p:pic>
      <p:sp>
        <p:nvSpPr>
          <p:cNvPr id="2323" name="Picture Placeholder 16"/>
          <p:cNvSpPr>
            <a:spLocks noGrp="1"/>
          </p:cNvSpPr>
          <p:nvPr>
            <p:ph type="pic" sz="quarter" idx="21"/>
          </p:nvPr>
        </p:nvSpPr>
        <p:spPr>
          <a:xfrm>
            <a:off x="8140161" y="531266"/>
            <a:ext cx="2520001" cy="5481358"/>
          </a:xfrm>
          <a:prstGeom prst="rect">
            <a:avLst/>
          </a:prstGeom>
          <a:noFill/>
          <a:ln w="12700">
            <a:noFill/>
            <a:miter lim="400000"/>
          </a:ln>
        </p:spPr>
        <p:txBody>
          <a:bodyPr lIns="91439" tIns="45719" rIns="91439" bIns="45719" anchor="t">
            <a:noAutofit/>
          </a:bodyPr>
          <a:lstStyle/>
          <a:p>
            <a:endParaRPr/>
          </a:p>
        </p:txBody>
      </p:sp>
      <p:sp>
        <p:nvSpPr>
          <p:cNvPr id="2324"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325"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326"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327"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328" name="Text Placeholder 4"/>
          <p:cNvSpPr>
            <a:spLocks noGrp="1"/>
          </p:cNvSpPr>
          <p:nvPr>
            <p:ph type="body" sz="quarter" idx="23"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329" name="Text Placeholder 26"/>
          <p:cNvSpPr>
            <a:spLocks noGrp="1"/>
          </p:cNvSpPr>
          <p:nvPr>
            <p:ph type="body" sz="quarter" idx="24" hasCustomPrompt="1"/>
          </p:nvPr>
        </p:nvSpPr>
        <p:spPr>
          <a:xfrm>
            <a:off x="405863" y="1762453"/>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30" name="Text Placeholder 30"/>
          <p:cNvSpPr>
            <a:spLocks noGrp="1"/>
          </p:cNvSpPr>
          <p:nvPr>
            <p:ph type="body" sz="quarter" idx="25" hasCustomPrompt="1"/>
          </p:nvPr>
        </p:nvSpPr>
        <p:spPr>
          <a:xfrm>
            <a:off x="393337" y="2704258"/>
            <a:ext cx="4716827" cy="325271"/>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31" name="Text Placeholder 32"/>
          <p:cNvSpPr>
            <a:spLocks noGrp="1"/>
          </p:cNvSpPr>
          <p:nvPr>
            <p:ph type="body" sz="quarter" idx="26" hasCustomPrompt="1"/>
          </p:nvPr>
        </p:nvSpPr>
        <p:spPr>
          <a:xfrm>
            <a:off x="393337" y="3121962"/>
            <a:ext cx="4716827" cy="754201"/>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32" name="Text Placeholder 26"/>
          <p:cNvSpPr>
            <a:spLocks noGrp="1"/>
          </p:cNvSpPr>
          <p:nvPr>
            <p:ph type="body" sz="quarter" idx="27" hasCustomPrompt="1"/>
          </p:nvPr>
        </p:nvSpPr>
        <p:spPr>
          <a:xfrm>
            <a:off x="405863" y="4503380"/>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33" name="Text Placeholder 30"/>
          <p:cNvSpPr>
            <a:spLocks noGrp="1"/>
          </p:cNvSpPr>
          <p:nvPr>
            <p:ph type="body" sz="quarter" idx="28" hasCustomPrompt="1"/>
          </p:nvPr>
        </p:nvSpPr>
        <p:spPr>
          <a:xfrm>
            <a:off x="393337" y="4839946"/>
            <a:ext cx="4716827" cy="325270"/>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34" name="Text Placeholder 32"/>
          <p:cNvSpPr>
            <a:spLocks noGrp="1"/>
          </p:cNvSpPr>
          <p:nvPr>
            <p:ph type="body" sz="quarter" idx="29" hasCustomPrompt="1"/>
          </p:nvPr>
        </p:nvSpPr>
        <p:spPr>
          <a:xfrm>
            <a:off x="393337" y="5257649"/>
            <a:ext cx="4716827" cy="753799"/>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35" name="Picture Placeholder 76"/>
          <p:cNvSpPr>
            <a:spLocks noGrp="1"/>
          </p:cNvSpPr>
          <p:nvPr>
            <p:ph type="pic" sz="quarter" idx="30"/>
          </p:nvPr>
        </p:nvSpPr>
        <p:spPr>
          <a:xfrm>
            <a:off x="407194" y="2056267"/>
            <a:ext cx="2290241" cy="605660"/>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197687509"/>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x">
  <p:cSld name="Title, About company texts and Tablet Vertical Mockup">
    <p:bg>
      <p:bgPr>
        <a:solidFill>
          <a:srgbClr val="FFFFFF"/>
        </a:solidFill>
        <a:effectLst/>
      </p:bgPr>
    </p:bg>
    <p:spTree>
      <p:nvGrpSpPr>
        <p:cNvPr id="1" name=""/>
        <p:cNvGrpSpPr/>
        <p:nvPr/>
      </p:nvGrpSpPr>
      <p:grpSpPr>
        <a:xfrm>
          <a:off x="0" y="0"/>
          <a:ext cx="0" cy="0"/>
          <a:chOff x="0" y="0"/>
          <a:chExt cx="0" cy="0"/>
        </a:xfrm>
      </p:grpSpPr>
      <p:pic>
        <p:nvPicPr>
          <p:cNvPr id="2342"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343" name="Picture 2" descr="Picture 2"/>
          <p:cNvPicPr>
            <a:picLocks noChangeAspect="1"/>
          </p:cNvPicPr>
          <p:nvPr/>
        </p:nvPicPr>
        <p:blipFill>
          <a:blip r:embed="rId3"/>
          <a:srcRect r="5713" b="1072"/>
          <a:stretch>
            <a:fillRect/>
          </a:stretch>
        </p:blipFill>
        <p:spPr>
          <a:xfrm>
            <a:off x="7592158" y="435577"/>
            <a:ext cx="4599843" cy="6422423"/>
          </a:xfrm>
          <a:prstGeom prst="rect">
            <a:avLst/>
          </a:prstGeom>
          <a:ln w="12700">
            <a:miter lim="400000"/>
          </a:ln>
        </p:spPr>
      </p:pic>
      <p:sp>
        <p:nvSpPr>
          <p:cNvPr id="2344" name="Picture Placeholder 16"/>
          <p:cNvSpPr>
            <a:spLocks noGrp="1"/>
          </p:cNvSpPr>
          <p:nvPr>
            <p:ph type="pic" sz="half" idx="21"/>
          </p:nvPr>
        </p:nvSpPr>
        <p:spPr>
          <a:xfrm>
            <a:off x="7678148" y="527582"/>
            <a:ext cx="3615297" cy="5233385"/>
          </a:xfrm>
          <a:prstGeom prst="rect">
            <a:avLst/>
          </a:prstGeom>
          <a:noFill/>
          <a:ln w="12700">
            <a:noFill/>
            <a:miter lim="400000"/>
          </a:ln>
        </p:spPr>
        <p:txBody>
          <a:bodyPr lIns="91439" tIns="45719" rIns="91439" bIns="45719" anchor="t">
            <a:noAutofit/>
          </a:bodyPr>
          <a:lstStyle/>
          <a:p>
            <a:endParaRPr/>
          </a:p>
        </p:txBody>
      </p:sp>
      <p:sp>
        <p:nvSpPr>
          <p:cNvPr id="2345"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346"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347"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348"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349" name="Text Placeholder 4"/>
          <p:cNvSpPr>
            <a:spLocks noGrp="1"/>
          </p:cNvSpPr>
          <p:nvPr>
            <p:ph type="body" sz="quarter" idx="23"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350" name="Text Placeholder 26"/>
          <p:cNvSpPr>
            <a:spLocks noGrp="1"/>
          </p:cNvSpPr>
          <p:nvPr>
            <p:ph type="body" sz="quarter" idx="24" hasCustomPrompt="1"/>
          </p:nvPr>
        </p:nvSpPr>
        <p:spPr>
          <a:xfrm>
            <a:off x="405863" y="1762453"/>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51" name="Text Placeholder 30"/>
          <p:cNvSpPr>
            <a:spLocks noGrp="1"/>
          </p:cNvSpPr>
          <p:nvPr>
            <p:ph type="body" sz="quarter" idx="25" hasCustomPrompt="1"/>
          </p:nvPr>
        </p:nvSpPr>
        <p:spPr>
          <a:xfrm>
            <a:off x="393337" y="2704258"/>
            <a:ext cx="4716827" cy="325271"/>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52" name="Text Placeholder 32"/>
          <p:cNvSpPr>
            <a:spLocks noGrp="1"/>
          </p:cNvSpPr>
          <p:nvPr>
            <p:ph type="body" sz="quarter" idx="26" hasCustomPrompt="1"/>
          </p:nvPr>
        </p:nvSpPr>
        <p:spPr>
          <a:xfrm>
            <a:off x="393337" y="3121962"/>
            <a:ext cx="4716827" cy="754201"/>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53" name="Text Placeholder 26"/>
          <p:cNvSpPr>
            <a:spLocks noGrp="1"/>
          </p:cNvSpPr>
          <p:nvPr>
            <p:ph type="body" sz="quarter" idx="27" hasCustomPrompt="1"/>
          </p:nvPr>
        </p:nvSpPr>
        <p:spPr>
          <a:xfrm>
            <a:off x="405863" y="4503380"/>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54" name="Text Placeholder 30"/>
          <p:cNvSpPr>
            <a:spLocks noGrp="1"/>
          </p:cNvSpPr>
          <p:nvPr>
            <p:ph type="body" sz="quarter" idx="28" hasCustomPrompt="1"/>
          </p:nvPr>
        </p:nvSpPr>
        <p:spPr>
          <a:xfrm>
            <a:off x="393337" y="4839946"/>
            <a:ext cx="4716827" cy="325270"/>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55" name="Text Placeholder 32"/>
          <p:cNvSpPr>
            <a:spLocks noGrp="1"/>
          </p:cNvSpPr>
          <p:nvPr>
            <p:ph type="body" sz="quarter" idx="29" hasCustomPrompt="1"/>
          </p:nvPr>
        </p:nvSpPr>
        <p:spPr>
          <a:xfrm>
            <a:off x="393337" y="5257649"/>
            <a:ext cx="4716827" cy="753799"/>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56" name="Picture Placeholder 76"/>
          <p:cNvSpPr>
            <a:spLocks noGrp="1"/>
          </p:cNvSpPr>
          <p:nvPr>
            <p:ph type="pic" sz="quarter" idx="30"/>
          </p:nvPr>
        </p:nvSpPr>
        <p:spPr>
          <a:xfrm>
            <a:off x="407194" y="2056267"/>
            <a:ext cx="2290241" cy="605660"/>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377827529"/>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tx">
  <p:cSld name="Title, About company texts and Tablet Horizontal Mockup">
    <p:bg>
      <p:bgPr>
        <a:solidFill>
          <a:srgbClr val="FFFFFF"/>
        </a:solidFill>
        <a:effectLst/>
      </p:bgPr>
    </p:bg>
    <p:spTree>
      <p:nvGrpSpPr>
        <p:cNvPr id="1" name=""/>
        <p:cNvGrpSpPr/>
        <p:nvPr/>
      </p:nvGrpSpPr>
      <p:grpSpPr>
        <a:xfrm>
          <a:off x="0" y="0"/>
          <a:ext cx="0" cy="0"/>
          <a:chOff x="0" y="0"/>
          <a:chExt cx="0" cy="0"/>
        </a:xfrm>
      </p:grpSpPr>
      <p:pic>
        <p:nvPicPr>
          <p:cNvPr id="2363"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364" name="Picture 6" descr="Picture 6"/>
          <p:cNvPicPr>
            <a:picLocks noChangeAspect="1"/>
          </p:cNvPicPr>
          <p:nvPr/>
        </p:nvPicPr>
        <p:blipFill>
          <a:blip r:embed="rId3"/>
          <a:srcRect l="25013" r="5862" b="13091"/>
          <a:stretch>
            <a:fillRect/>
          </a:stretch>
        </p:blipFill>
        <p:spPr>
          <a:xfrm flipH="1">
            <a:off x="4238625" y="1296527"/>
            <a:ext cx="7953375" cy="5561473"/>
          </a:xfrm>
          <a:prstGeom prst="rect">
            <a:avLst/>
          </a:prstGeom>
          <a:ln w="12700">
            <a:miter lim="400000"/>
          </a:ln>
        </p:spPr>
      </p:pic>
      <p:sp>
        <p:nvSpPr>
          <p:cNvPr id="2365" name="Picture Placeholder 16"/>
          <p:cNvSpPr>
            <a:spLocks noGrp="1"/>
          </p:cNvSpPr>
          <p:nvPr>
            <p:ph type="pic" sz="half" idx="21"/>
          </p:nvPr>
        </p:nvSpPr>
        <p:spPr>
          <a:xfrm>
            <a:off x="6915259" y="1384581"/>
            <a:ext cx="4801962" cy="3523439"/>
          </a:xfrm>
          <a:prstGeom prst="rect">
            <a:avLst/>
          </a:prstGeom>
          <a:noFill/>
          <a:ln w="12700">
            <a:noFill/>
            <a:miter lim="400000"/>
          </a:ln>
        </p:spPr>
        <p:txBody>
          <a:bodyPr lIns="91439" tIns="45719" rIns="91439" bIns="45719" anchor="t">
            <a:noAutofit/>
          </a:bodyPr>
          <a:lstStyle/>
          <a:p>
            <a:endParaRPr/>
          </a:p>
        </p:txBody>
      </p:sp>
      <p:sp>
        <p:nvSpPr>
          <p:cNvPr id="2366"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367"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36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369"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370" name="Text Placeholder 4"/>
          <p:cNvSpPr>
            <a:spLocks noGrp="1"/>
          </p:cNvSpPr>
          <p:nvPr>
            <p:ph type="body" sz="quarter" idx="23"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371" name="Text Placeholder 26"/>
          <p:cNvSpPr>
            <a:spLocks noGrp="1"/>
          </p:cNvSpPr>
          <p:nvPr>
            <p:ph type="body" sz="quarter" idx="24" hasCustomPrompt="1"/>
          </p:nvPr>
        </p:nvSpPr>
        <p:spPr>
          <a:xfrm>
            <a:off x="405863" y="1762453"/>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72" name="Text Placeholder 30"/>
          <p:cNvSpPr>
            <a:spLocks noGrp="1"/>
          </p:cNvSpPr>
          <p:nvPr>
            <p:ph type="body" sz="quarter" idx="25" hasCustomPrompt="1"/>
          </p:nvPr>
        </p:nvSpPr>
        <p:spPr>
          <a:xfrm>
            <a:off x="393337" y="2704258"/>
            <a:ext cx="4716827" cy="325271"/>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73" name="Text Placeholder 32"/>
          <p:cNvSpPr>
            <a:spLocks noGrp="1"/>
          </p:cNvSpPr>
          <p:nvPr>
            <p:ph type="body" sz="quarter" idx="26" hasCustomPrompt="1"/>
          </p:nvPr>
        </p:nvSpPr>
        <p:spPr>
          <a:xfrm>
            <a:off x="393337" y="3121962"/>
            <a:ext cx="4716827" cy="754201"/>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74" name="Text Placeholder 26"/>
          <p:cNvSpPr>
            <a:spLocks noGrp="1"/>
          </p:cNvSpPr>
          <p:nvPr>
            <p:ph type="body" sz="quarter" idx="27" hasCustomPrompt="1"/>
          </p:nvPr>
        </p:nvSpPr>
        <p:spPr>
          <a:xfrm>
            <a:off x="405863" y="4503380"/>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75" name="Text Placeholder 30"/>
          <p:cNvSpPr>
            <a:spLocks noGrp="1"/>
          </p:cNvSpPr>
          <p:nvPr>
            <p:ph type="body" sz="quarter" idx="28" hasCustomPrompt="1"/>
          </p:nvPr>
        </p:nvSpPr>
        <p:spPr>
          <a:xfrm>
            <a:off x="393337" y="4839946"/>
            <a:ext cx="4716827" cy="325270"/>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76" name="Text Placeholder 32"/>
          <p:cNvSpPr>
            <a:spLocks noGrp="1"/>
          </p:cNvSpPr>
          <p:nvPr>
            <p:ph type="body" sz="quarter" idx="29" hasCustomPrompt="1"/>
          </p:nvPr>
        </p:nvSpPr>
        <p:spPr>
          <a:xfrm>
            <a:off x="393337" y="5257649"/>
            <a:ext cx="4716827" cy="753799"/>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77" name="Picture Placeholder 76"/>
          <p:cNvSpPr>
            <a:spLocks noGrp="1"/>
          </p:cNvSpPr>
          <p:nvPr>
            <p:ph type="pic" sz="quarter" idx="30"/>
          </p:nvPr>
        </p:nvSpPr>
        <p:spPr>
          <a:xfrm>
            <a:off x="407194" y="2056267"/>
            <a:ext cx="2290241" cy="605660"/>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1021946416"/>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tx">
  <p:cSld name="Title, About company texts and Laptop Mockup">
    <p:bg>
      <p:bgPr>
        <a:solidFill>
          <a:srgbClr val="FFFFFF"/>
        </a:solidFill>
        <a:effectLst/>
      </p:bgPr>
    </p:bg>
    <p:spTree>
      <p:nvGrpSpPr>
        <p:cNvPr id="1" name=""/>
        <p:cNvGrpSpPr/>
        <p:nvPr/>
      </p:nvGrpSpPr>
      <p:grpSpPr>
        <a:xfrm>
          <a:off x="0" y="0"/>
          <a:ext cx="0" cy="0"/>
          <a:chOff x="0" y="0"/>
          <a:chExt cx="0" cy="0"/>
        </a:xfrm>
      </p:grpSpPr>
      <p:pic>
        <p:nvPicPr>
          <p:cNvPr id="238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385"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386"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387"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388"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389" name="Text Placeholder 4"/>
          <p:cNvSpPr>
            <a:spLocks noGrp="1"/>
          </p:cNvSpPr>
          <p:nvPr>
            <p:ph type="body" sz="quarter" idx="22"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390" name="Text Placeholder 26"/>
          <p:cNvSpPr>
            <a:spLocks noGrp="1"/>
          </p:cNvSpPr>
          <p:nvPr>
            <p:ph type="body" sz="quarter" idx="23" hasCustomPrompt="1"/>
          </p:nvPr>
        </p:nvSpPr>
        <p:spPr>
          <a:xfrm>
            <a:off x="405863" y="1762453"/>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91" name="Text Placeholder 30"/>
          <p:cNvSpPr>
            <a:spLocks noGrp="1"/>
          </p:cNvSpPr>
          <p:nvPr>
            <p:ph type="body" sz="quarter" idx="24" hasCustomPrompt="1"/>
          </p:nvPr>
        </p:nvSpPr>
        <p:spPr>
          <a:xfrm>
            <a:off x="393337" y="2704258"/>
            <a:ext cx="4716827" cy="325271"/>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92" name="Text Placeholder 32"/>
          <p:cNvSpPr>
            <a:spLocks noGrp="1"/>
          </p:cNvSpPr>
          <p:nvPr>
            <p:ph type="body" sz="quarter" idx="25" hasCustomPrompt="1"/>
          </p:nvPr>
        </p:nvSpPr>
        <p:spPr>
          <a:xfrm>
            <a:off x="393337" y="3121962"/>
            <a:ext cx="4716827" cy="754201"/>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93" name="Text Placeholder 26"/>
          <p:cNvSpPr>
            <a:spLocks noGrp="1"/>
          </p:cNvSpPr>
          <p:nvPr>
            <p:ph type="body" sz="quarter" idx="26" hasCustomPrompt="1"/>
          </p:nvPr>
        </p:nvSpPr>
        <p:spPr>
          <a:xfrm>
            <a:off x="405863" y="4503380"/>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394" name="Text Placeholder 30"/>
          <p:cNvSpPr>
            <a:spLocks noGrp="1"/>
          </p:cNvSpPr>
          <p:nvPr>
            <p:ph type="body" sz="quarter" idx="27" hasCustomPrompt="1"/>
          </p:nvPr>
        </p:nvSpPr>
        <p:spPr>
          <a:xfrm>
            <a:off x="393337" y="4839946"/>
            <a:ext cx="4716827" cy="325270"/>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395" name="Text Placeholder 32"/>
          <p:cNvSpPr>
            <a:spLocks noGrp="1"/>
          </p:cNvSpPr>
          <p:nvPr>
            <p:ph type="body" sz="quarter" idx="28" hasCustomPrompt="1"/>
          </p:nvPr>
        </p:nvSpPr>
        <p:spPr>
          <a:xfrm>
            <a:off x="393337" y="5257649"/>
            <a:ext cx="4716827" cy="753799"/>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396" name="Picture Placeholder 76"/>
          <p:cNvSpPr>
            <a:spLocks noGrp="1"/>
          </p:cNvSpPr>
          <p:nvPr>
            <p:ph type="pic" sz="quarter" idx="29"/>
          </p:nvPr>
        </p:nvSpPr>
        <p:spPr>
          <a:xfrm>
            <a:off x="407194" y="2056267"/>
            <a:ext cx="2290241" cy="605660"/>
          </a:xfrm>
          <a:prstGeom prst="rect">
            <a:avLst/>
          </a:prstGeom>
          <a:noFill/>
          <a:ln w="12700">
            <a:noFill/>
            <a:miter lim="400000"/>
          </a:ln>
        </p:spPr>
        <p:txBody>
          <a:bodyPr lIns="91439" tIns="45719" rIns="91439" bIns="45719" anchor="t">
            <a:noAutofit/>
          </a:bodyPr>
          <a:lstStyle/>
          <a:p>
            <a:endParaRPr/>
          </a:p>
        </p:txBody>
      </p:sp>
      <p:pic>
        <p:nvPicPr>
          <p:cNvPr id="2397" name="Picture 2" descr="Picture 2"/>
          <p:cNvPicPr>
            <a:picLocks noChangeAspect="1"/>
          </p:cNvPicPr>
          <p:nvPr/>
        </p:nvPicPr>
        <p:blipFill>
          <a:blip r:embed="rId3"/>
          <a:stretch>
            <a:fillRect/>
          </a:stretch>
        </p:blipFill>
        <p:spPr>
          <a:xfrm>
            <a:off x="5891204" y="1763025"/>
            <a:ext cx="6154980" cy="3635631"/>
          </a:xfrm>
          <a:prstGeom prst="rect">
            <a:avLst/>
          </a:prstGeom>
          <a:ln w="12700">
            <a:miter lim="400000"/>
          </a:ln>
        </p:spPr>
      </p:pic>
      <p:sp>
        <p:nvSpPr>
          <p:cNvPr id="2398" name="Picture Placeholder 16"/>
          <p:cNvSpPr>
            <a:spLocks noGrp="1"/>
          </p:cNvSpPr>
          <p:nvPr>
            <p:ph type="pic" sz="quarter" idx="30"/>
          </p:nvPr>
        </p:nvSpPr>
        <p:spPr>
          <a:xfrm>
            <a:off x="6552172" y="1846617"/>
            <a:ext cx="4832209" cy="3092998"/>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204672948"/>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tx">
  <p:cSld name="Title, About company texts and iPhone Mockup B">
    <p:bg>
      <p:bgPr>
        <a:solidFill>
          <a:srgbClr val="FFFFFF"/>
        </a:solidFill>
        <a:effectLst/>
      </p:bgPr>
    </p:bg>
    <p:spTree>
      <p:nvGrpSpPr>
        <p:cNvPr id="1" name=""/>
        <p:cNvGrpSpPr/>
        <p:nvPr/>
      </p:nvGrpSpPr>
      <p:grpSpPr>
        <a:xfrm>
          <a:off x="0" y="0"/>
          <a:ext cx="0" cy="0"/>
          <a:chOff x="0" y="0"/>
          <a:chExt cx="0" cy="0"/>
        </a:xfrm>
      </p:grpSpPr>
      <p:pic>
        <p:nvPicPr>
          <p:cNvPr id="2405"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406"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407"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40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409"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410" name="Text Placeholder 4"/>
          <p:cNvSpPr>
            <a:spLocks noGrp="1"/>
          </p:cNvSpPr>
          <p:nvPr>
            <p:ph type="body" sz="quarter" idx="22"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411" name="Text Placeholder 26"/>
          <p:cNvSpPr>
            <a:spLocks noGrp="1"/>
          </p:cNvSpPr>
          <p:nvPr>
            <p:ph type="body" sz="quarter" idx="23" hasCustomPrompt="1"/>
          </p:nvPr>
        </p:nvSpPr>
        <p:spPr>
          <a:xfrm>
            <a:off x="405863" y="1762453"/>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412" name="Text Placeholder 30"/>
          <p:cNvSpPr>
            <a:spLocks noGrp="1"/>
          </p:cNvSpPr>
          <p:nvPr>
            <p:ph type="body" sz="quarter" idx="24" hasCustomPrompt="1"/>
          </p:nvPr>
        </p:nvSpPr>
        <p:spPr>
          <a:xfrm>
            <a:off x="393337" y="2704258"/>
            <a:ext cx="4716827" cy="325271"/>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413" name="Text Placeholder 32"/>
          <p:cNvSpPr>
            <a:spLocks noGrp="1"/>
          </p:cNvSpPr>
          <p:nvPr>
            <p:ph type="body" sz="quarter" idx="25" hasCustomPrompt="1"/>
          </p:nvPr>
        </p:nvSpPr>
        <p:spPr>
          <a:xfrm>
            <a:off x="393337" y="3121962"/>
            <a:ext cx="4716827" cy="754201"/>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414" name="Text Placeholder 26"/>
          <p:cNvSpPr>
            <a:spLocks noGrp="1"/>
          </p:cNvSpPr>
          <p:nvPr>
            <p:ph type="body" sz="quarter" idx="26" hasCustomPrompt="1"/>
          </p:nvPr>
        </p:nvSpPr>
        <p:spPr>
          <a:xfrm>
            <a:off x="405863" y="4503380"/>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415" name="Text Placeholder 30"/>
          <p:cNvSpPr>
            <a:spLocks noGrp="1"/>
          </p:cNvSpPr>
          <p:nvPr>
            <p:ph type="body" sz="quarter" idx="27" hasCustomPrompt="1"/>
          </p:nvPr>
        </p:nvSpPr>
        <p:spPr>
          <a:xfrm>
            <a:off x="393337" y="4839946"/>
            <a:ext cx="4716827" cy="325270"/>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416" name="Text Placeholder 32"/>
          <p:cNvSpPr>
            <a:spLocks noGrp="1"/>
          </p:cNvSpPr>
          <p:nvPr>
            <p:ph type="body" sz="quarter" idx="28" hasCustomPrompt="1"/>
          </p:nvPr>
        </p:nvSpPr>
        <p:spPr>
          <a:xfrm>
            <a:off x="393337" y="5257649"/>
            <a:ext cx="4716827" cy="753799"/>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417" name="Picture Placeholder 76"/>
          <p:cNvSpPr>
            <a:spLocks noGrp="1"/>
          </p:cNvSpPr>
          <p:nvPr>
            <p:ph type="pic" sz="quarter" idx="29"/>
          </p:nvPr>
        </p:nvSpPr>
        <p:spPr>
          <a:xfrm>
            <a:off x="407194" y="2056267"/>
            <a:ext cx="2290241" cy="605660"/>
          </a:xfrm>
          <a:prstGeom prst="rect">
            <a:avLst/>
          </a:prstGeom>
          <a:noFill/>
          <a:ln w="12700">
            <a:noFill/>
            <a:miter lim="400000"/>
          </a:ln>
        </p:spPr>
        <p:txBody>
          <a:bodyPr lIns="91439" tIns="45719" rIns="91439" bIns="45719" anchor="t">
            <a:noAutofit/>
          </a:bodyPr>
          <a:lstStyle/>
          <a:p>
            <a:endParaRPr/>
          </a:p>
        </p:txBody>
      </p:sp>
      <p:sp>
        <p:nvSpPr>
          <p:cNvPr id="2418" name="Picture Placeholder 16"/>
          <p:cNvSpPr>
            <a:spLocks noGrp="1"/>
          </p:cNvSpPr>
          <p:nvPr>
            <p:ph type="pic" sz="quarter" idx="30"/>
          </p:nvPr>
        </p:nvSpPr>
        <p:spPr>
          <a:xfrm>
            <a:off x="8140161" y="531267"/>
            <a:ext cx="2520001" cy="5481358"/>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4177103811"/>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tx">
  <p:cSld name="Title, About company texts and image">
    <p:bg>
      <p:bgPr>
        <a:solidFill>
          <a:srgbClr val="FFFFFF"/>
        </a:solidFill>
        <a:effectLst/>
      </p:bgPr>
    </p:bg>
    <p:spTree>
      <p:nvGrpSpPr>
        <p:cNvPr id="1" name=""/>
        <p:cNvGrpSpPr/>
        <p:nvPr/>
      </p:nvGrpSpPr>
      <p:grpSpPr>
        <a:xfrm>
          <a:off x="0" y="0"/>
          <a:ext cx="0" cy="0"/>
          <a:chOff x="0" y="0"/>
          <a:chExt cx="0" cy="0"/>
        </a:xfrm>
      </p:grpSpPr>
      <p:pic>
        <p:nvPicPr>
          <p:cNvPr id="2425"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426"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427"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42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429"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430" name="Text Placeholder 4"/>
          <p:cNvSpPr>
            <a:spLocks noGrp="1"/>
          </p:cNvSpPr>
          <p:nvPr>
            <p:ph type="body" sz="quarter" idx="22"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431" name="Text Placeholder 26"/>
          <p:cNvSpPr>
            <a:spLocks noGrp="1"/>
          </p:cNvSpPr>
          <p:nvPr>
            <p:ph type="body" sz="quarter" idx="23" hasCustomPrompt="1"/>
          </p:nvPr>
        </p:nvSpPr>
        <p:spPr>
          <a:xfrm>
            <a:off x="405863" y="1762453"/>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432" name="Text Placeholder 30"/>
          <p:cNvSpPr>
            <a:spLocks noGrp="1"/>
          </p:cNvSpPr>
          <p:nvPr>
            <p:ph type="body" sz="quarter" idx="24" hasCustomPrompt="1"/>
          </p:nvPr>
        </p:nvSpPr>
        <p:spPr>
          <a:xfrm>
            <a:off x="393337" y="2704258"/>
            <a:ext cx="4716827" cy="325271"/>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433" name="Text Placeholder 32"/>
          <p:cNvSpPr>
            <a:spLocks noGrp="1"/>
          </p:cNvSpPr>
          <p:nvPr>
            <p:ph type="body" sz="quarter" idx="25" hasCustomPrompt="1"/>
          </p:nvPr>
        </p:nvSpPr>
        <p:spPr>
          <a:xfrm>
            <a:off x="393337" y="3121962"/>
            <a:ext cx="4716827" cy="754201"/>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434" name="Text Placeholder 26"/>
          <p:cNvSpPr>
            <a:spLocks noGrp="1"/>
          </p:cNvSpPr>
          <p:nvPr>
            <p:ph type="body" sz="quarter" idx="26" hasCustomPrompt="1"/>
          </p:nvPr>
        </p:nvSpPr>
        <p:spPr>
          <a:xfrm>
            <a:off x="405863" y="4503380"/>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435" name="Text Placeholder 30"/>
          <p:cNvSpPr>
            <a:spLocks noGrp="1"/>
          </p:cNvSpPr>
          <p:nvPr>
            <p:ph type="body" sz="quarter" idx="27" hasCustomPrompt="1"/>
          </p:nvPr>
        </p:nvSpPr>
        <p:spPr>
          <a:xfrm>
            <a:off x="393337" y="4839946"/>
            <a:ext cx="4716827" cy="325270"/>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436" name="Text Placeholder 32"/>
          <p:cNvSpPr>
            <a:spLocks noGrp="1"/>
          </p:cNvSpPr>
          <p:nvPr>
            <p:ph type="body" sz="quarter" idx="28" hasCustomPrompt="1"/>
          </p:nvPr>
        </p:nvSpPr>
        <p:spPr>
          <a:xfrm>
            <a:off x="393337" y="5257649"/>
            <a:ext cx="4716827" cy="753799"/>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437" name="Picture Placeholder 76"/>
          <p:cNvSpPr>
            <a:spLocks noGrp="1"/>
          </p:cNvSpPr>
          <p:nvPr>
            <p:ph type="pic" sz="quarter" idx="29"/>
          </p:nvPr>
        </p:nvSpPr>
        <p:spPr>
          <a:xfrm>
            <a:off x="407194" y="2056267"/>
            <a:ext cx="2290241" cy="605660"/>
          </a:xfrm>
          <a:prstGeom prst="rect">
            <a:avLst/>
          </a:prstGeom>
          <a:noFill/>
          <a:ln w="12700">
            <a:noFill/>
            <a:miter lim="400000"/>
          </a:ln>
        </p:spPr>
        <p:txBody>
          <a:bodyPr lIns="91439" tIns="45719" rIns="91439" bIns="45719" anchor="t">
            <a:noAutofit/>
          </a:bodyPr>
          <a:lstStyle/>
          <a:p>
            <a:endParaRPr/>
          </a:p>
        </p:txBody>
      </p:sp>
      <p:sp>
        <p:nvSpPr>
          <p:cNvPr id="2438" name="Picture Placeholder 16"/>
          <p:cNvSpPr>
            <a:spLocks noGrp="1"/>
          </p:cNvSpPr>
          <p:nvPr>
            <p:ph type="pic" sz="half" idx="30"/>
          </p:nvPr>
        </p:nvSpPr>
        <p:spPr>
          <a:xfrm>
            <a:off x="6663558" y="746919"/>
            <a:ext cx="4693014" cy="5256213"/>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262627456"/>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x">
  <p:cSld name="Title, About company texts and content">
    <p:bg>
      <p:bgPr>
        <a:solidFill>
          <a:srgbClr val="FFFFFF"/>
        </a:solidFill>
        <a:effectLst/>
      </p:bgPr>
    </p:bg>
    <p:spTree>
      <p:nvGrpSpPr>
        <p:cNvPr id="1" name=""/>
        <p:cNvGrpSpPr/>
        <p:nvPr/>
      </p:nvGrpSpPr>
      <p:grpSpPr>
        <a:xfrm>
          <a:off x="0" y="0"/>
          <a:ext cx="0" cy="0"/>
          <a:chOff x="0" y="0"/>
          <a:chExt cx="0" cy="0"/>
        </a:xfrm>
      </p:grpSpPr>
      <p:pic>
        <p:nvPicPr>
          <p:cNvPr id="2445"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446" name="Title Text"/>
          <p:cNvSpPr txBox="1">
            <a:spLocks noGrp="1"/>
          </p:cNvSpPr>
          <p:nvPr>
            <p:ph type="title"/>
          </p:nvPr>
        </p:nvSpPr>
        <p:spPr>
          <a:xfrm>
            <a:off x="380085" y="354667"/>
            <a:ext cx="5685754" cy="392252"/>
          </a:xfrm>
          <a:prstGeom prst="rect">
            <a:avLst/>
          </a:prstGeom>
        </p:spPr>
        <p:txBody>
          <a:bodyPr/>
          <a:lstStyle>
            <a:lvl1pPr>
              <a:defRPr>
                <a:solidFill>
                  <a:srgbClr val="000000"/>
                </a:solidFill>
              </a:defRPr>
            </a:lvl1pPr>
          </a:lstStyle>
          <a:p>
            <a:r>
              <a:t>Title Text</a:t>
            </a:r>
          </a:p>
        </p:txBody>
      </p:sp>
      <p:sp>
        <p:nvSpPr>
          <p:cNvPr id="2447"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44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449"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450" name="Text Placeholder 4"/>
          <p:cNvSpPr>
            <a:spLocks noGrp="1"/>
          </p:cNvSpPr>
          <p:nvPr>
            <p:ph type="body" sz="quarter" idx="22" hasCustomPrompt="1"/>
          </p:nvPr>
        </p:nvSpPr>
        <p:spPr>
          <a:xfrm>
            <a:off x="380085" y="855222"/>
            <a:ext cx="5685753"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451" name="Text Placeholder 26"/>
          <p:cNvSpPr>
            <a:spLocks noGrp="1"/>
          </p:cNvSpPr>
          <p:nvPr>
            <p:ph type="body" sz="quarter" idx="23" hasCustomPrompt="1"/>
          </p:nvPr>
        </p:nvSpPr>
        <p:spPr>
          <a:xfrm>
            <a:off x="405863" y="1762453"/>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452" name="Text Placeholder 30"/>
          <p:cNvSpPr>
            <a:spLocks noGrp="1"/>
          </p:cNvSpPr>
          <p:nvPr>
            <p:ph type="body" sz="quarter" idx="24" hasCustomPrompt="1"/>
          </p:nvPr>
        </p:nvSpPr>
        <p:spPr>
          <a:xfrm>
            <a:off x="393337" y="2704258"/>
            <a:ext cx="4716827" cy="325271"/>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453" name="Text Placeholder 32"/>
          <p:cNvSpPr>
            <a:spLocks noGrp="1"/>
          </p:cNvSpPr>
          <p:nvPr>
            <p:ph type="body" sz="quarter" idx="25" hasCustomPrompt="1"/>
          </p:nvPr>
        </p:nvSpPr>
        <p:spPr>
          <a:xfrm>
            <a:off x="393337" y="3121962"/>
            <a:ext cx="4716827" cy="754201"/>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454" name="Text Placeholder 26"/>
          <p:cNvSpPr>
            <a:spLocks noGrp="1"/>
          </p:cNvSpPr>
          <p:nvPr>
            <p:ph type="body" sz="quarter" idx="26" hasCustomPrompt="1"/>
          </p:nvPr>
        </p:nvSpPr>
        <p:spPr>
          <a:xfrm>
            <a:off x="405863" y="4503380"/>
            <a:ext cx="3746244" cy="244133"/>
          </a:xfrm>
          <a:prstGeom prst="rect">
            <a:avLst/>
          </a:prstGeom>
          <a:noFill/>
          <a:ln w="12700">
            <a:noFill/>
            <a:miter lim="400000"/>
          </a:ln>
        </p:spPr>
        <p:txBody>
          <a:bodyPr lIns="0" tIns="0" rIns="0" bIns="0" anchor="t"/>
          <a:lstStyle>
            <a:lvl1pPr defTabSz="457200">
              <a:spcBef>
                <a:spcPts val="900"/>
              </a:spcBef>
              <a:defRPr sz="1200" spc="150">
                <a:solidFill>
                  <a:srgbClr val="808080"/>
                </a:solidFill>
                <a:latin typeface="Avenir Next LT Pro Demi"/>
                <a:ea typeface="Avenir Next LT Pro Demi"/>
                <a:cs typeface="Avenir Next LT Pro Demi"/>
                <a:sym typeface="Avenir Next LT Pro Demi"/>
              </a:defRPr>
            </a:lvl1pPr>
          </a:lstStyle>
          <a:p>
            <a:r>
              <a:t>CLICK TO EDIT TEXT</a:t>
            </a:r>
          </a:p>
        </p:txBody>
      </p:sp>
      <p:sp>
        <p:nvSpPr>
          <p:cNvPr id="2455" name="Text Placeholder 30"/>
          <p:cNvSpPr>
            <a:spLocks noGrp="1"/>
          </p:cNvSpPr>
          <p:nvPr>
            <p:ph type="body" sz="quarter" idx="27" hasCustomPrompt="1"/>
          </p:nvPr>
        </p:nvSpPr>
        <p:spPr>
          <a:xfrm>
            <a:off x="393337" y="4839946"/>
            <a:ext cx="4716827" cy="325270"/>
          </a:xfrm>
          <a:prstGeom prst="rect">
            <a:avLst/>
          </a:prstGeom>
          <a:noFill/>
          <a:ln w="12700">
            <a:noFill/>
            <a:miter lim="400000"/>
          </a:ln>
        </p:spPr>
        <p:txBody>
          <a:bodyPr lIns="0" tIns="0" rIns="0" bIns="0" anchor="t"/>
          <a:lstStyle>
            <a:lvl1pPr defTabSz="452628">
              <a:lnSpc>
                <a:spcPts val="2450"/>
              </a:lnSpc>
              <a:spcBef>
                <a:spcPts val="850"/>
              </a:spcBef>
              <a:defRPr sz="2475">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456" name="Text Placeholder 32"/>
          <p:cNvSpPr>
            <a:spLocks noGrp="1"/>
          </p:cNvSpPr>
          <p:nvPr>
            <p:ph type="body" sz="quarter" idx="28" hasCustomPrompt="1"/>
          </p:nvPr>
        </p:nvSpPr>
        <p:spPr>
          <a:xfrm>
            <a:off x="393337" y="5257649"/>
            <a:ext cx="4716827" cy="753799"/>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Click to edit text</a:t>
            </a:r>
          </a:p>
        </p:txBody>
      </p:sp>
      <p:sp>
        <p:nvSpPr>
          <p:cNvPr id="2457" name="Picture Placeholder 76"/>
          <p:cNvSpPr>
            <a:spLocks noGrp="1"/>
          </p:cNvSpPr>
          <p:nvPr>
            <p:ph type="pic" sz="quarter" idx="29"/>
          </p:nvPr>
        </p:nvSpPr>
        <p:spPr>
          <a:xfrm>
            <a:off x="407194" y="2056267"/>
            <a:ext cx="2290241" cy="605660"/>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2542245249"/>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tx">
  <p:cSld name="Big text / Quotes / Testimonials - Light A">
    <p:bg>
      <p:bgPr>
        <a:solidFill>
          <a:srgbClr val="FFFFFF"/>
        </a:solidFill>
        <a:effectLst/>
      </p:bgPr>
    </p:bg>
    <p:spTree>
      <p:nvGrpSpPr>
        <p:cNvPr id="1" name=""/>
        <p:cNvGrpSpPr/>
        <p:nvPr/>
      </p:nvGrpSpPr>
      <p:grpSpPr>
        <a:xfrm>
          <a:off x="0" y="0"/>
          <a:ext cx="0" cy="0"/>
          <a:chOff x="0" y="0"/>
          <a:chExt cx="0" cy="0"/>
        </a:xfrm>
      </p:grpSpPr>
      <p:pic>
        <p:nvPicPr>
          <p:cNvPr id="246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465" name="Morbi in sem quis dui placerat ornare, Pellentesque odio nisi euismod."/>
          <p:cNvSpPr txBox="1">
            <a:spLocks noGrp="1"/>
          </p:cNvSpPr>
          <p:nvPr>
            <p:ph type="title" hasCustomPrompt="1"/>
          </p:nvPr>
        </p:nvSpPr>
        <p:spPr>
          <a:xfrm>
            <a:off x="633119" y="2301747"/>
            <a:ext cx="10217444" cy="1339847"/>
          </a:xfrm>
          <a:prstGeom prst="rect">
            <a:avLst/>
          </a:prstGeom>
        </p:spPr>
        <p:txBody>
          <a:bodyPr/>
          <a:lstStyle>
            <a:lvl1pPr>
              <a:lnSpc>
                <a:spcPts val="5000"/>
              </a:lnSpc>
              <a:defRPr sz="4500" b="1" spc="-75">
                <a:solidFill>
                  <a:srgbClr val="000000"/>
                </a:solidFill>
              </a:defRPr>
            </a:lvl1pPr>
          </a:lstStyle>
          <a:p>
            <a:r>
              <a:t>Morbi in sem quis dui placerat ornare, Pellentesque odio nisi euismod.</a:t>
            </a:r>
          </a:p>
        </p:txBody>
      </p:sp>
      <p:sp>
        <p:nvSpPr>
          <p:cNvPr id="2466" name="Body Level One…"/>
          <p:cNvSpPr txBox="1">
            <a:spLocks noGrp="1"/>
          </p:cNvSpPr>
          <p:nvPr>
            <p:ph type="body" sz="quarter" idx="1" hasCustomPrompt="1"/>
          </p:nvPr>
        </p:nvSpPr>
        <p:spPr>
          <a:xfrm>
            <a:off x="633119" y="1521146"/>
            <a:ext cx="10217444" cy="541555"/>
          </a:xfrm>
          <a:prstGeom prst="rect">
            <a:avLst/>
          </a:prstGeom>
          <a:noFill/>
          <a:ln w="12700">
            <a:noFill/>
            <a:miter lim="400000"/>
          </a:ln>
        </p:spPr>
        <p:txBody>
          <a:bodyPr lIns="0" tIns="0" rIns="0" bIns="0" anchor="t"/>
          <a:lstStyle>
            <a:lvl1pPr defTabSz="457200">
              <a:spcBef>
                <a:spcPts val="900"/>
              </a:spcBef>
              <a:defRPr sz="3250" spc="-75">
                <a:solidFill>
                  <a:srgbClr val="000000"/>
                </a:solidFill>
              </a:defRPr>
            </a:lvl1pPr>
            <a:lvl2pPr marL="0" indent="228600" defTabSz="457200">
              <a:spcBef>
                <a:spcPts val="900"/>
              </a:spcBef>
              <a:buSzTx/>
              <a:buNone/>
              <a:defRPr sz="3250" spc="-75">
                <a:solidFill>
                  <a:srgbClr val="000000"/>
                </a:solidFill>
              </a:defRPr>
            </a:lvl2pPr>
            <a:lvl3pPr marL="0" indent="457200" defTabSz="457200">
              <a:spcBef>
                <a:spcPts val="900"/>
              </a:spcBef>
              <a:buSzTx/>
              <a:buNone/>
              <a:defRPr sz="3250" spc="-75">
                <a:solidFill>
                  <a:srgbClr val="000000"/>
                </a:solidFill>
              </a:defRPr>
            </a:lvl3pPr>
            <a:lvl4pPr marL="0" indent="685800" defTabSz="457200">
              <a:spcBef>
                <a:spcPts val="900"/>
              </a:spcBef>
              <a:buSzTx/>
              <a:buNone/>
              <a:defRPr sz="3250" spc="-75">
                <a:solidFill>
                  <a:srgbClr val="000000"/>
                </a:solidFill>
              </a:defRPr>
            </a:lvl4pPr>
            <a:lvl5pPr marL="0" indent="914400" defTabSz="457200">
              <a:spcBef>
                <a:spcPts val="900"/>
              </a:spcBef>
              <a:buSzTx/>
              <a:buNone/>
              <a:defRPr sz="3250" spc="-75">
                <a:solidFill>
                  <a:srgbClr val="000000"/>
                </a:solidFill>
              </a:defRPr>
            </a:lvl5pPr>
          </a:lstStyle>
          <a:p>
            <a:r>
              <a:t>Section Subheading</a:t>
            </a:r>
          </a:p>
          <a:p>
            <a:pPr lvl="1"/>
            <a:endParaRPr/>
          </a:p>
          <a:p>
            <a:pPr lvl="2"/>
            <a:endParaRPr/>
          </a:p>
          <a:p>
            <a:pPr lvl="3"/>
            <a:endParaRPr/>
          </a:p>
          <a:p>
            <a:pPr lvl="4"/>
            <a:endParaRPr/>
          </a:p>
        </p:txBody>
      </p:sp>
      <p:sp>
        <p:nvSpPr>
          <p:cNvPr id="2467"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468"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469"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2493684242"/>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tx">
  <p:cSld name="Big text / Quotes / Testimonials - Dark A">
    <p:spTree>
      <p:nvGrpSpPr>
        <p:cNvPr id="1" name=""/>
        <p:cNvGrpSpPr/>
        <p:nvPr/>
      </p:nvGrpSpPr>
      <p:grpSpPr>
        <a:xfrm>
          <a:off x="0" y="0"/>
          <a:ext cx="0" cy="0"/>
          <a:chOff x="0" y="0"/>
          <a:chExt cx="0" cy="0"/>
        </a:xfrm>
      </p:grpSpPr>
      <p:sp>
        <p:nvSpPr>
          <p:cNvPr id="2476" name="Freeform 3"/>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sp>
        <p:nvSpPr>
          <p:cNvPr id="2477" name="Morbi in sem quis dui placerat ornare, Pellentesque odio nisi euismod."/>
          <p:cNvSpPr txBox="1">
            <a:spLocks noGrp="1"/>
          </p:cNvSpPr>
          <p:nvPr>
            <p:ph type="title" hasCustomPrompt="1"/>
          </p:nvPr>
        </p:nvSpPr>
        <p:spPr>
          <a:xfrm>
            <a:off x="633119" y="2302389"/>
            <a:ext cx="10217444" cy="1339847"/>
          </a:xfrm>
          <a:prstGeom prst="rect">
            <a:avLst/>
          </a:prstGeom>
        </p:spPr>
        <p:txBody>
          <a:bodyPr/>
          <a:lstStyle>
            <a:lvl1pPr>
              <a:lnSpc>
                <a:spcPts val="5000"/>
              </a:lnSpc>
              <a:defRPr sz="4500" b="1" spc="-75"/>
            </a:lvl1pPr>
          </a:lstStyle>
          <a:p>
            <a:r>
              <a:t>Morbi in sem quis dui placerat ornare, Pellentesque odio nisi euismod.</a:t>
            </a:r>
          </a:p>
        </p:txBody>
      </p:sp>
      <p:sp>
        <p:nvSpPr>
          <p:cNvPr id="2478" name="Body Level One…"/>
          <p:cNvSpPr txBox="1">
            <a:spLocks noGrp="1"/>
          </p:cNvSpPr>
          <p:nvPr>
            <p:ph type="body" sz="quarter" idx="1" hasCustomPrompt="1"/>
          </p:nvPr>
        </p:nvSpPr>
        <p:spPr>
          <a:xfrm>
            <a:off x="633119" y="1521787"/>
            <a:ext cx="10217444" cy="541555"/>
          </a:xfrm>
          <a:prstGeom prst="rect">
            <a:avLst/>
          </a:prstGeom>
          <a:noFill/>
          <a:ln w="12700">
            <a:noFill/>
            <a:miter lim="400000"/>
          </a:ln>
        </p:spPr>
        <p:txBody>
          <a:bodyPr lIns="0" tIns="0" rIns="0" bIns="0" anchor="t"/>
          <a:lstStyle>
            <a:lvl1pPr defTabSz="457200">
              <a:spcBef>
                <a:spcPts val="900"/>
              </a:spcBef>
              <a:defRPr sz="3250" spc="-75">
                <a:solidFill>
                  <a:srgbClr val="FFFFFF"/>
                </a:solidFill>
              </a:defRPr>
            </a:lvl1pPr>
            <a:lvl2pPr marL="0" indent="228600" defTabSz="457200">
              <a:spcBef>
                <a:spcPts val="900"/>
              </a:spcBef>
              <a:buSzTx/>
              <a:buNone/>
              <a:defRPr sz="3250" spc="-75">
                <a:solidFill>
                  <a:srgbClr val="FFFFFF"/>
                </a:solidFill>
              </a:defRPr>
            </a:lvl2pPr>
            <a:lvl3pPr marL="0" indent="457200" defTabSz="457200">
              <a:spcBef>
                <a:spcPts val="900"/>
              </a:spcBef>
              <a:buSzTx/>
              <a:buNone/>
              <a:defRPr sz="3250" spc="-75">
                <a:solidFill>
                  <a:srgbClr val="FFFFFF"/>
                </a:solidFill>
              </a:defRPr>
            </a:lvl3pPr>
            <a:lvl4pPr marL="0" indent="685800" defTabSz="457200">
              <a:spcBef>
                <a:spcPts val="900"/>
              </a:spcBef>
              <a:buSzTx/>
              <a:buNone/>
              <a:defRPr sz="3250" spc="-75">
                <a:solidFill>
                  <a:srgbClr val="FFFFFF"/>
                </a:solidFill>
              </a:defRPr>
            </a:lvl4pPr>
            <a:lvl5pPr marL="0" indent="914400" defTabSz="457200">
              <a:spcBef>
                <a:spcPts val="900"/>
              </a:spcBef>
              <a:buSzTx/>
              <a:buNone/>
              <a:defRPr sz="3250" spc="-75">
                <a:solidFill>
                  <a:srgbClr val="FFFFFF"/>
                </a:solidFill>
              </a:defRPr>
            </a:lvl5pPr>
          </a:lstStyle>
          <a:p>
            <a:r>
              <a:t>Section Subheading</a:t>
            </a:r>
          </a:p>
          <a:p>
            <a:pPr lvl="1"/>
            <a:endParaRPr/>
          </a:p>
          <a:p>
            <a:pPr lvl="2"/>
            <a:endParaRPr/>
          </a:p>
          <a:p>
            <a:pPr lvl="3"/>
            <a:endParaRPr/>
          </a:p>
          <a:p>
            <a:pPr lvl="4"/>
            <a:endParaRPr/>
          </a:p>
        </p:txBody>
      </p:sp>
      <p:sp>
        <p:nvSpPr>
          <p:cNvPr id="2479"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2480"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sp>
        <p:nvSpPr>
          <p:cNvPr id="2481"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pic>
        <p:nvPicPr>
          <p:cNvPr id="2482" name="Picture 5" descr="Picture 5"/>
          <p:cNvPicPr>
            <a:picLocks noChangeAspect="1"/>
          </p:cNvPicPr>
          <p:nvPr/>
        </p:nvPicPr>
        <p:blipFill>
          <a:blip r:embed="rId2"/>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2349032399"/>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tx">
  <p:cSld name="2 Big text boxes / Quotes / Testimonials - Light A">
    <p:bg>
      <p:bgPr>
        <a:solidFill>
          <a:srgbClr val="FFFFFF"/>
        </a:solidFill>
        <a:effectLst/>
      </p:bgPr>
    </p:bg>
    <p:spTree>
      <p:nvGrpSpPr>
        <p:cNvPr id="1" name=""/>
        <p:cNvGrpSpPr/>
        <p:nvPr/>
      </p:nvGrpSpPr>
      <p:grpSpPr>
        <a:xfrm>
          <a:off x="0" y="0"/>
          <a:ext cx="0" cy="0"/>
          <a:chOff x="0" y="0"/>
          <a:chExt cx="0" cy="0"/>
        </a:xfrm>
      </p:grpSpPr>
      <p:pic>
        <p:nvPicPr>
          <p:cNvPr id="2489"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490" name="Morbi in sem quis dui placerat ornare. Pellentesque odio nisi euismod in pharetra a ultricies in diam. Sed arcu. Cras consequat."/>
          <p:cNvSpPr txBox="1">
            <a:spLocks noGrp="1"/>
          </p:cNvSpPr>
          <p:nvPr>
            <p:ph type="title" hasCustomPrompt="1"/>
          </p:nvPr>
        </p:nvSpPr>
        <p:spPr>
          <a:xfrm>
            <a:off x="619471" y="601265"/>
            <a:ext cx="10217444" cy="2686598"/>
          </a:xfrm>
          <a:prstGeom prst="rect">
            <a:avLst/>
          </a:prstGeom>
        </p:spPr>
        <p:txBody>
          <a:bodyPr/>
          <a:lstStyle>
            <a:lvl1pPr>
              <a:lnSpc>
                <a:spcPts val="5000"/>
              </a:lnSpc>
              <a:defRPr sz="4500" b="1" spc="-75">
                <a:solidFill>
                  <a:srgbClr val="000000"/>
                </a:solidFill>
              </a:defRPr>
            </a:lvl1pPr>
          </a:lstStyle>
          <a:p>
            <a:r>
              <a:t>Morbi in sem quis dui placerat ornare. Pellentesque odio nisi euismod in pharetra a ultricies in diam. Sed arcu. Cras consequat. </a:t>
            </a:r>
          </a:p>
        </p:txBody>
      </p:sp>
      <p:sp>
        <p:nvSpPr>
          <p:cNvPr id="2491"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492" name="Body Level One…"/>
          <p:cNvSpPr txBox="1">
            <a:spLocks noGrp="1"/>
          </p:cNvSpPr>
          <p:nvPr>
            <p:ph type="body" sz="quarter" idx="1" hasCustomPrompt="1"/>
          </p:nvPr>
        </p:nvSpPr>
        <p:spPr>
          <a:xfrm>
            <a:off x="650875" y="3413635"/>
            <a:ext cx="537210" cy="45721"/>
          </a:xfrm>
          <a:prstGeom prst="rect">
            <a:avLst/>
          </a:prstGeom>
          <a:gradFill>
            <a:gsLst>
              <a:gs pos="0">
                <a:schemeClr val="accent1"/>
              </a:gs>
              <a:gs pos="100000">
                <a:schemeClr val="accent6"/>
              </a:gs>
            </a:gsLst>
            <a:lin/>
          </a:gradFill>
          <a:ln w="12700">
            <a:noFill/>
            <a:miter lim="400000"/>
          </a:ln>
        </p:spPr>
        <p:txBody>
          <a:bodyPr lIns="0" tIns="0" rIns="0" bIns="0" anchor="t"/>
          <a:lstStyle>
            <a:lvl1pPr defTabSz="457200">
              <a:spcBef>
                <a:spcPts val="900"/>
              </a:spcBef>
            </a:lvl1pPr>
            <a:lvl2pPr marL="0" indent="495000" defTabSz="457200">
              <a:spcBef>
                <a:spcPts val="900"/>
              </a:spcBef>
              <a:buSzTx/>
              <a:buNone/>
            </a:lvl2pPr>
            <a:lvl3pPr marL="0" indent="1026000" defTabSz="457200">
              <a:spcBef>
                <a:spcPts val="900"/>
              </a:spcBef>
              <a:buSzTx/>
              <a:buNone/>
            </a:lvl3pPr>
            <a:lvl4pPr marL="0" indent="1476000" defTabSz="457200">
              <a:spcBef>
                <a:spcPts val="900"/>
              </a:spcBef>
              <a:buSzTx/>
              <a:buNone/>
            </a:lvl4pPr>
            <a:lvl5pPr marL="0" indent="1926000" defTabSz="457200">
              <a:spcBef>
                <a:spcPts val="900"/>
              </a:spcBef>
              <a:buSzTx/>
              <a:buNone/>
            </a:lvl5pPr>
          </a:lstStyle>
          <a:p>
            <a:r>
              <a:t>.</a:t>
            </a:r>
          </a:p>
          <a:p>
            <a:pPr lvl="1"/>
            <a:endParaRPr/>
          </a:p>
          <a:p>
            <a:pPr lvl="2"/>
            <a:endParaRPr/>
          </a:p>
          <a:p>
            <a:pPr lvl="3"/>
            <a:endParaRPr/>
          </a:p>
          <a:p>
            <a:pPr lvl="4"/>
            <a:endParaRPr/>
          </a:p>
        </p:txBody>
      </p:sp>
      <p:sp>
        <p:nvSpPr>
          <p:cNvPr id="2493"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494"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495" name="Text Placeholder 15"/>
          <p:cNvSpPr>
            <a:spLocks noGrp="1"/>
          </p:cNvSpPr>
          <p:nvPr>
            <p:ph type="body" sz="half" idx="23" hasCustomPrompt="1"/>
          </p:nvPr>
        </p:nvSpPr>
        <p:spPr>
          <a:xfrm>
            <a:off x="619471" y="3774370"/>
            <a:ext cx="10217444" cy="2228763"/>
          </a:xfrm>
          <a:prstGeom prst="rect">
            <a:avLst/>
          </a:prstGeom>
          <a:noFill/>
          <a:ln w="12700">
            <a:noFill/>
            <a:miter lim="400000"/>
          </a:ln>
        </p:spPr>
        <p:txBody>
          <a:bodyPr lIns="0" tIns="0" rIns="0" bIns="0" anchor="t"/>
          <a:lstStyle>
            <a:lvl1pPr defTabSz="457200">
              <a:spcBef>
                <a:spcPts val="900"/>
              </a:spcBef>
              <a:defRPr sz="4500" b="1" spc="-100">
                <a:solidFill>
                  <a:srgbClr val="000000"/>
                </a:solidFill>
                <a:latin typeface="Avenir Next LT Pro Demi"/>
                <a:ea typeface="Avenir Next LT Pro Demi"/>
                <a:cs typeface="Avenir Next LT Pro Demi"/>
                <a:sym typeface="Avenir Next LT Pro Demi"/>
              </a:defRPr>
            </a:lvl1pPr>
          </a:lstStyle>
          <a:p>
            <a:r>
              <a:t>Morbi in sem quis dui placerat ornare. Pellentesque odio nisi euismod in pharetra a ultricies in diam. </a:t>
            </a:r>
          </a:p>
        </p:txBody>
      </p:sp>
    </p:spTree>
    <p:extLst>
      <p:ext uri="{BB962C8B-B14F-4D97-AF65-F5344CB8AC3E}">
        <p14:creationId xmlns:p14="http://schemas.microsoft.com/office/powerpoint/2010/main" val="1599470754"/>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tx">
  <p:cSld name="2 Big text boxes / Quotes / Testimonials - Dark A">
    <p:spTree>
      <p:nvGrpSpPr>
        <p:cNvPr id="1" name=""/>
        <p:cNvGrpSpPr/>
        <p:nvPr/>
      </p:nvGrpSpPr>
      <p:grpSpPr>
        <a:xfrm>
          <a:off x="0" y="0"/>
          <a:ext cx="0" cy="0"/>
          <a:chOff x="0" y="0"/>
          <a:chExt cx="0" cy="0"/>
        </a:xfrm>
      </p:grpSpPr>
      <p:sp>
        <p:nvSpPr>
          <p:cNvPr id="2502" name="Freeform 2"/>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sp>
        <p:nvSpPr>
          <p:cNvPr id="2503" name="Morbi in sem quis dui placerat ornare. Pellentesque odio nisi euismod in pharetra a ultricies in diam. Sed arcu. Cras consequat."/>
          <p:cNvSpPr txBox="1">
            <a:spLocks noGrp="1"/>
          </p:cNvSpPr>
          <p:nvPr>
            <p:ph type="title" hasCustomPrompt="1"/>
          </p:nvPr>
        </p:nvSpPr>
        <p:spPr>
          <a:xfrm>
            <a:off x="619471" y="601265"/>
            <a:ext cx="10217444" cy="2686598"/>
          </a:xfrm>
          <a:prstGeom prst="rect">
            <a:avLst/>
          </a:prstGeom>
        </p:spPr>
        <p:txBody>
          <a:bodyPr/>
          <a:lstStyle>
            <a:lvl1pPr>
              <a:lnSpc>
                <a:spcPts val="5000"/>
              </a:lnSpc>
              <a:defRPr sz="4500" b="1" spc="-75"/>
            </a:lvl1pPr>
          </a:lstStyle>
          <a:p>
            <a:r>
              <a:t>Morbi in sem quis dui placerat ornare. Pellentesque odio nisi euismod in pharetra a ultricies in diam. Sed arcu. Cras consequat. </a:t>
            </a:r>
          </a:p>
        </p:txBody>
      </p:sp>
      <p:sp>
        <p:nvSpPr>
          <p:cNvPr id="2504"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2505" name="Body Level One…"/>
          <p:cNvSpPr txBox="1">
            <a:spLocks noGrp="1"/>
          </p:cNvSpPr>
          <p:nvPr>
            <p:ph type="body" sz="quarter" idx="1" hasCustomPrompt="1"/>
          </p:nvPr>
        </p:nvSpPr>
        <p:spPr>
          <a:xfrm>
            <a:off x="650875" y="3413635"/>
            <a:ext cx="537210" cy="45721"/>
          </a:xfrm>
          <a:prstGeom prst="rect">
            <a:avLst/>
          </a:prstGeom>
          <a:gradFill>
            <a:gsLst>
              <a:gs pos="0">
                <a:schemeClr val="accent1"/>
              </a:gs>
              <a:gs pos="100000">
                <a:schemeClr val="accent6"/>
              </a:gs>
            </a:gsLst>
            <a:lin/>
          </a:gradFill>
          <a:ln w="12700">
            <a:noFill/>
            <a:miter lim="400000"/>
          </a:ln>
        </p:spPr>
        <p:txBody>
          <a:bodyPr lIns="0" tIns="0" rIns="0" bIns="0" anchor="t"/>
          <a:lstStyle>
            <a:lvl1pPr defTabSz="457200">
              <a:spcBef>
                <a:spcPts val="900"/>
              </a:spcBef>
            </a:lvl1pPr>
            <a:lvl2pPr marL="0" indent="495000" defTabSz="457200">
              <a:spcBef>
                <a:spcPts val="900"/>
              </a:spcBef>
              <a:buSzTx/>
              <a:buNone/>
            </a:lvl2pPr>
            <a:lvl3pPr marL="0" indent="1026000" defTabSz="457200">
              <a:spcBef>
                <a:spcPts val="900"/>
              </a:spcBef>
              <a:buSzTx/>
              <a:buNone/>
            </a:lvl3pPr>
            <a:lvl4pPr marL="0" indent="1476000" defTabSz="457200">
              <a:spcBef>
                <a:spcPts val="900"/>
              </a:spcBef>
              <a:buSzTx/>
              <a:buNone/>
            </a:lvl4pPr>
            <a:lvl5pPr marL="0" indent="1926000" defTabSz="457200">
              <a:spcBef>
                <a:spcPts val="900"/>
              </a:spcBef>
              <a:buSzTx/>
              <a:buNone/>
            </a:lvl5pPr>
          </a:lstStyle>
          <a:p>
            <a:r>
              <a:t>.</a:t>
            </a:r>
          </a:p>
          <a:p>
            <a:pPr lvl="1"/>
            <a:endParaRPr/>
          </a:p>
          <a:p>
            <a:pPr lvl="2"/>
            <a:endParaRPr/>
          </a:p>
          <a:p>
            <a:pPr lvl="3"/>
            <a:endParaRPr/>
          </a:p>
          <a:p>
            <a:pPr lvl="4"/>
            <a:endParaRPr/>
          </a:p>
        </p:txBody>
      </p:sp>
      <p:sp>
        <p:nvSpPr>
          <p:cNvPr id="2506"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sp>
        <p:nvSpPr>
          <p:cNvPr id="2507"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2508" name="Text Placeholder 15"/>
          <p:cNvSpPr>
            <a:spLocks noGrp="1"/>
          </p:cNvSpPr>
          <p:nvPr>
            <p:ph type="body" sz="half" idx="23" hasCustomPrompt="1"/>
          </p:nvPr>
        </p:nvSpPr>
        <p:spPr>
          <a:xfrm>
            <a:off x="619471" y="3774370"/>
            <a:ext cx="10217444" cy="2228763"/>
          </a:xfrm>
          <a:prstGeom prst="rect">
            <a:avLst/>
          </a:prstGeom>
          <a:noFill/>
          <a:ln w="12700">
            <a:noFill/>
            <a:miter lim="400000"/>
          </a:ln>
        </p:spPr>
        <p:txBody>
          <a:bodyPr lIns="0" tIns="0" rIns="0" bIns="0" anchor="t"/>
          <a:lstStyle>
            <a:lvl1pPr defTabSz="457200">
              <a:spcBef>
                <a:spcPts val="900"/>
              </a:spcBef>
              <a:defRPr sz="4500" b="1" spc="-100">
                <a:solidFill>
                  <a:srgbClr val="FFFFFF"/>
                </a:solidFill>
                <a:latin typeface="Avenir Next LT Pro Demi"/>
                <a:ea typeface="Avenir Next LT Pro Demi"/>
                <a:cs typeface="Avenir Next LT Pro Demi"/>
                <a:sym typeface="Avenir Next LT Pro Demi"/>
              </a:defRPr>
            </a:lvl1pPr>
          </a:lstStyle>
          <a:p>
            <a:r>
              <a:t>Morbi in sem quis dui placerat ornare. Pellentesque odio nisi euismod in pharetra a ultricies in diam. </a:t>
            </a:r>
          </a:p>
        </p:txBody>
      </p:sp>
      <p:pic>
        <p:nvPicPr>
          <p:cNvPr id="2509" name="Picture 3" descr="Picture 3"/>
          <p:cNvPicPr>
            <a:picLocks noChangeAspect="1"/>
          </p:cNvPicPr>
          <p:nvPr/>
        </p:nvPicPr>
        <p:blipFill>
          <a:blip r:embed="rId2"/>
          <a:stretch>
            <a:fillRect/>
          </a:stretch>
        </p:blipFill>
        <p:spPr>
          <a:xfrm>
            <a:off x="406450" y="6399104"/>
            <a:ext cx="1057001" cy="205243"/>
          </a:xfrm>
          <a:prstGeom prst="rect">
            <a:avLst/>
          </a:prstGeom>
          <a:ln w="12700">
            <a:miter lim="400000"/>
          </a:ln>
        </p:spPr>
      </p:pic>
    </p:spTree>
    <p:extLst>
      <p:ext uri="{BB962C8B-B14F-4D97-AF65-F5344CB8AC3E}">
        <p14:creationId xmlns:p14="http://schemas.microsoft.com/office/powerpoint/2010/main" val="3895115058"/>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tx">
  <p:cSld name="Big text / Quotes / Testimonials - Light B">
    <p:bg>
      <p:bgPr>
        <a:solidFill>
          <a:srgbClr val="FFFFFF"/>
        </a:solidFill>
        <a:effectLst/>
      </p:bgPr>
    </p:bg>
    <p:spTree>
      <p:nvGrpSpPr>
        <p:cNvPr id="1" name=""/>
        <p:cNvGrpSpPr/>
        <p:nvPr/>
      </p:nvGrpSpPr>
      <p:grpSpPr>
        <a:xfrm>
          <a:off x="0" y="0"/>
          <a:ext cx="0" cy="0"/>
          <a:chOff x="0" y="0"/>
          <a:chExt cx="0" cy="0"/>
        </a:xfrm>
      </p:grpSpPr>
      <p:pic>
        <p:nvPicPr>
          <p:cNvPr id="251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517" name="Body Level One…"/>
          <p:cNvSpPr txBox="1">
            <a:spLocks noGrp="1"/>
          </p:cNvSpPr>
          <p:nvPr>
            <p:ph type="body" sz="quarter" idx="1" hasCustomPrompt="1"/>
          </p:nvPr>
        </p:nvSpPr>
        <p:spPr>
          <a:xfrm>
            <a:off x="457199" y="1430830"/>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518" name="Morbi in sem quis dui placerat ornare. Pellentesque odio nisi euismod in pharetra a ultricies in diam. Sed arcu. Cras consequat."/>
          <p:cNvSpPr txBox="1">
            <a:spLocks noGrp="1"/>
          </p:cNvSpPr>
          <p:nvPr>
            <p:ph type="title" hasCustomPrompt="1"/>
          </p:nvPr>
        </p:nvSpPr>
        <p:spPr>
          <a:xfrm>
            <a:off x="633119" y="1881976"/>
            <a:ext cx="10217444" cy="2686598"/>
          </a:xfrm>
          <a:prstGeom prst="rect">
            <a:avLst/>
          </a:prstGeom>
        </p:spPr>
        <p:txBody>
          <a:bodyPr/>
          <a:lstStyle>
            <a:lvl1pPr>
              <a:lnSpc>
                <a:spcPts val="5000"/>
              </a:lnSpc>
              <a:defRPr sz="4500" b="1" spc="-75">
                <a:solidFill>
                  <a:srgbClr val="000000"/>
                </a:solidFill>
              </a:defRPr>
            </a:lvl1pPr>
          </a:lstStyle>
          <a:p>
            <a:r>
              <a:t>Morbi in sem quis dui placerat ornare. Pellentesque odio nisi euismod in pharetra a ultricies in diam. Sed arcu. Cras consequat. </a:t>
            </a:r>
          </a:p>
        </p:txBody>
      </p:sp>
      <p:sp>
        <p:nvSpPr>
          <p:cNvPr id="2519" name="Text Placeholder 2"/>
          <p:cNvSpPr>
            <a:spLocks noGrp="1"/>
          </p:cNvSpPr>
          <p:nvPr>
            <p:ph type="body" sz="quarter" idx="21" hasCustomPrompt="1"/>
          </p:nvPr>
        </p:nvSpPr>
        <p:spPr>
          <a:xfrm>
            <a:off x="633119" y="1154383"/>
            <a:ext cx="10217444" cy="541555"/>
          </a:xfrm>
          <a:prstGeom prst="rect">
            <a:avLst/>
          </a:prstGeom>
          <a:noFill/>
          <a:ln w="12700">
            <a:noFill/>
            <a:miter lim="400000"/>
          </a:ln>
        </p:spPr>
        <p:txBody>
          <a:bodyPr lIns="0" tIns="0" rIns="0" bIns="0" anchor="t"/>
          <a:lstStyle>
            <a:lvl1pPr defTabSz="457200">
              <a:spcBef>
                <a:spcPts val="900"/>
              </a:spcBef>
              <a:defRPr sz="3250" spc="-100">
                <a:solidFill>
                  <a:srgbClr val="000000"/>
                </a:solidFill>
              </a:defRPr>
            </a:lvl1pPr>
          </a:lstStyle>
          <a:p>
            <a:r>
              <a:t>Section Subheading</a:t>
            </a:r>
          </a:p>
        </p:txBody>
      </p:sp>
      <p:sp>
        <p:nvSpPr>
          <p:cNvPr id="2520"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521" name="Text Placeholder 10"/>
          <p:cNvSpPr>
            <a:spLocks noGrp="1"/>
          </p:cNvSpPr>
          <p:nvPr>
            <p:ph type="body" sz="quarter" idx="22"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522"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523" name="Text Placeholder 4"/>
          <p:cNvSpPr>
            <a:spLocks noGrp="1"/>
          </p:cNvSpPr>
          <p:nvPr>
            <p:ph type="body" sz="quarter" idx="24" hasCustomPrompt="1"/>
          </p:nvPr>
        </p:nvSpPr>
        <p:spPr>
          <a:xfrm>
            <a:off x="3545297" y="386626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sp>
        <p:nvSpPr>
          <p:cNvPr id="2524" name="Text Placeholder 22"/>
          <p:cNvSpPr>
            <a:spLocks noGrp="1"/>
          </p:cNvSpPr>
          <p:nvPr>
            <p:ph type="body" sz="quarter" idx="25" hasCustomPrompt="1"/>
          </p:nvPr>
        </p:nvSpPr>
        <p:spPr>
          <a:xfrm>
            <a:off x="650874" y="5185580"/>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1604157249"/>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x">
  <p:cSld name="Big text / Quotes / Testimonials - Dark B">
    <p:spTree>
      <p:nvGrpSpPr>
        <p:cNvPr id="1" name=""/>
        <p:cNvGrpSpPr/>
        <p:nvPr/>
      </p:nvGrpSpPr>
      <p:grpSpPr>
        <a:xfrm>
          <a:off x="0" y="0"/>
          <a:ext cx="0" cy="0"/>
          <a:chOff x="0" y="0"/>
          <a:chExt cx="0" cy="0"/>
        </a:xfrm>
      </p:grpSpPr>
      <p:sp>
        <p:nvSpPr>
          <p:cNvPr id="2531" name="Freeform 10"/>
          <p:cNvSpPr/>
          <p:nvPr/>
        </p:nvSpPr>
        <p:spPr>
          <a:xfrm rot="10800000" flipH="1">
            <a:off x="-1" y="-1"/>
            <a:ext cx="12192002" cy="6858000"/>
          </a:xfrm>
          <a:prstGeom prst="rect">
            <a:avLst/>
          </a:prstGeom>
          <a:gradFill>
            <a:gsLst>
              <a:gs pos="0">
                <a:schemeClr val="accent6">
                  <a:alpha val="25018"/>
                </a:schemeClr>
              </a:gs>
              <a:gs pos="64000">
                <a:schemeClr val="accent1">
                  <a:alpha val="22694"/>
                </a:schemeClr>
              </a:gs>
              <a:gs pos="100000">
                <a:schemeClr val="accent1">
                  <a:alpha val="8768"/>
                </a:schemeClr>
              </a:gs>
            </a:gsLst>
            <a:path path="circle">
              <a:fillToRect l="62278" t="119636" r="37721" b="-19636"/>
            </a:path>
          </a:gradFill>
          <a:ln w="12700">
            <a:miter lim="400000"/>
          </a:ln>
        </p:spPr>
        <p:txBody>
          <a:bodyPr lIns="0" tIns="0" rIns="0" bIns="0" anchor="b"/>
          <a:lstStyle/>
          <a:p>
            <a:pPr>
              <a:defRPr sz="4000"/>
            </a:pPr>
            <a:endParaRPr sz="2000"/>
          </a:p>
        </p:txBody>
      </p:sp>
      <p:sp>
        <p:nvSpPr>
          <p:cNvPr id="2532" name="Body Level One…"/>
          <p:cNvSpPr txBox="1">
            <a:spLocks noGrp="1"/>
          </p:cNvSpPr>
          <p:nvPr>
            <p:ph type="body" sz="quarter" idx="1" hasCustomPrompt="1"/>
          </p:nvPr>
        </p:nvSpPr>
        <p:spPr>
          <a:xfrm>
            <a:off x="457199" y="1430830"/>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533" name="Morbi in sem quis dui placerat ornare. Pellentesque odio nisi euismod in pharetra a ultricies in diam. Sed arcu. Cras consequat."/>
          <p:cNvSpPr txBox="1">
            <a:spLocks noGrp="1"/>
          </p:cNvSpPr>
          <p:nvPr>
            <p:ph type="title" hasCustomPrompt="1"/>
          </p:nvPr>
        </p:nvSpPr>
        <p:spPr>
          <a:xfrm>
            <a:off x="633119" y="1881976"/>
            <a:ext cx="10217444" cy="2686598"/>
          </a:xfrm>
          <a:prstGeom prst="rect">
            <a:avLst/>
          </a:prstGeom>
        </p:spPr>
        <p:txBody>
          <a:bodyPr/>
          <a:lstStyle>
            <a:lvl1pPr>
              <a:lnSpc>
                <a:spcPts val="5000"/>
              </a:lnSpc>
              <a:defRPr sz="4500" b="1" spc="-75"/>
            </a:lvl1pPr>
          </a:lstStyle>
          <a:p>
            <a:r>
              <a:t>Morbi in sem quis dui placerat ornare. Pellentesque odio nisi euismod in pharetra a ultricies in diam. Sed arcu. Cras consequat. </a:t>
            </a:r>
          </a:p>
        </p:txBody>
      </p:sp>
      <p:sp>
        <p:nvSpPr>
          <p:cNvPr id="2534" name="Text Placeholder 2"/>
          <p:cNvSpPr>
            <a:spLocks noGrp="1"/>
          </p:cNvSpPr>
          <p:nvPr>
            <p:ph type="body" sz="quarter" idx="21" hasCustomPrompt="1"/>
          </p:nvPr>
        </p:nvSpPr>
        <p:spPr>
          <a:xfrm>
            <a:off x="633119" y="1154383"/>
            <a:ext cx="10217444" cy="541555"/>
          </a:xfrm>
          <a:prstGeom prst="rect">
            <a:avLst/>
          </a:prstGeom>
          <a:noFill/>
          <a:ln w="12700">
            <a:noFill/>
            <a:miter lim="400000"/>
          </a:ln>
        </p:spPr>
        <p:txBody>
          <a:bodyPr lIns="0" tIns="0" rIns="0" bIns="0" anchor="t"/>
          <a:lstStyle>
            <a:lvl1pPr defTabSz="457200">
              <a:spcBef>
                <a:spcPts val="900"/>
              </a:spcBef>
              <a:defRPr sz="3250" spc="-100">
                <a:solidFill>
                  <a:srgbClr val="FFFFFF"/>
                </a:solidFill>
              </a:defRPr>
            </a:lvl1pPr>
          </a:lstStyle>
          <a:p>
            <a:r>
              <a:t>Section Subheading</a:t>
            </a:r>
          </a:p>
        </p:txBody>
      </p:sp>
      <p:sp>
        <p:nvSpPr>
          <p:cNvPr id="2535"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2536" name="Text Placeholder 10"/>
          <p:cNvSpPr>
            <a:spLocks noGrp="1"/>
          </p:cNvSpPr>
          <p:nvPr>
            <p:ph type="body" sz="quarter" idx="22"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sp>
        <p:nvSpPr>
          <p:cNvPr id="2537" name="Text Placeholder 14"/>
          <p:cNvSpPr>
            <a:spLocks noGrp="1"/>
          </p:cNvSpPr>
          <p:nvPr>
            <p:ph type="body" sz="quarter" idx="23"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2538" name="Text Placeholder 4"/>
          <p:cNvSpPr>
            <a:spLocks noGrp="1"/>
          </p:cNvSpPr>
          <p:nvPr>
            <p:ph type="body" sz="quarter" idx="24" hasCustomPrompt="1"/>
          </p:nvPr>
        </p:nvSpPr>
        <p:spPr>
          <a:xfrm>
            <a:off x="3545297" y="386626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rgbClr val="FFFFFF">
                        <a:alpha val="15121"/>
                      </a:srgbClr>
                    </a:gs>
                    <a:gs pos="50000">
                      <a:srgbClr val="FFFFFF">
                        <a:alpha val="0"/>
                      </a:srgbClr>
                    </a:gs>
                  </a:gsLst>
                  <a:lin ang="5400000" scaled="0"/>
                </a:gradFill>
                <a:latin typeface="Avenir Next LT Pro Demi"/>
                <a:ea typeface="Avenir Next LT Pro Demi"/>
                <a:cs typeface="Avenir Next LT Pro Demi"/>
                <a:sym typeface="Avenir Next LT Pro Demi"/>
              </a:defRPr>
            </a:lvl1pPr>
          </a:lstStyle>
          <a:p>
            <a:r>
              <a:t>❞</a:t>
            </a:r>
          </a:p>
        </p:txBody>
      </p:sp>
      <p:pic>
        <p:nvPicPr>
          <p:cNvPr id="2539" name="Picture 5" descr="Picture 5"/>
          <p:cNvPicPr>
            <a:picLocks noChangeAspect="1"/>
          </p:cNvPicPr>
          <p:nvPr/>
        </p:nvPicPr>
        <p:blipFill>
          <a:blip r:embed="rId2"/>
          <a:stretch>
            <a:fillRect/>
          </a:stretch>
        </p:blipFill>
        <p:spPr>
          <a:xfrm>
            <a:off x="406450" y="6399104"/>
            <a:ext cx="1057001" cy="205243"/>
          </a:xfrm>
          <a:prstGeom prst="rect">
            <a:avLst/>
          </a:prstGeom>
          <a:ln w="12700">
            <a:miter lim="400000"/>
          </a:ln>
        </p:spPr>
      </p:pic>
      <p:sp>
        <p:nvSpPr>
          <p:cNvPr id="2540" name="Text Placeholder 22"/>
          <p:cNvSpPr>
            <a:spLocks noGrp="1"/>
          </p:cNvSpPr>
          <p:nvPr>
            <p:ph type="body" sz="quarter" idx="25" hasCustomPrompt="1"/>
          </p:nvPr>
        </p:nvSpPr>
        <p:spPr>
          <a:xfrm>
            <a:off x="650874" y="5185580"/>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873118900"/>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tx">
  <p:cSld name="Big text / Quotes / Testimonials over Background Image">
    <p:bg>
      <p:bgPr>
        <a:solidFill>
          <a:srgbClr val="FFFFFF"/>
        </a:solidFill>
        <a:effectLst/>
      </p:bgPr>
    </p:bg>
    <p:spTree>
      <p:nvGrpSpPr>
        <p:cNvPr id="1" name=""/>
        <p:cNvGrpSpPr/>
        <p:nvPr/>
      </p:nvGrpSpPr>
      <p:grpSpPr>
        <a:xfrm>
          <a:off x="0" y="0"/>
          <a:ext cx="0" cy="0"/>
          <a:chOff x="0" y="0"/>
          <a:chExt cx="0" cy="0"/>
        </a:xfrm>
      </p:grpSpPr>
      <p:sp>
        <p:nvSpPr>
          <p:cNvPr id="2547" name="Picture Placeholder 9"/>
          <p:cNvSpPr>
            <a:spLocks noGrp="1"/>
          </p:cNvSpPr>
          <p:nvPr>
            <p:ph type="pic" idx="21"/>
          </p:nvPr>
        </p:nvSpPr>
        <p:spPr>
          <a:xfrm>
            <a:off x="0" y="0"/>
            <a:ext cx="12192000" cy="6858000"/>
          </a:xfrm>
          <a:prstGeom prst="rect">
            <a:avLst/>
          </a:prstGeom>
          <a:noFill/>
          <a:ln w="12700">
            <a:noFill/>
            <a:miter lim="400000"/>
          </a:ln>
        </p:spPr>
        <p:txBody>
          <a:bodyPr lIns="91439" tIns="45719" rIns="91439" bIns="45719" anchor="t">
            <a:noAutofit/>
          </a:bodyPr>
          <a:lstStyle/>
          <a:p>
            <a:endParaRPr/>
          </a:p>
        </p:txBody>
      </p:sp>
      <p:sp>
        <p:nvSpPr>
          <p:cNvPr id="2548" name="Body Level One…"/>
          <p:cNvSpPr txBox="1">
            <a:spLocks noGrp="1"/>
          </p:cNvSpPr>
          <p:nvPr>
            <p:ph type="body" sz="quarter" idx="1" hasCustomPrompt="1"/>
          </p:nvPr>
        </p:nvSpPr>
        <p:spPr>
          <a:xfrm>
            <a:off x="457199" y="1430830"/>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chemeClr val="accent1">
                        <a:alpha val="30000"/>
                      </a:schemeClr>
                    </a:gs>
                    <a:gs pos="89000">
                      <a:schemeClr val="accent1">
                        <a:alpha val="0"/>
                      </a:scheme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549" name="Morbi in sem quis dui placerat ornare. Pellentesque odio nisi euismod in pharetra a ultricies in diam. Sed arcu. Cras consequat."/>
          <p:cNvSpPr txBox="1">
            <a:spLocks noGrp="1"/>
          </p:cNvSpPr>
          <p:nvPr>
            <p:ph type="title" hasCustomPrompt="1"/>
          </p:nvPr>
        </p:nvSpPr>
        <p:spPr>
          <a:xfrm>
            <a:off x="633119" y="1881976"/>
            <a:ext cx="10217444" cy="1283817"/>
          </a:xfrm>
          <a:prstGeom prst="rect">
            <a:avLst/>
          </a:prstGeom>
        </p:spPr>
        <p:txBody>
          <a:bodyPr/>
          <a:lstStyle>
            <a:lvl1pPr>
              <a:lnSpc>
                <a:spcPts val="5000"/>
              </a:lnSpc>
              <a:defRPr sz="4500" b="1" spc="-75">
                <a:solidFill>
                  <a:srgbClr val="000000"/>
                </a:solidFill>
              </a:defRPr>
            </a:lvl1pPr>
          </a:lstStyle>
          <a:p>
            <a:r>
              <a:t>Morbi in sem quis dui placerat ornare. Pellentesque odio nisi euismod in pharetra a ultricies in diam. Sed arcu. Cras consequat. </a:t>
            </a:r>
          </a:p>
        </p:txBody>
      </p:sp>
      <p:sp>
        <p:nvSpPr>
          <p:cNvPr id="2550" name="Text Placeholder 2"/>
          <p:cNvSpPr>
            <a:spLocks noGrp="1"/>
          </p:cNvSpPr>
          <p:nvPr>
            <p:ph type="body" sz="quarter" idx="22" hasCustomPrompt="1"/>
          </p:nvPr>
        </p:nvSpPr>
        <p:spPr>
          <a:xfrm>
            <a:off x="633119" y="1154383"/>
            <a:ext cx="10217444" cy="541555"/>
          </a:xfrm>
          <a:prstGeom prst="rect">
            <a:avLst/>
          </a:prstGeom>
          <a:noFill/>
          <a:ln w="12700">
            <a:noFill/>
            <a:miter lim="400000"/>
          </a:ln>
        </p:spPr>
        <p:txBody>
          <a:bodyPr lIns="0" tIns="0" rIns="0" bIns="0" anchor="t"/>
          <a:lstStyle>
            <a:lvl1pPr defTabSz="457200">
              <a:spcBef>
                <a:spcPts val="900"/>
              </a:spcBef>
              <a:defRPr sz="3250" spc="-100">
                <a:solidFill>
                  <a:srgbClr val="000000"/>
                </a:solidFill>
              </a:defRPr>
            </a:lvl1pPr>
          </a:lstStyle>
          <a:p>
            <a:r>
              <a:t>Section Subheading</a:t>
            </a:r>
          </a:p>
        </p:txBody>
      </p:sp>
      <p:sp>
        <p:nvSpPr>
          <p:cNvPr id="2551"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552"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553"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554" name="Text Placeholder 4"/>
          <p:cNvSpPr>
            <a:spLocks noGrp="1"/>
          </p:cNvSpPr>
          <p:nvPr>
            <p:ph type="body" sz="quarter" idx="25" hasCustomPrompt="1"/>
          </p:nvPr>
        </p:nvSpPr>
        <p:spPr>
          <a:xfrm>
            <a:off x="3545297" y="386626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chemeClr val="accent1">
                        <a:alpha val="20000"/>
                      </a:schemeClr>
                    </a:gs>
                    <a:gs pos="52000">
                      <a:schemeClr val="accent1">
                        <a:alpha val="0"/>
                      </a:schemeClr>
                    </a:gs>
                  </a:gsLst>
                  <a:lin ang="5400000" scaled="0"/>
                </a:gradFill>
                <a:latin typeface="Avenir Next LT Pro Demi"/>
                <a:ea typeface="Avenir Next LT Pro Demi"/>
                <a:cs typeface="Avenir Next LT Pro Demi"/>
                <a:sym typeface="Avenir Next LT Pro Demi"/>
              </a:defRPr>
            </a:lvl1pPr>
          </a:lstStyle>
          <a:p>
            <a:r>
              <a:t>❞</a:t>
            </a:r>
          </a:p>
        </p:txBody>
      </p:sp>
      <p:pic>
        <p:nvPicPr>
          <p:cNvPr id="2555" name="Picture 11" descr="Picture 11"/>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556" name="Text Placeholder 22"/>
          <p:cNvSpPr>
            <a:spLocks noGrp="1"/>
          </p:cNvSpPr>
          <p:nvPr>
            <p:ph type="body" sz="quarter" idx="26" hasCustomPrompt="1"/>
          </p:nvPr>
        </p:nvSpPr>
        <p:spPr>
          <a:xfrm>
            <a:off x="650874" y="5185580"/>
            <a:ext cx="2435686" cy="530390"/>
          </a:xfrm>
          <a:prstGeom prst="rect">
            <a:avLst/>
          </a:prstGeom>
          <a:noFill/>
          <a:ln w="12700">
            <a:noFill/>
            <a:miter lim="400000"/>
          </a:ln>
        </p:spPr>
        <p:txBody>
          <a:bodyPr lIns="0" tIns="0" rIns="0" bIns="0" anchor="t"/>
          <a:lstStyle>
            <a:lvl1pPr defTabSz="457200">
              <a:defRPr sz="1500" spc="-50">
                <a:solidFill>
                  <a:srgbClr val="808080"/>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4019648531"/>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tx">
  <p:cSld name="Big text / Quotes / Testimonials Over Colored Background Image">
    <p:bg>
      <p:bgPr>
        <a:solidFill>
          <a:srgbClr val="FFFFFF"/>
        </a:solidFill>
        <a:effectLst/>
      </p:bgPr>
    </p:bg>
    <p:spTree>
      <p:nvGrpSpPr>
        <p:cNvPr id="1" name=""/>
        <p:cNvGrpSpPr/>
        <p:nvPr/>
      </p:nvGrpSpPr>
      <p:grpSpPr>
        <a:xfrm>
          <a:off x="0" y="0"/>
          <a:ext cx="0" cy="0"/>
          <a:chOff x="0" y="0"/>
          <a:chExt cx="0" cy="0"/>
        </a:xfrm>
      </p:grpSpPr>
      <p:sp>
        <p:nvSpPr>
          <p:cNvPr id="2563" name="Picture Placeholder 9"/>
          <p:cNvSpPr>
            <a:spLocks noGrp="1"/>
          </p:cNvSpPr>
          <p:nvPr>
            <p:ph type="pic" idx="21"/>
          </p:nvPr>
        </p:nvSpPr>
        <p:spPr>
          <a:xfrm>
            <a:off x="0" y="0"/>
            <a:ext cx="12192000" cy="6858000"/>
          </a:xfrm>
          <a:prstGeom prst="rect">
            <a:avLst/>
          </a:prstGeom>
          <a:noFill/>
          <a:ln w="12700">
            <a:noFill/>
            <a:miter lim="400000"/>
          </a:ln>
        </p:spPr>
        <p:txBody>
          <a:bodyPr lIns="91439" tIns="45719" rIns="91439" bIns="45719" anchor="t">
            <a:noAutofit/>
          </a:bodyPr>
          <a:lstStyle/>
          <a:p>
            <a:endParaRPr/>
          </a:p>
        </p:txBody>
      </p:sp>
      <p:sp>
        <p:nvSpPr>
          <p:cNvPr id="2564" name="Body Level One…"/>
          <p:cNvSpPr txBox="1">
            <a:spLocks noGrp="1"/>
          </p:cNvSpPr>
          <p:nvPr>
            <p:ph type="body" sz="quarter" idx="1" hasCustomPrompt="1"/>
          </p:nvPr>
        </p:nvSpPr>
        <p:spPr>
          <a:xfrm>
            <a:off x="457199" y="1430830"/>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565" name="Morbi in sem quis dui placerat ornare. Pellentesque odio nisi euismod in pharetra a ultricies in diam. Sed arcu. Cras consequat."/>
          <p:cNvSpPr txBox="1">
            <a:spLocks noGrp="1"/>
          </p:cNvSpPr>
          <p:nvPr>
            <p:ph type="title" hasCustomPrompt="1"/>
          </p:nvPr>
        </p:nvSpPr>
        <p:spPr>
          <a:xfrm>
            <a:off x="633119" y="1881976"/>
            <a:ext cx="10217444" cy="1302643"/>
          </a:xfrm>
          <a:prstGeom prst="rect">
            <a:avLst/>
          </a:prstGeom>
        </p:spPr>
        <p:txBody>
          <a:bodyPr/>
          <a:lstStyle>
            <a:lvl1pPr>
              <a:lnSpc>
                <a:spcPts val="5000"/>
              </a:lnSpc>
              <a:defRPr sz="4500" b="1" spc="-75"/>
            </a:lvl1pPr>
          </a:lstStyle>
          <a:p>
            <a:r>
              <a:t>Morbi in sem quis dui placerat ornare. Pellentesque odio nisi euismod in pharetra a ultricies in diam. Sed arcu. Cras consequat. </a:t>
            </a:r>
          </a:p>
        </p:txBody>
      </p:sp>
      <p:sp>
        <p:nvSpPr>
          <p:cNvPr id="2566" name="Text Placeholder 2"/>
          <p:cNvSpPr>
            <a:spLocks noGrp="1"/>
          </p:cNvSpPr>
          <p:nvPr>
            <p:ph type="body" sz="quarter" idx="22" hasCustomPrompt="1"/>
          </p:nvPr>
        </p:nvSpPr>
        <p:spPr>
          <a:xfrm>
            <a:off x="633119" y="1154383"/>
            <a:ext cx="10217444" cy="541555"/>
          </a:xfrm>
          <a:prstGeom prst="rect">
            <a:avLst/>
          </a:prstGeom>
          <a:noFill/>
          <a:ln w="12700">
            <a:noFill/>
            <a:miter lim="400000"/>
          </a:ln>
        </p:spPr>
        <p:txBody>
          <a:bodyPr lIns="0" tIns="0" rIns="0" bIns="0" anchor="t"/>
          <a:lstStyle>
            <a:lvl1pPr defTabSz="457200">
              <a:spcBef>
                <a:spcPts val="900"/>
              </a:spcBef>
              <a:defRPr sz="3250" spc="-100">
                <a:solidFill>
                  <a:srgbClr val="FFFFFF"/>
                </a:solidFill>
              </a:defRPr>
            </a:lvl1pPr>
          </a:lstStyle>
          <a:p>
            <a:r>
              <a:t>Section Subheading</a:t>
            </a:r>
          </a:p>
        </p:txBody>
      </p:sp>
      <p:sp>
        <p:nvSpPr>
          <p:cNvPr id="2567"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2568"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sp>
        <p:nvSpPr>
          <p:cNvPr id="2569"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2570" name="Text Placeholder 4"/>
          <p:cNvSpPr>
            <a:spLocks noGrp="1"/>
          </p:cNvSpPr>
          <p:nvPr>
            <p:ph type="body" sz="quarter" idx="25" hasCustomPrompt="1"/>
          </p:nvPr>
        </p:nvSpPr>
        <p:spPr>
          <a:xfrm>
            <a:off x="3545297" y="386626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rgbClr val="FFFFFF">
                        <a:alpha val="20000"/>
                      </a:srgbClr>
                    </a:gs>
                    <a:gs pos="52000">
                      <a:srgbClr val="FFFFFF">
                        <a:alpha val="0"/>
                      </a:srgbClr>
                    </a:gs>
                  </a:gsLst>
                  <a:lin ang="5400000" scaled="0"/>
                </a:gradFill>
                <a:latin typeface="Avenir Next LT Pro Demi"/>
                <a:ea typeface="Avenir Next LT Pro Demi"/>
                <a:cs typeface="Avenir Next LT Pro Demi"/>
                <a:sym typeface="Avenir Next LT Pro Demi"/>
              </a:defRPr>
            </a:lvl1pPr>
          </a:lstStyle>
          <a:p>
            <a:r>
              <a:t>❞</a:t>
            </a:r>
          </a:p>
        </p:txBody>
      </p:sp>
      <p:pic>
        <p:nvPicPr>
          <p:cNvPr id="2571" name="Picture 11" descr="Picture 11"/>
          <p:cNvPicPr>
            <a:picLocks noChangeAspect="1"/>
          </p:cNvPicPr>
          <p:nvPr/>
        </p:nvPicPr>
        <p:blipFill>
          <a:blip r:embed="rId2"/>
          <a:stretch>
            <a:fillRect/>
          </a:stretch>
        </p:blipFill>
        <p:spPr>
          <a:xfrm>
            <a:off x="406450" y="6399104"/>
            <a:ext cx="1057001" cy="205243"/>
          </a:xfrm>
          <a:prstGeom prst="rect">
            <a:avLst/>
          </a:prstGeom>
          <a:ln w="12700">
            <a:miter lim="400000"/>
          </a:ln>
        </p:spPr>
      </p:pic>
      <p:sp>
        <p:nvSpPr>
          <p:cNvPr id="2572" name="Text Placeholder 22"/>
          <p:cNvSpPr>
            <a:spLocks noGrp="1"/>
          </p:cNvSpPr>
          <p:nvPr>
            <p:ph type="body" sz="quarter" idx="26" hasCustomPrompt="1"/>
          </p:nvPr>
        </p:nvSpPr>
        <p:spPr>
          <a:xfrm>
            <a:off x="650874" y="5185580"/>
            <a:ext cx="2435686" cy="530390"/>
          </a:xfrm>
          <a:prstGeom prst="rect">
            <a:avLst/>
          </a:prstGeom>
          <a:noFill/>
          <a:ln w="12700">
            <a:noFill/>
            <a:miter lim="400000"/>
          </a:ln>
        </p:spPr>
        <p:txBody>
          <a:bodyPr lIns="0" tIns="0" rIns="0" bIns="0" anchor="t"/>
          <a:lstStyle>
            <a:lvl1pPr defTabSz="457200">
              <a:defRPr sz="1500" spc="-50">
                <a:solidFill>
                  <a:srgbClr val="FFFFFF"/>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3607248874"/>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x">
  <p:cSld name="Big text / Quotes / Testimonials Over Dark Background Image">
    <p:spTree>
      <p:nvGrpSpPr>
        <p:cNvPr id="1" name=""/>
        <p:cNvGrpSpPr/>
        <p:nvPr/>
      </p:nvGrpSpPr>
      <p:grpSpPr>
        <a:xfrm>
          <a:off x="0" y="0"/>
          <a:ext cx="0" cy="0"/>
          <a:chOff x="0" y="0"/>
          <a:chExt cx="0" cy="0"/>
        </a:xfrm>
      </p:grpSpPr>
      <p:sp>
        <p:nvSpPr>
          <p:cNvPr id="2579" name="Picture Placeholder 9"/>
          <p:cNvSpPr>
            <a:spLocks noGrp="1"/>
          </p:cNvSpPr>
          <p:nvPr>
            <p:ph type="pic" idx="21"/>
          </p:nvPr>
        </p:nvSpPr>
        <p:spPr>
          <a:xfrm>
            <a:off x="0" y="0"/>
            <a:ext cx="12192000" cy="6858000"/>
          </a:xfrm>
          <a:prstGeom prst="rect">
            <a:avLst/>
          </a:prstGeom>
          <a:noFill/>
          <a:ln w="12700">
            <a:noFill/>
            <a:miter lim="400000"/>
          </a:ln>
        </p:spPr>
        <p:txBody>
          <a:bodyPr lIns="91439" tIns="45719" rIns="91439" bIns="45719" anchor="t">
            <a:noAutofit/>
          </a:bodyPr>
          <a:lstStyle/>
          <a:p>
            <a:endParaRPr/>
          </a:p>
        </p:txBody>
      </p:sp>
      <p:sp>
        <p:nvSpPr>
          <p:cNvPr id="2580" name="Body Level One…"/>
          <p:cNvSpPr txBox="1">
            <a:spLocks noGrp="1"/>
          </p:cNvSpPr>
          <p:nvPr>
            <p:ph type="body" sz="quarter" idx="1" hasCustomPrompt="1"/>
          </p:nvPr>
        </p:nvSpPr>
        <p:spPr>
          <a:xfrm>
            <a:off x="457199" y="1430830"/>
            <a:ext cx="1386657" cy="992021"/>
          </a:xfrm>
          <a:prstGeom prst="rect">
            <a:avLst/>
          </a:prstGeom>
          <a:noFill/>
          <a:ln w="12700">
            <a:noFill/>
            <a:miter lim="400000"/>
          </a:ln>
        </p:spPr>
        <p:txBody>
          <a:bodyPr lIns="0" tIns="0" rIns="0" bIns="0" anchor="t"/>
          <a:lstStyle>
            <a:lvl1pPr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1pPr>
            <a:lvl2pPr marL="4245000" indent="-3750000"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2pPr>
            <a:lvl3pPr marL="4026001" indent="-3000001"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3pPr>
            <a:lvl4pPr marL="5226000" indent="-3749999"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4pPr>
            <a:lvl5pPr marL="5676001" indent="-3750001" defTabSz="457200">
              <a:lnSpc>
                <a:spcPct val="80000"/>
              </a:lnSpc>
              <a:spcBef>
                <a:spcPts val="900"/>
              </a:spcBef>
              <a:defRPr sz="25000" spc="-500">
                <a:gradFill flip="none" rotWithShape="1">
                  <a:gsLst>
                    <a:gs pos="0">
                      <a:srgbClr val="FFFFFF">
                        <a:alpha val="30000"/>
                      </a:srgbClr>
                    </a:gs>
                    <a:gs pos="89000">
                      <a:srgbClr val="FFFFFF">
                        <a:alpha val="0"/>
                      </a:srgbClr>
                    </a:gs>
                  </a:gsLst>
                  <a:lin ang="16200000" scaled="0"/>
                </a:gradFill>
                <a:latin typeface="Avenir Next LT Pro Demi"/>
                <a:ea typeface="Avenir Next LT Pro Demi"/>
                <a:cs typeface="Avenir Next LT Pro Demi"/>
                <a:sym typeface="Avenir Next LT Pro Demi"/>
              </a:defRPr>
            </a:lvl5pPr>
          </a:lstStyle>
          <a:p>
            <a:r>
              <a:t>❝</a:t>
            </a:r>
          </a:p>
          <a:p>
            <a:pPr lvl="1"/>
            <a:endParaRPr/>
          </a:p>
          <a:p>
            <a:pPr lvl="2"/>
            <a:endParaRPr/>
          </a:p>
          <a:p>
            <a:pPr lvl="3"/>
            <a:endParaRPr/>
          </a:p>
          <a:p>
            <a:pPr lvl="4"/>
            <a:endParaRPr/>
          </a:p>
        </p:txBody>
      </p:sp>
      <p:sp>
        <p:nvSpPr>
          <p:cNvPr id="2581" name="Morbi in sem quis dui placerat ornare. Pellentesque odio nisi euismod in pharetra a ultricies in diam. Sed arcu. Cras consequat."/>
          <p:cNvSpPr txBox="1">
            <a:spLocks noGrp="1"/>
          </p:cNvSpPr>
          <p:nvPr>
            <p:ph type="title" hasCustomPrompt="1"/>
          </p:nvPr>
        </p:nvSpPr>
        <p:spPr>
          <a:xfrm>
            <a:off x="633119" y="1881976"/>
            <a:ext cx="10217444" cy="1302643"/>
          </a:xfrm>
          <a:prstGeom prst="rect">
            <a:avLst/>
          </a:prstGeom>
        </p:spPr>
        <p:txBody>
          <a:bodyPr/>
          <a:lstStyle>
            <a:lvl1pPr>
              <a:lnSpc>
                <a:spcPts val="5000"/>
              </a:lnSpc>
              <a:defRPr sz="4500" b="1" spc="-75"/>
            </a:lvl1pPr>
          </a:lstStyle>
          <a:p>
            <a:r>
              <a:t>Morbi in sem quis dui placerat ornare. Pellentesque odio nisi euismod in pharetra a ultricies in diam. Sed arcu. Cras consequat. </a:t>
            </a:r>
          </a:p>
        </p:txBody>
      </p:sp>
      <p:sp>
        <p:nvSpPr>
          <p:cNvPr id="2582" name="Text Placeholder 2"/>
          <p:cNvSpPr>
            <a:spLocks noGrp="1"/>
          </p:cNvSpPr>
          <p:nvPr>
            <p:ph type="body" sz="quarter" idx="22" hasCustomPrompt="1"/>
          </p:nvPr>
        </p:nvSpPr>
        <p:spPr>
          <a:xfrm>
            <a:off x="633119" y="1154383"/>
            <a:ext cx="10217444" cy="541555"/>
          </a:xfrm>
          <a:prstGeom prst="rect">
            <a:avLst/>
          </a:prstGeom>
          <a:noFill/>
          <a:ln w="12700">
            <a:noFill/>
            <a:miter lim="400000"/>
          </a:ln>
        </p:spPr>
        <p:txBody>
          <a:bodyPr lIns="0" tIns="0" rIns="0" bIns="0" anchor="t"/>
          <a:lstStyle>
            <a:lvl1pPr defTabSz="457200">
              <a:spcBef>
                <a:spcPts val="900"/>
              </a:spcBef>
              <a:defRPr sz="3250" spc="-100">
                <a:solidFill>
                  <a:srgbClr val="FFFFFF"/>
                </a:solidFill>
              </a:defRPr>
            </a:lvl1pPr>
          </a:lstStyle>
          <a:p>
            <a:r>
              <a:t>Section Subheading</a:t>
            </a:r>
          </a:p>
        </p:txBody>
      </p:sp>
      <p:sp>
        <p:nvSpPr>
          <p:cNvPr id="2583" name="Slide Number"/>
          <p:cNvSpPr txBox="1">
            <a:spLocks noGrp="1"/>
          </p:cNvSpPr>
          <p:nvPr>
            <p:ph type="sldNum" sz="quarter" idx="2"/>
          </p:nvPr>
        </p:nvSpPr>
        <p:spPr>
          <a:xfrm>
            <a:off x="11667984" y="6448839"/>
            <a:ext cx="150682" cy="153888"/>
          </a:xfrm>
          <a:prstGeom prst="rect">
            <a:avLst/>
          </a:prstGeom>
        </p:spPr>
        <p:txBody>
          <a:bodyPr/>
          <a:lstStyle/>
          <a:p>
            <a:fld id="{86CB4B4D-7CA3-9044-876B-883B54F8677D}" type="slidenum">
              <a:t>‹#›</a:t>
            </a:fld>
            <a:endParaRPr/>
          </a:p>
        </p:txBody>
      </p:sp>
      <p:sp>
        <p:nvSpPr>
          <p:cNvPr id="2584" name="Text Placeholder 10"/>
          <p:cNvSpPr>
            <a:spLocks noGrp="1"/>
          </p:cNvSpPr>
          <p:nvPr>
            <p:ph type="body" sz="quarter" idx="23"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FFFFFF"/>
                </a:solidFill>
              </a:defRPr>
            </a:lvl1pPr>
          </a:lstStyle>
          <a:p>
            <a:r>
              <a:t>Click to edit Master text  |</a:t>
            </a:r>
          </a:p>
        </p:txBody>
      </p:sp>
      <p:sp>
        <p:nvSpPr>
          <p:cNvPr id="2585" name="Text Placeholder 14"/>
          <p:cNvSpPr>
            <a:spLocks noGrp="1"/>
          </p:cNvSpPr>
          <p:nvPr>
            <p:ph type="body" sz="quarter" idx="24"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FFFFFF"/>
                </a:solidFill>
              </a:defRPr>
            </a:lvl1pPr>
          </a:lstStyle>
          <a:p>
            <a:r>
              <a:t>Click to edit footnote</a:t>
            </a:r>
          </a:p>
        </p:txBody>
      </p:sp>
      <p:sp>
        <p:nvSpPr>
          <p:cNvPr id="2586" name="Text Placeholder 4"/>
          <p:cNvSpPr>
            <a:spLocks noGrp="1"/>
          </p:cNvSpPr>
          <p:nvPr>
            <p:ph type="body" sz="quarter" idx="25" hasCustomPrompt="1"/>
          </p:nvPr>
        </p:nvSpPr>
        <p:spPr>
          <a:xfrm>
            <a:off x="3545297" y="3866264"/>
            <a:ext cx="1386657" cy="992021"/>
          </a:xfrm>
          <a:prstGeom prst="rect">
            <a:avLst/>
          </a:prstGeom>
          <a:noFill/>
          <a:ln w="12700">
            <a:noFill/>
            <a:miter lim="400000"/>
          </a:ln>
        </p:spPr>
        <p:txBody>
          <a:bodyPr lIns="0" tIns="0" rIns="0" bIns="0" anchor="t"/>
          <a:lstStyle>
            <a:lvl1pPr defTabSz="182880">
              <a:lnSpc>
                <a:spcPct val="80000"/>
              </a:lnSpc>
              <a:spcBef>
                <a:spcPts val="350"/>
              </a:spcBef>
              <a:defRPr sz="10000" spc="-200">
                <a:gradFill flip="none" rotWithShape="1">
                  <a:gsLst>
                    <a:gs pos="0">
                      <a:srgbClr val="FFFFFF">
                        <a:alpha val="20000"/>
                      </a:srgbClr>
                    </a:gs>
                    <a:gs pos="52000">
                      <a:srgbClr val="FFFFFF">
                        <a:alpha val="0"/>
                      </a:srgbClr>
                    </a:gs>
                  </a:gsLst>
                  <a:lin ang="5400000" scaled="0"/>
                </a:gradFill>
                <a:latin typeface="Avenir Next LT Pro Demi"/>
                <a:ea typeface="Avenir Next LT Pro Demi"/>
                <a:cs typeface="Avenir Next LT Pro Demi"/>
                <a:sym typeface="Avenir Next LT Pro Demi"/>
              </a:defRPr>
            </a:lvl1pPr>
          </a:lstStyle>
          <a:p>
            <a:r>
              <a:t>❞</a:t>
            </a:r>
          </a:p>
        </p:txBody>
      </p:sp>
      <p:pic>
        <p:nvPicPr>
          <p:cNvPr id="2587" name="Picture 11" descr="Picture 11"/>
          <p:cNvPicPr>
            <a:picLocks noChangeAspect="1"/>
          </p:cNvPicPr>
          <p:nvPr/>
        </p:nvPicPr>
        <p:blipFill>
          <a:blip r:embed="rId2"/>
          <a:stretch>
            <a:fillRect/>
          </a:stretch>
        </p:blipFill>
        <p:spPr>
          <a:xfrm>
            <a:off x="406450" y="6399104"/>
            <a:ext cx="1057001" cy="205243"/>
          </a:xfrm>
          <a:prstGeom prst="rect">
            <a:avLst/>
          </a:prstGeom>
          <a:ln w="12700">
            <a:miter lim="400000"/>
          </a:ln>
        </p:spPr>
      </p:pic>
      <p:sp>
        <p:nvSpPr>
          <p:cNvPr id="2588" name="Text Placeholder 22"/>
          <p:cNvSpPr>
            <a:spLocks noGrp="1"/>
          </p:cNvSpPr>
          <p:nvPr>
            <p:ph type="body" sz="quarter" idx="26" hasCustomPrompt="1"/>
          </p:nvPr>
        </p:nvSpPr>
        <p:spPr>
          <a:xfrm>
            <a:off x="650874" y="5185580"/>
            <a:ext cx="2435686" cy="530390"/>
          </a:xfrm>
          <a:prstGeom prst="rect">
            <a:avLst/>
          </a:prstGeom>
          <a:noFill/>
          <a:ln w="12700">
            <a:noFill/>
            <a:miter lim="400000"/>
          </a:ln>
        </p:spPr>
        <p:txBody>
          <a:bodyPr lIns="0" tIns="0" rIns="0" bIns="0" anchor="t"/>
          <a:lstStyle>
            <a:lvl1pPr defTabSz="457200">
              <a:defRPr sz="1500" spc="-50">
                <a:solidFill>
                  <a:srgbClr val="FFFFFF"/>
                </a:solidFill>
                <a:latin typeface="Avenir Next LT Pro Demi"/>
                <a:ea typeface="Avenir Next LT Pro Demi"/>
                <a:cs typeface="Avenir Next LT Pro Demi"/>
                <a:sym typeface="Avenir Next LT Pro Demi"/>
              </a:defRPr>
            </a:lvl1pPr>
          </a:lstStyle>
          <a:p>
            <a:r>
              <a:t>Quote name Quote title</a:t>
            </a:r>
          </a:p>
        </p:txBody>
      </p:sp>
    </p:spTree>
    <p:extLst>
      <p:ext uri="{BB962C8B-B14F-4D97-AF65-F5344CB8AC3E}">
        <p14:creationId xmlns:p14="http://schemas.microsoft.com/office/powerpoint/2010/main" val="615580"/>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tx">
  <p:cSld name="Titles and Timeline with 5 steps">
    <p:bg>
      <p:bgPr>
        <a:solidFill>
          <a:srgbClr val="FFFFFF"/>
        </a:solidFill>
        <a:effectLst/>
      </p:bgPr>
    </p:bg>
    <p:spTree>
      <p:nvGrpSpPr>
        <p:cNvPr id="1" name=""/>
        <p:cNvGrpSpPr/>
        <p:nvPr/>
      </p:nvGrpSpPr>
      <p:grpSpPr>
        <a:xfrm>
          <a:off x="0" y="0"/>
          <a:ext cx="0" cy="0"/>
          <a:chOff x="0" y="0"/>
          <a:chExt cx="0" cy="0"/>
        </a:xfrm>
      </p:grpSpPr>
      <p:pic>
        <p:nvPicPr>
          <p:cNvPr id="2595"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596" name="Body Level One…"/>
          <p:cNvSpPr txBox="1">
            <a:spLocks noGrp="1"/>
          </p:cNvSpPr>
          <p:nvPr>
            <p:ph type="body" sz="quarter" idx="1"/>
          </p:nvPr>
        </p:nvSpPr>
        <p:spPr>
          <a:xfrm rot="5400000">
            <a:off x="5947366" y="-2520360"/>
            <a:ext cx="636" cy="11894401"/>
          </a:xfrm>
          <a:prstGeom prst="rect">
            <a:avLst/>
          </a:prstGeom>
          <a:noFill/>
          <a:ln w="38100">
            <a:solidFill>
              <a:srgbClr val="6D73E6">
                <a:alpha val="52499"/>
              </a:srgbClr>
            </a:solidFill>
            <a:round/>
          </a:ln>
        </p:spPr>
        <p:txBody>
          <a:bodyPr lIns="0" tIns="0" rIns="0" bIns="0"/>
          <a:lstStyle>
            <a:lvl1pPr marL="225000" indent="-225000" defTabSz="457200">
              <a:spcBef>
                <a:spcPts val="900"/>
              </a:spcBef>
              <a:buSzPct val="100000"/>
              <a:buFont typeface="Helvetica"/>
              <a:buChar char="•"/>
              <a:defRPr sz="2000">
                <a:solidFill>
                  <a:srgbClr val="000000"/>
                </a:solidFill>
              </a:defRPr>
            </a:lvl1pPr>
            <a:lvl2pPr marL="795000" indent="-300000" defTabSz="457200">
              <a:spcBef>
                <a:spcPts val="900"/>
              </a:spcBef>
              <a:buFont typeface="Helvetica"/>
              <a:defRPr sz="2000">
                <a:solidFill>
                  <a:srgbClr val="000000"/>
                </a:solidFill>
              </a:defRPr>
            </a:lvl2pPr>
            <a:lvl3pPr marL="0" indent="1026000" defTabSz="457200">
              <a:spcBef>
                <a:spcPts val="900"/>
              </a:spcBef>
              <a:buSzTx/>
              <a:buFont typeface="Helvetica"/>
              <a:buNone/>
              <a:defRPr sz="2000">
                <a:solidFill>
                  <a:srgbClr val="000000"/>
                </a:solidFill>
              </a:defRPr>
            </a:lvl3pPr>
            <a:lvl4pPr marL="1776000" indent="-300000" defTabSz="457200">
              <a:spcBef>
                <a:spcPts val="900"/>
              </a:spcBef>
              <a:buFont typeface="Helvetica"/>
              <a:defRPr sz="2000">
                <a:solidFill>
                  <a:srgbClr val="000000"/>
                </a:solidFill>
              </a:defRPr>
            </a:lvl4pPr>
            <a:lvl5pPr marL="2226000" indent="-300000" defTabSz="457200">
              <a:spcBef>
                <a:spcPts val="900"/>
              </a:spcBef>
              <a:buFont typeface="Helvetica"/>
              <a:defRPr sz="20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597" name="Text Placeholder 59"/>
          <p:cNvSpPr>
            <a:spLocks noGrp="1"/>
          </p:cNvSpPr>
          <p:nvPr>
            <p:ph type="body" sz="quarter" idx="21" hasCustomPrompt="1"/>
          </p:nvPr>
        </p:nvSpPr>
        <p:spPr>
          <a:xfrm rot="5400000">
            <a:off x="-637438"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598" name="Text Placeholder 59"/>
          <p:cNvSpPr>
            <a:spLocks noGrp="1"/>
          </p:cNvSpPr>
          <p:nvPr>
            <p:ph type="body" sz="quarter" idx="22" hasCustomPrompt="1"/>
          </p:nvPr>
        </p:nvSpPr>
        <p:spPr>
          <a:xfrm rot="5400000">
            <a:off x="3763026"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599" name="Text Placeholder 59"/>
          <p:cNvSpPr>
            <a:spLocks noGrp="1"/>
          </p:cNvSpPr>
          <p:nvPr>
            <p:ph type="body" sz="quarter" idx="23" hasCustomPrompt="1"/>
          </p:nvPr>
        </p:nvSpPr>
        <p:spPr>
          <a:xfrm rot="16200000">
            <a:off x="1562488"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00" name="Text Placeholder 59"/>
          <p:cNvSpPr>
            <a:spLocks noGrp="1"/>
          </p:cNvSpPr>
          <p:nvPr>
            <p:ph type="body" sz="quarter" idx="24" hasCustomPrompt="1"/>
          </p:nvPr>
        </p:nvSpPr>
        <p:spPr>
          <a:xfrm rot="16200000">
            <a:off x="5965125"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01" name="Title Text"/>
          <p:cNvSpPr txBox="1">
            <a:spLocks noGrp="1"/>
          </p:cNvSpPr>
          <p:nvPr>
            <p:ph type="title"/>
          </p:nvPr>
        </p:nvSpPr>
        <p:spPr>
          <a:xfrm>
            <a:off x="380085" y="354667"/>
            <a:ext cx="11422185" cy="386552"/>
          </a:xfrm>
          <a:prstGeom prst="rect">
            <a:avLst/>
          </a:prstGeom>
        </p:spPr>
        <p:txBody>
          <a:bodyPr/>
          <a:lstStyle>
            <a:lvl1pPr>
              <a:defRPr>
                <a:solidFill>
                  <a:srgbClr val="000000"/>
                </a:solidFill>
              </a:defRPr>
            </a:lvl1pPr>
          </a:lstStyle>
          <a:p>
            <a:r>
              <a:t>Title Text</a:t>
            </a:r>
          </a:p>
        </p:txBody>
      </p:sp>
      <p:sp>
        <p:nvSpPr>
          <p:cNvPr id="2602"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603" name="Text Placeholder 16"/>
          <p:cNvSpPr>
            <a:spLocks noGrp="1"/>
          </p:cNvSpPr>
          <p:nvPr>
            <p:ph type="body" sz="quarter" idx="25" hasCustomPrompt="1"/>
          </p:nvPr>
        </p:nvSpPr>
        <p:spPr>
          <a:xfrm>
            <a:off x="2606487"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04" name="Text Placeholder 16"/>
          <p:cNvSpPr>
            <a:spLocks noGrp="1"/>
          </p:cNvSpPr>
          <p:nvPr>
            <p:ph type="body" sz="quarter" idx="26" hasCustomPrompt="1"/>
          </p:nvPr>
        </p:nvSpPr>
        <p:spPr>
          <a:xfrm>
            <a:off x="2606487"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05" name="Text Placeholder 23"/>
          <p:cNvSpPr>
            <a:spLocks noGrp="1"/>
          </p:cNvSpPr>
          <p:nvPr>
            <p:ph type="body" sz="quarter" idx="27"/>
          </p:nvPr>
        </p:nvSpPr>
        <p:spPr>
          <a:xfrm>
            <a:off x="347294" y="3371866"/>
            <a:ext cx="115269" cy="115051"/>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06" name="Text Placeholder 23"/>
          <p:cNvSpPr>
            <a:spLocks noGrp="1"/>
          </p:cNvSpPr>
          <p:nvPr>
            <p:ph type="body" sz="quarter" idx="28"/>
          </p:nvPr>
        </p:nvSpPr>
        <p:spPr>
          <a:xfrm>
            <a:off x="2550298" y="3371866"/>
            <a:ext cx="115269" cy="115051"/>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07" name="Text Placeholder 23"/>
          <p:cNvSpPr>
            <a:spLocks noGrp="1"/>
          </p:cNvSpPr>
          <p:nvPr>
            <p:ph type="body" sz="quarter" idx="29"/>
          </p:nvPr>
        </p:nvSpPr>
        <p:spPr>
          <a:xfrm>
            <a:off x="4753303" y="3371866"/>
            <a:ext cx="115269" cy="115051"/>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08" name="Text Placeholder 23"/>
          <p:cNvSpPr>
            <a:spLocks noGrp="1"/>
          </p:cNvSpPr>
          <p:nvPr>
            <p:ph type="body" sz="quarter" idx="30"/>
          </p:nvPr>
        </p:nvSpPr>
        <p:spPr>
          <a:xfrm>
            <a:off x="6956307" y="3371866"/>
            <a:ext cx="115269" cy="115051"/>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09" name="Picture Placeholder 64"/>
          <p:cNvSpPr>
            <a:spLocks noGrp="1"/>
          </p:cNvSpPr>
          <p:nvPr>
            <p:ph type="pic" sz="quarter" idx="31"/>
          </p:nvPr>
        </p:nvSpPr>
        <p:spPr>
          <a:xfrm>
            <a:off x="2752753" y="4783310"/>
            <a:ext cx="1247115" cy="714601"/>
          </a:xfrm>
          <a:prstGeom prst="rect">
            <a:avLst/>
          </a:prstGeom>
          <a:noFill/>
          <a:ln w="12700">
            <a:noFill/>
            <a:miter lim="400000"/>
          </a:ln>
        </p:spPr>
        <p:txBody>
          <a:bodyPr lIns="91439" tIns="45719" rIns="91439" bIns="45719" anchor="t">
            <a:noAutofit/>
          </a:bodyPr>
          <a:lstStyle/>
          <a:p>
            <a:endParaRPr/>
          </a:p>
        </p:txBody>
      </p:sp>
      <p:sp>
        <p:nvSpPr>
          <p:cNvPr id="2610" name="Text Placeholder 16"/>
          <p:cNvSpPr>
            <a:spLocks noGrp="1"/>
          </p:cNvSpPr>
          <p:nvPr>
            <p:ph type="body" sz="quarter" idx="32" hasCustomPrompt="1"/>
          </p:nvPr>
        </p:nvSpPr>
        <p:spPr>
          <a:xfrm>
            <a:off x="412791"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11" name="Text Placeholder 16"/>
          <p:cNvSpPr>
            <a:spLocks noGrp="1"/>
          </p:cNvSpPr>
          <p:nvPr>
            <p:ph type="body" sz="quarter" idx="33" hasCustomPrompt="1"/>
          </p:nvPr>
        </p:nvSpPr>
        <p:spPr>
          <a:xfrm>
            <a:off x="412791"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12" name="Picture Placeholder 64"/>
          <p:cNvSpPr>
            <a:spLocks noGrp="1"/>
          </p:cNvSpPr>
          <p:nvPr>
            <p:ph type="pic" sz="quarter" idx="34"/>
          </p:nvPr>
        </p:nvSpPr>
        <p:spPr>
          <a:xfrm>
            <a:off x="559058" y="2107874"/>
            <a:ext cx="1247115" cy="714601"/>
          </a:xfrm>
          <a:prstGeom prst="rect">
            <a:avLst/>
          </a:prstGeom>
          <a:noFill/>
          <a:ln w="12700">
            <a:noFill/>
            <a:miter lim="400000"/>
          </a:ln>
        </p:spPr>
        <p:txBody>
          <a:bodyPr lIns="91439" tIns="45719" rIns="91439" bIns="45719" anchor="t">
            <a:noAutofit/>
          </a:bodyPr>
          <a:lstStyle/>
          <a:p>
            <a:endParaRPr/>
          </a:p>
        </p:txBody>
      </p:sp>
      <p:sp>
        <p:nvSpPr>
          <p:cNvPr id="2613" name="Text Placeholder 16"/>
          <p:cNvSpPr>
            <a:spLocks noGrp="1"/>
          </p:cNvSpPr>
          <p:nvPr>
            <p:ph type="body" sz="quarter" idx="35" hasCustomPrompt="1"/>
          </p:nvPr>
        </p:nvSpPr>
        <p:spPr>
          <a:xfrm>
            <a:off x="7009990"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14" name="Text Placeholder 16"/>
          <p:cNvSpPr>
            <a:spLocks noGrp="1"/>
          </p:cNvSpPr>
          <p:nvPr>
            <p:ph type="body" sz="quarter" idx="36" hasCustomPrompt="1"/>
          </p:nvPr>
        </p:nvSpPr>
        <p:spPr>
          <a:xfrm>
            <a:off x="7009990"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15" name="Picture Placeholder 64"/>
          <p:cNvSpPr>
            <a:spLocks noGrp="1"/>
          </p:cNvSpPr>
          <p:nvPr>
            <p:ph type="pic" sz="quarter" idx="37"/>
          </p:nvPr>
        </p:nvSpPr>
        <p:spPr>
          <a:xfrm>
            <a:off x="7156256" y="4783310"/>
            <a:ext cx="1247115" cy="714601"/>
          </a:xfrm>
          <a:prstGeom prst="rect">
            <a:avLst/>
          </a:prstGeom>
          <a:noFill/>
          <a:ln w="12700">
            <a:noFill/>
            <a:miter lim="400000"/>
          </a:ln>
        </p:spPr>
        <p:txBody>
          <a:bodyPr lIns="91439" tIns="45719" rIns="91439" bIns="45719" anchor="t">
            <a:noAutofit/>
          </a:bodyPr>
          <a:lstStyle/>
          <a:p>
            <a:endParaRPr/>
          </a:p>
        </p:txBody>
      </p:sp>
      <p:sp>
        <p:nvSpPr>
          <p:cNvPr id="2616" name="Text Placeholder 16"/>
          <p:cNvSpPr>
            <a:spLocks noGrp="1"/>
          </p:cNvSpPr>
          <p:nvPr>
            <p:ph type="body" sz="quarter" idx="38" hasCustomPrompt="1"/>
          </p:nvPr>
        </p:nvSpPr>
        <p:spPr>
          <a:xfrm>
            <a:off x="4811789"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17" name="Text Placeholder 16"/>
          <p:cNvSpPr>
            <a:spLocks noGrp="1"/>
          </p:cNvSpPr>
          <p:nvPr>
            <p:ph type="body" sz="quarter" idx="39" hasCustomPrompt="1"/>
          </p:nvPr>
        </p:nvSpPr>
        <p:spPr>
          <a:xfrm>
            <a:off x="4811789"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18" name="Picture Placeholder 64"/>
          <p:cNvSpPr>
            <a:spLocks noGrp="1"/>
          </p:cNvSpPr>
          <p:nvPr>
            <p:ph type="pic" sz="quarter" idx="40"/>
          </p:nvPr>
        </p:nvSpPr>
        <p:spPr>
          <a:xfrm>
            <a:off x="4958055" y="2107874"/>
            <a:ext cx="1247115" cy="714601"/>
          </a:xfrm>
          <a:prstGeom prst="rect">
            <a:avLst/>
          </a:prstGeom>
          <a:noFill/>
          <a:ln w="12700">
            <a:noFill/>
            <a:miter lim="400000"/>
          </a:ln>
        </p:spPr>
        <p:txBody>
          <a:bodyPr lIns="91439" tIns="45719" rIns="91439" bIns="45719" anchor="t">
            <a:noAutofit/>
          </a:bodyPr>
          <a:lstStyle/>
          <a:p>
            <a:endParaRPr/>
          </a:p>
        </p:txBody>
      </p:sp>
      <p:sp>
        <p:nvSpPr>
          <p:cNvPr id="2619" name="Text Placeholder 4"/>
          <p:cNvSpPr>
            <a:spLocks noGrp="1"/>
          </p:cNvSpPr>
          <p:nvPr>
            <p:ph type="body" sz="quarter" idx="41"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620" name="Text Placeholder 10"/>
          <p:cNvSpPr>
            <a:spLocks noGrp="1"/>
          </p:cNvSpPr>
          <p:nvPr>
            <p:ph type="body" sz="quarter" idx="42"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stStyle>
          <a:p>
            <a:r>
              <a:t>Click to edit Master text  |</a:t>
            </a:r>
          </a:p>
        </p:txBody>
      </p:sp>
      <p:sp>
        <p:nvSpPr>
          <p:cNvPr id="2621" name="Text Placeholder 14"/>
          <p:cNvSpPr>
            <a:spLocks noGrp="1"/>
          </p:cNvSpPr>
          <p:nvPr>
            <p:ph type="body" sz="quarter" idx="43"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2622" name="Text Placeholder 59"/>
          <p:cNvSpPr>
            <a:spLocks noGrp="1"/>
          </p:cNvSpPr>
          <p:nvPr>
            <p:ph type="body" sz="quarter" idx="44" hasCustomPrompt="1"/>
          </p:nvPr>
        </p:nvSpPr>
        <p:spPr>
          <a:xfrm rot="5400000">
            <a:off x="8174092"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23" name="Text Placeholder 23"/>
          <p:cNvSpPr>
            <a:spLocks noGrp="1"/>
          </p:cNvSpPr>
          <p:nvPr>
            <p:ph type="body" sz="quarter" idx="45"/>
          </p:nvPr>
        </p:nvSpPr>
        <p:spPr>
          <a:xfrm>
            <a:off x="9159312" y="3371866"/>
            <a:ext cx="115269" cy="115051"/>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24" name="Text Placeholder 16"/>
          <p:cNvSpPr>
            <a:spLocks noGrp="1"/>
          </p:cNvSpPr>
          <p:nvPr>
            <p:ph type="body" sz="quarter" idx="46" hasCustomPrompt="1"/>
          </p:nvPr>
        </p:nvSpPr>
        <p:spPr>
          <a:xfrm>
            <a:off x="9216820"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25" name="Text Placeholder 16"/>
          <p:cNvSpPr>
            <a:spLocks noGrp="1"/>
          </p:cNvSpPr>
          <p:nvPr>
            <p:ph type="body" sz="quarter" idx="47" hasCustomPrompt="1"/>
          </p:nvPr>
        </p:nvSpPr>
        <p:spPr>
          <a:xfrm>
            <a:off x="9216820"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26" name="Picture Placeholder 64"/>
          <p:cNvSpPr>
            <a:spLocks noGrp="1"/>
          </p:cNvSpPr>
          <p:nvPr>
            <p:ph type="pic" sz="quarter" idx="48"/>
          </p:nvPr>
        </p:nvSpPr>
        <p:spPr>
          <a:xfrm>
            <a:off x="9363087" y="2107874"/>
            <a:ext cx="1247115" cy="714601"/>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2976718673"/>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tx">
  <p:cSld name="Titles and Timeline with 7 steps">
    <p:bg>
      <p:bgPr>
        <a:solidFill>
          <a:srgbClr val="FFFFFF"/>
        </a:solidFill>
        <a:effectLst/>
      </p:bgPr>
    </p:bg>
    <p:spTree>
      <p:nvGrpSpPr>
        <p:cNvPr id="1" name=""/>
        <p:cNvGrpSpPr/>
        <p:nvPr/>
      </p:nvGrpSpPr>
      <p:grpSpPr>
        <a:xfrm>
          <a:off x="0" y="0"/>
          <a:ext cx="0" cy="0"/>
          <a:chOff x="0" y="0"/>
          <a:chExt cx="0" cy="0"/>
        </a:xfrm>
      </p:grpSpPr>
      <p:pic>
        <p:nvPicPr>
          <p:cNvPr id="2633"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634" name="Body Level One…"/>
          <p:cNvSpPr txBox="1">
            <a:spLocks noGrp="1"/>
          </p:cNvSpPr>
          <p:nvPr>
            <p:ph type="body" sz="quarter" idx="1"/>
          </p:nvPr>
        </p:nvSpPr>
        <p:spPr>
          <a:xfrm rot="5400000">
            <a:off x="5947366" y="-2520360"/>
            <a:ext cx="636" cy="11894401"/>
          </a:xfrm>
          <a:prstGeom prst="rect">
            <a:avLst/>
          </a:prstGeom>
          <a:noFill/>
          <a:ln w="38100">
            <a:solidFill>
              <a:srgbClr val="6D73E6">
                <a:alpha val="52499"/>
              </a:srgbClr>
            </a:solidFill>
            <a:round/>
          </a:ln>
        </p:spPr>
        <p:txBody>
          <a:bodyPr lIns="0" tIns="0" rIns="0" bIns="0"/>
          <a:lstStyle>
            <a:lvl1pPr marL="225000" indent="-225000" defTabSz="457200">
              <a:spcBef>
                <a:spcPts val="900"/>
              </a:spcBef>
              <a:buSzPct val="100000"/>
              <a:buFont typeface="Helvetica"/>
              <a:buChar char="•"/>
              <a:defRPr sz="2000">
                <a:solidFill>
                  <a:srgbClr val="000000"/>
                </a:solidFill>
              </a:defRPr>
            </a:lvl1pPr>
            <a:lvl2pPr marL="795000" indent="-300000" defTabSz="457200">
              <a:spcBef>
                <a:spcPts val="900"/>
              </a:spcBef>
              <a:buFont typeface="Helvetica"/>
              <a:defRPr sz="2000">
                <a:solidFill>
                  <a:srgbClr val="000000"/>
                </a:solidFill>
              </a:defRPr>
            </a:lvl2pPr>
            <a:lvl3pPr marL="0" indent="1026000" defTabSz="457200">
              <a:spcBef>
                <a:spcPts val="900"/>
              </a:spcBef>
              <a:buSzTx/>
              <a:buFont typeface="Helvetica"/>
              <a:buNone/>
              <a:defRPr sz="2000">
                <a:solidFill>
                  <a:srgbClr val="000000"/>
                </a:solidFill>
              </a:defRPr>
            </a:lvl3pPr>
            <a:lvl4pPr marL="1776000" indent="-300000" defTabSz="457200">
              <a:spcBef>
                <a:spcPts val="900"/>
              </a:spcBef>
              <a:buFont typeface="Helvetica"/>
              <a:defRPr sz="2000">
                <a:solidFill>
                  <a:srgbClr val="000000"/>
                </a:solidFill>
              </a:defRPr>
            </a:lvl4pPr>
            <a:lvl5pPr marL="2226000" indent="-300000" defTabSz="457200">
              <a:spcBef>
                <a:spcPts val="900"/>
              </a:spcBef>
              <a:buFont typeface="Helvetica"/>
              <a:defRPr sz="20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635" name="Text Placeholder 59"/>
          <p:cNvSpPr>
            <a:spLocks noGrp="1"/>
          </p:cNvSpPr>
          <p:nvPr>
            <p:ph type="body" sz="quarter" idx="21" hasCustomPrompt="1"/>
          </p:nvPr>
        </p:nvSpPr>
        <p:spPr>
          <a:xfrm rot="5400000">
            <a:off x="-637438"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36" name="Text Placeholder 59"/>
          <p:cNvSpPr>
            <a:spLocks noGrp="1"/>
          </p:cNvSpPr>
          <p:nvPr>
            <p:ph type="body" sz="quarter" idx="22" hasCustomPrompt="1"/>
          </p:nvPr>
        </p:nvSpPr>
        <p:spPr>
          <a:xfrm rot="5400000">
            <a:off x="2274230"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37" name="Text Placeholder 59"/>
          <p:cNvSpPr>
            <a:spLocks noGrp="1"/>
          </p:cNvSpPr>
          <p:nvPr>
            <p:ph type="body" sz="quarter" idx="23" hasCustomPrompt="1"/>
          </p:nvPr>
        </p:nvSpPr>
        <p:spPr>
          <a:xfrm rot="5400000">
            <a:off x="5223722"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38" name="Text Placeholder 59"/>
          <p:cNvSpPr>
            <a:spLocks noGrp="1"/>
          </p:cNvSpPr>
          <p:nvPr>
            <p:ph type="body" sz="quarter" idx="24" hasCustomPrompt="1"/>
          </p:nvPr>
        </p:nvSpPr>
        <p:spPr>
          <a:xfrm rot="16200000">
            <a:off x="812394"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39" name="Text Placeholder 59"/>
          <p:cNvSpPr>
            <a:spLocks noGrp="1"/>
          </p:cNvSpPr>
          <p:nvPr>
            <p:ph type="body" sz="quarter" idx="25" hasCustomPrompt="1"/>
          </p:nvPr>
        </p:nvSpPr>
        <p:spPr>
          <a:xfrm rot="16200000">
            <a:off x="3744593"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40" name="Title Text"/>
          <p:cNvSpPr txBox="1">
            <a:spLocks noGrp="1"/>
          </p:cNvSpPr>
          <p:nvPr>
            <p:ph type="title"/>
          </p:nvPr>
        </p:nvSpPr>
        <p:spPr>
          <a:xfrm>
            <a:off x="380085" y="354667"/>
            <a:ext cx="11422185" cy="386552"/>
          </a:xfrm>
          <a:prstGeom prst="rect">
            <a:avLst/>
          </a:prstGeom>
        </p:spPr>
        <p:txBody>
          <a:bodyPr/>
          <a:lstStyle>
            <a:lvl1pPr>
              <a:defRPr>
                <a:solidFill>
                  <a:srgbClr val="000000"/>
                </a:solidFill>
              </a:defRPr>
            </a:lvl1pPr>
          </a:lstStyle>
          <a:p>
            <a:r>
              <a:t>Title Text</a:t>
            </a:r>
          </a:p>
        </p:txBody>
      </p:sp>
      <p:sp>
        <p:nvSpPr>
          <p:cNvPr id="2641"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642" name="Text Placeholder 16"/>
          <p:cNvSpPr>
            <a:spLocks noGrp="1"/>
          </p:cNvSpPr>
          <p:nvPr>
            <p:ph type="body" sz="quarter" idx="26" hasCustomPrompt="1"/>
          </p:nvPr>
        </p:nvSpPr>
        <p:spPr>
          <a:xfrm>
            <a:off x="1856393"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43" name="Text Placeholder 16"/>
          <p:cNvSpPr>
            <a:spLocks noGrp="1"/>
          </p:cNvSpPr>
          <p:nvPr>
            <p:ph type="body" sz="quarter" idx="27" hasCustomPrompt="1"/>
          </p:nvPr>
        </p:nvSpPr>
        <p:spPr>
          <a:xfrm>
            <a:off x="1856393"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44" name="Text Placeholder 23"/>
          <p:cNvSpPr>
            <a:spLocks noGrp="1"/>
          </p:cNvSpPr>
          <p:nvPr>
            <p:ph type="body" sz="quarter" idx="28"/>
          </p:nvPr>
        </p:nvSpPr>
        <p:spPr>
          <a:xfrm>
            <a:off x="347554" y="3372125"/>
            <a:ext cx="114748" cy="11453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45" name="Text Placeholder 23"/>
          <p:cNvSpPr>
            <a:spLocks noGrp="1"/>
          </p:cNvSpPr>
          <p:nvPr>
            <p:ph type="body" sz="quarter" idx="29"/>
          </p:nvPr>
        </p:nvSpPr>
        <p:spPr>
          <a:xfrm>
            <a:off x="1802901" y="3372125"/>
            <a:ext cx="114748" cy="11453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46" name="Text Placeholder 23"/>
          <p:cNvSpPr>
            <a:spLocks noGrp="1"/>
          </p:cNvSpPr>
          <p:nvPr>
            <p:ph type="body" sz="quarter" idx="30"/>
          </p:nvPr>
        </p:nvSpPr>
        <p:spPr>
          <a:xfrm>
            <a:off x="3261022" y="3372125"/>
            <a:ext cx="114748" cy="11453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47" name="Text Placeholder 23"/>
          <p:cNvSpPr>
            <a:spLocks noGrp="1"/>
          </p:cNvSpPr>
          <p:nvPr>
            <p:ph type="body" sz="quarter" idx="31"/>
          </p:nvPr>
        </p:nvSpPr>
        <p:spPr>
          <a:xfrm>
            <a:off x="4731938" y="3372125"/>
            <a:ext cx="114748" cy="11453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48" name="Text Placeholder 23"/>
          <p:cNvSpPr>
            <a:spLocks noGrp="1"/>
          </p:cNvSpPr>
          <p:nvPr>
            <p:ph type="body" sz="quarter" idx="32"/>
          </p:nvPr>
        </p:nvSpPr>
        <p:spPr>
          <a:xfrm>
            <a:off x="6209203" y="3372125"/>
            <a:ext cx="114748" cy="11453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49" name="Picture Placeholder 64"/>
          <p:cNvSpPr>
            <a:spLocks noGrp="1"/>
          </p:cNvSpPr>
          <p:nvPr>
            <p:ph type="pic" sz="quarter" idx="33"/>
          </p:nvPr>
        </p:nvSpPr>
        <p:spPr>
          <a:xfrm>
            <a:off x="2002660" y="4783310"/>
            <a:ext cx="1247115" cy="714601"/>
          </a:xfrm>
          <a:prstGeom prst="rect">
            <a:avLst/>
          </a:prstGeom>
          <a:noFill/>
          <a:ln w="12700">
            <a:noFill/>
            <a:miter lim="400000"/>
          </a:ln>
        </p:spPr>
        <p:txBody>
          <a:bodyPr lIns="91439" tIns="45719" rIns="91439" bIns="45719" anchor="t">
            <a:noAutofit/>
          </a:bodyPr>
          <a:lstStyle/>
          <a:p>
            <a:endParaRPr/>
          </a:p>
        </p:txBody>
      </p:sp>
      <p:sp>
        <p:nvSpPr>
          <p:cNvPr id="2650" name="Text Placeholder 16"/>
          <p:cNvSpPr>
            <a:spLocks noGrp="1"/>
          </p:cNvSpPr>
          <p:nvPr>
            <p:ph type="body" sz="quarter" idx="34" hasCustomPrompt="1"/>
          </p:nvPr>
        </p:nvSpPr>
        <p:spPr>
          <a:xfrm>
            <a:off x="412791"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51" name="Text Placeholder 16"/>
          <p:cNvSpPr>
            <a:spLocks noGrp="1"/>
          </p:cNvSpPr>
          <p:nvPr>
            <p:ph type="body" sz="quarter" idx="35" hasCustomPrompt="1"/>
          </p:nvPr>
        </p:nvSpPr>
        <p:spPr>
          <a:xfrm>
            <a:off x="412791"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52" name="Picture Placeholder 64"/>
          <p:cNvSpPr>
            <a:spLocks noGrp="1"/>
          </p:cNvSpPr>
          <p:nvPr>
            <p:ph type="pic" sz="quarter" idx="36"/>
          </p:nvPr>
        </p:nvSpPr>
        <p:spPr>
          <a:xfrm>
            <a:off x="559058" y="2107874"/>
            <a:ext cx="1247115" cy="714601"/>
          </a:xfrm>
          <a:prstGeom prst="rect">
            <a:avLst/>
          </a:prstGeom>
          <a:noFill/>
          <a:ln w="12700">
            <a:noFill/>
            <a:miter lim="400000"/>
          </a:ln>
        </p:spPr>
        <p:txBody>
          <a:bodyPr lIns="91439" tIns="45719" rIns="91439" bIns="45719" anchor="t">
            <a:noAutofit/>
          </a:bodyPr>
          <a:lstStyle/>
          <a:p>
            <a:endParaRPr/>
          </a:p>
        </p:txBody>
      </p:sp>
      <p:sp>
        <p:nvSpPr>
          <p:cNvPr id="2653" name="Text Placeholder 16"/>
          <p:cNvSpPr>
            <a:spLocks noGrp="1"/>
          </p:cNvSpPr>
          <p:nvPr>
            <p:ph type="body" sz="quarter" idx="37" hasCustomPrompt="1"/>
          </p:nvPr>
        </p:nvSpPr>
        <p:spPr>
          <a:xfrm>
            <a:off x="4789458"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54" name="Text Placeholder 16"/>
          <p:cNvSpPr>
            <a:spLocks noGrp="1"/>
          </p:cNvSpPr>
          <p:nvPr>
            <p:ph type="body" sz="quarter" idx="38" hasCustomPrompt="1"/>
          </p:nvPr>
        </p:nvSpPr>
        <p:spPr>
          <a:xfrm>
            <a:off x="4789458"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55" name="Picture Placeholder 64"/>
          <p:cNvSpPr>
            <a:spLocks noGrp="1"/>
          </p:cNvSpPr>
          <p:nvPr>
            <p:ph type="pic" sz="quarter" idx="39"/>
          </p:nvPr>
        </p:nvSpPr>
        <p:spPr>
          <a:xfrm>
            <a:off x="4935724" y="4783310"/>
            <a:ext cx="1247115" cy="714601"/>
          </a:xfrm>
          <a:prstGeom prst="rect">
            <a:avLst/>
          </a:prstGeom>
          <a:noFill/>
          <a:ln w="12700">
            <a:noFill/>
            <a:miter lim="400000"/>
          </a:ln>
        </p:spPr>
        <p:txBody>
          <a:bodyPr lIns="91439" tIns="45719" rIns="91439" bIns="45719" anchor="t">
            <a:noAutofit/>
          </a:bodyPr>
          <a:lstStyle/>
          <a:p>
            <a:endParaRPr/>
          </a:p>
        </p:txBody>
      </p:sp>
      <p:sp>
        <p:nvSpPr>
          <p:cNvPr id="2656" name="Text Placeholder 16"/>
          <p:cNvSpPr>
            <a:spLocks noGrp="1"/>
          </p:cNvSpPr>
          <p:nvPr>
            <p:ph type="body" sz="quarter" idx="40" hasCustomPrompt="1"/>
          </p:nvPr>
        </p:nvSpPr>
        <p:spPr>
          <a:xfrm>
            <a:off x="3322992"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57" name="Text Placeholder 16"/>
          <p:cNvSpPr>
            <a:spLocks noGrp="1"/>
          </p:cNvSpPr>
          <p:nvPr>
            <p:ph type="body" sz="quarter" idx="41" hasCustomPrompt="1"/>
          </p:nvPr>
        </p:nvSpPr>
        <p:spPr>
          <a:xfrm>
            <a:off x="3322992"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58" name="Picture Placeholder 64"/>
          <p:cNvSpPr>
            <a:spLocks noGrp="1"/>
          </p:cNvSpPr>
          <p:nvPr>
            <p:ph type="pic" sz="quarter" idx="42"/>
          </p:nvPr>
        </p:nvSpPr>
        <p:spPr>
          <a:xfrm>
            <a:off x="3469258" y="2107874"/>
            <a:ext cx="1247115" cy="714601"/>
          </a:xfrm>
          <a:prstGeom prst="rect">
            <a:avLst/>
          </a:prstGeom>
          <a:noFill/>
          <a:ln w="12700">
            <a:noFill/>
            <a:miter lim="400000"/>
          </a:ln>
        </p:spPr>
        <p:txBody>
          <a:bodyPr lIns="91439" tIns="45719" rIns="91439" bIns="45719" anchor="t">
            <a:noAutofit/>
          </a:bodyPr>
          <a:lstStyle/>
          <a:p>
            <a:endParaRPr/>
          </a:p>
        </p:txBody>
      </p:sp>
      <p:sp>
        <p:nvSpPr>
          <p:cNvPr id="2659" name="Text Placeholder 16"/>
          <p:cNvSpPr>
            <a:spLocks noGrp="1"/>
          </p:cNvSpPr>
          <p:nvPr>
            <p:ph type="body" sz="quarter" idx="43" hasCustomPrompt="1"/>
          </p:nvPr>
        </p:nvSpPr>
        <p:spPr>
          <a:xfrm>
            <a:off x="6266452"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60" name="Text Placeholder 16"/>
          <p:cNvSpPr>
            <a:spLocks noGrp="1"/>
          </p:cNvSpPr>
          <p:nvPr>
            <p:ph type="body" sz="quarter" idx="44" hasCustomPrompt="1"/>
          </p:nvPr>
        </p:nvSpPr>
        <p:spPr>
          <a:xfrm>
            <a:off x="6266452"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61" name="Picture Placeholder 64"/>
          <p:cNvSpPr>
            <a:spLocks noGrp="1"/>
          </p:cNvSpPr>
          <p:nvPr>
            <p:ph type="pic" sz="quarter" idx="45"/>
          </p:nvPr>
        </p:nvSpPr>
        <p:spPr>
          <a:xfrm>
            <a:off x="6412717" y="2107874"/>
            <a:ext cx="1247115" cy="714601"/>
          </a:xfrm>
          <a:prstGeom prst="rect">
            <a:avLst/>
          </a:prstGeom>
          <a:noFill/>
          <a:ln w="12700">
            <a:noFill/>
            <a:miter lim="400000"/>
          </a:ln>
        </p:spPr>
        <p:txBody>
          <a:bodyPr lIns="91439" tIns="45719" rIns="91439" bIns="45719" anchor="t">
            <a:noAutofit/>
          </a:bodyPr>
          <a:lstStyle/>
          <a:p>
            <a:endParaRPr/>
          </a:p>
        </p:txBody>
      </p:sp>
      <p:sp>
        <p:nvSpPr>
          <p:cNvPr id="2662" name="Text Placeholder 4"/>
          <p:cNvSpPr>
            <a:spLocks noGrp="1"/>
          </p:cNvSpPr>
          <p:nvPr>
            <p:ph type="body" sz="quarter" idx="46"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663" name="Text Placeholder 10"/>
          <p:cNvSpPr>
            <a:spLocks noGrp="1"/>
          </p:cNvSpPr>
          <p:nvPr>
            <p:ph type="body" sz="quarter" idx="47"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stStyle>
          <a:p>
            <a:r>
              <a:t>Click to edit Master text  |</a:t>
            </a:r>
          </a:p>
        </p:txBody>
      </p:sp>
      <p:sp>
        <p:nvSpPr>
          <p:cNvPr id="2664" name="Text Placeholder 14"/>
          <p:cNvSpPr>
            <a:spLocks noGrp="1"/>
          </p:cNvSpPr>
          <p:nvPr>
            <p:ph type="body" sz="quarter" idx="48"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
        <p:nvSpPr>
          <p:cNvPr id="2665" name="Text Placeholder 59"/>
          <p:cNvSpPr>
            <a:spLocks noGrp="1"/>
          </p:cNvSpPr>
          <p:nvPr>
            <p:ph type="body" sz="quarter" idx="49" hasCustomPrompt="1"/>
          </p:nvPr>
        </p:nvSpPr>
        <p:spPr>
          <a:xfrm rot="16200000">
            <a:off x="6694962"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66" name="Text Placeholder 23"/>
          <p:cNvSpPr>
            <a:spLocks noGrp="1"/>
          </p:cNvSpPr>
          <p:nvPr>
            <p:ph type="body" sz="quarter" idx="50"/>
          </p:nvPr>
        </p:nvSpPr>
        <p:spPr>
          <a:xfrm>
            <a:off x="7685482" y="3372125"/>
            <a:ext cx="114748" cy="11453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67" name="Text Placeholder 16"/>
          <p:cNvSpPr>
            <a:spLocks noGrp="1"/>
          </p:cNvSpPr>
          <p:nvPr>
            <p:ph type="body" sz="quarter" idx="51" hasCustomPrompt="1"/>
          </p:nvPr>
        </p:nvSpPr>
        <p:spPr>
          <a:xfrm>
            <a:off x="7739827"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68" name="Text Placeholder 16"/>
          <p:cNvSpPr>
            <a:spLocks noGrp="1"/>
          </p:cNvSpPr>
          <p:nvPr>
            <p:ph type="body" sz="quarter" idx="52" hasCustomPrompt="1"/>
          </p:nvPr>
        </p:nvSpPr>
        <p:spPr>
          <a:xfrm>
            <a:off x="7739827"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69" name="Picture Placeholder 64"/>
          <p:cNvSpPr>
            <a:spLocks noGrp="1"/>
          </p:cNvSpPr>
          <p:nvPr>
            <p:ph type="pic" sz="quarter" idx="53"/>
          </p:nvPr>
        </p:nvSpPr>
        <p:spPr>
          <a:xfrm>
            <a:off x="7886093" y="4783310"/>
            <a:ext cx="1247115" cy="714601"/>
          </a:xfrm>
          <a:prstGeom prst="rect">
            <a:avLst/>
          </a:prstGeom>
          <a:noFill/>
          <a:ln w="12700">
            <a:noFill/>
            <a:miter lim="400000"/>
          </a:ln>
        </p:spPr>
        <p:txBody>
          <a:bodyPr lIns="91439" tIns="45719" rIns="91439" bIns="45719" anchor="t">
            <a:noAutofit/>
          </a:bodyPr>
          <a:lstStyle/>
          <a:p>
            <a:endParaRPr/>
          </a:p>
        </p:txBody>
      </p:sp>
      <p:sp>
        <p:nvSpPr>
          <p:cNvPr id="2670" name="Text Placeholder 59"/>
          <p:cNvSpPr>
            <a:spLocks noGrp="1"/>
          </p:cNvSpPr>
          <p:nvPr>
            <p:ph type="body" sz="quarter" idx="54" hasCustomPrompt="1"/>
          </p:nvPr>
        </p:nvSpPr>
        <p:spPr>
          <a:xfrm rot="5400000">
            <a:off x="8174092"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71" name="Text Placeholder 23"/>
          <p:cNvSpPr>
            <a:spLocks noGrp="1"/>
          </p:cNvSpPr>
          <p:nvPr>
            <p:ph type="body" sz="quarter" idx="55"/>
          </p:nvPr>
        </p:nvSpPr>
        <p:spPr>
          <a:xfrm>
            <a:off x="9159573" y="3372125"/>
            <a:ext cx="114748" cy="11453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672" name="Text Placeholder 16"/>
          <p:cNvSpPr>
            <a:spLocks noGrp="1"/>
          </p:cNvSpPr>
          <p:nvPr>
            <p:ph type="body" sz="quarter" idx="56" hasCustomPrompt="1"/>
          </p:nvPr>
        </p:nvSpPr>
        <p:spPr>
          <a:xfrm>
            <a:off x="9216820"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73" name="Text Placeholder 16"/>
          <p:cNvSpPr>
            <a:spLocks noGrp="1"/>
          </p:cNvSpPr>
          <p:nvPr>
            <p:ph type="body" sz="quarter" idx="57" hasCustomPrompt="1"/>
          </p:nvPr>
        </p:nvSpPr>
        <p:spPr>
          <a:xfrm>
            <a:off x="9216820"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74" name="Picture Placeholder 64"/>
          <p:cNvSpPr>
            <a:spLocks noGrp="1"/>
          </p:cNvSpPr>
          <p:nvPr>
            <p:ph type="pic" sz="quarter" idx="58"/>
          </p:nvPr>
        </p:nvSpPr>
        <p:spPr>
          <a:xfrm>
            <a:off x="9363087" y="2107874"/>
            <a:ext cx="1247115" cy="714601"/>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2178037353"/>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x">
  <p:cSld name="Titles and Timeline with 12 steps">
    <p:bg>
      <p:bgPr>
        <a:solidFill>
          <a:srgbClr val="FFFFFF"/>
        </a:solidFill>
        <a:effectLst/>
      </p:bgPr>
    </p:bg>
    <p:spTree>
      <p:nvGrpSpPr>
        <p:cNvPr id="1" name=""/>
        <p:cNvGrpSpPr/>
        <p:nvPr/>
      </p:nvGrpSpPr>
      <p:grpSpPr>
        <a:xfrm>
          <a:off x="0" y="0"/>
          <a:ext cx="0" cy="0"/>
          <a:chOff x="0" y="0"/>
          <a:chExt cx="0" cy="0"/>
        </a:xfrm>
      </p:grpSpPr>
      <p:pic>
        <p:nvPicPr>
          <p:cNvPr id="2681"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682" name="Body Level One…"/>
          <p:cNvSpPr txBox="1">
            <a:spLocks noGrp="1"/>
          </p:cNvSpPr>
          <p:nvPr>
            <p:ph type="body" sz="quarter" idx="1"/>
          </p:nvPr>
        </p:nvSpPr>
        <p:spPr>
          <a:xfrm rot="5400000">
            <a:off x="5947366" y="-2520360"/>
            <a:ext cx="636" cy="11894401"/>
          </a:xfrm>
          <a:prstGeom prst="rect">
            <a:avLst/>
          </a:prstGeom>
          <a:noFill/>
          <a:ln w="38100">
            <a:solidFill>
              <a:srgbClr val="6D73E6">
                <a:alpha val="52499"/>
              </a:srgbClr>
            </a:solidFill>
            <a:round/>
          </a:ln>
        </p:spPr>
        <p:txBody>
          <a:bodyPr lIns="0" tIns="0" rIns="0" bIns="0"/>
          <a:lstStyle>
            <a:lvl1pPr marL="225000" indent="-225000" defTabSz="457200">
              <a:spcBef>
                <a:spcPts val="900"/>
              </a:spcBef>
              <a:buSzPct val="100000"/>
              <a:buFont typeface="Helvetica"/>
              <a:buChar char="•"/>
              <a:defRPr sz="2000">
                <a:solidFill>
                  <a:srgbClr val="000000"/>
                </a:solidFill>
              </a:defRPr>
            </a:lvl1pPr>
            <a:lvl2pPr marL="795000" indent="-300000" defTabSz="457200">
              <a:spcBef>
                <a:spcPts val="900"/>
              </a:spcBef>
              <a:buFont typeface="Helvetica"/>
              <a:defRPr sz="2000">
                <a:solidFill>
                  <a:srgbClr val="000000"/>
                </a:solidFill>
              </a:defRPr>
            </a:lvl2pPr>
            <a:lvl3pPr marL="0" indent="1026000" defTabSz="457200">
              <a:spcBef>
                <a:spcPts val="900"/>
              </a:spcBef>
              <a:buSzTx/>
              <a:buFont typeface="Helvetica"/>
              <a:buNone/>
              <a:defRPr sz="2000">
                <a:solidFill>
                  <a:srgbClr val="000000"/>
                </a:solidFill>
              </a:defRPr>
            </a:lvl3pPr>
            <a:lvl4pPr marL="1776000" indent="-300000" defTabSz="457200">
              <a:spcBef>
                <a:spcPts val="900"/>
              </a:spcBef>
              <a:buFont typeface="Helvetica"/>
              <a:defRPr sz="2000">
                <a:solidFill>
                  <a:srgbClr val="000000"/>
                </a:solidFill>
              </a:defRPr>
            </a:lvl4pPr>
            <a:lvl5pPr marL="2226000" indent="-300000" defTabSz="457200">
              <a:spcBef>
                <a:spcPts val="900"/>
              </a:spcBef>
              <a:buFont typeface="Helvetica"/>
              <a:defRPr sz="20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683" name="Text Placeholder 59"/>
          <p:cNvSpPr>
            <a:spLocks noGrp="1"/>
          </p:cNvSpPr>
          <p:nvPr>
            <p:ph type="body" sz="quarter" idx="21" hasCustomPrompt="1"/>
          </p:nvPr>
        </p:nvSpPr>
        <p:spPr>
          <a:xfrm rot="5400000">
            <a:off x="-637438"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84" name="Text Placeholder 59"/>
          <p:cNvSpPr>
            <a:spLocks noGrp="1"/>
          </p:cNvSpPr>
          <p:nvPr>
            <p:ph type="body" sz="quarter" idx="22" hasCustomPrompt="1"/>
          </p:nvPr>
        </p:nvSpPr>
        <p:spPr>
          <a:xfrm rot="5400000">
            <a:off x="1179388"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85" name="Text Placeholder 59"/>
          <p:cNvSpPr>
            <a:spLocks noGrp="1"/>
          </p:cNvSpPr>
          <p:nvPr>
            <p:ph type="body" sz="quarter" idx="23" hasCustomPrompt="1"/>
          </p:nvPr>
        </p:nvSpPr>
        <p:spPr>
          <a:xfrm rot="5400000">
            <a:off x="2994312"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86" name="Text Placeholder 59"/>
          <p:cNvSpPr>
            <a:spLocks noGrp="1"/>
          </p:cNvSpPr>
          <p:nvPr>
            <p:ph type="body" sz="quarter" idx="24" hasCustomPrompt="1"/>
          </p:nvPr>
        </p:nvSpPr>
        <p:spPr>
          <a:xfrm rot="5400000">
            <a:off x="4812280"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87" name="Text Placeholder 59"/>
          <p:cNvSpPr>
            <a:spLocks noGrp="1"/>
          </p:cNvSpPr>
          <p:nvPr>
            <p:ph type="body" sz="quarter" idx="25" hasCustomPrompt="1"/>
          </p:nvPr>
        </p:nvSpPr>
        <p:spPr>
          <a:xfrm rot="5400000">
            <a:off x="6629174"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88" name="Text Placeholder 59"/>
          <p:cNvSpPr>
            <a:spLocks noGrp="1"/>
          </p:cNvSpPr>
          <p:nvPr>
            <p:ph type="body" sz="quarter" idx="26" hasCustomPrompt="1"/>
          </p:nvPr>
        </p:nvSpPr>
        <p:spPr>
          <a:xfrm rot="5400000">
            <a:off x="8445244" y="2331391"/>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89" name="Text Placeholder 59"/>
          <p:cNvSpPr>
            <a:spLocks noGrp="1"/>
          </p:cNvSpPr>
          <p:nvPr>
            <p:ph type="body" sz="quarter" idx="27" hasCustomPrompt="1"/>
          </p:nvPr>
        </p:nvSpPr>
        <p:spPr>
          <a:xfrm rot="16200000">
            <a:off x="269652"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90" name="Text Placeholder 59"/>
          <p:cNvSpPr>
            <a:spLocks noGrp="1"/>
          </p:cNvSpPr>
          <p:nvPr>
            <p:ph type="body" sz="quarter" idx="28" hasCustomPrompt="1"/>
          </p:nvPr>
        </p:nvSpPr>
        <p:spPr>
          <a:xfrm rot="16200000">
            <a:off x="2085495"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91" name="Text Placeholder 59"/>
          <p:cNvSpPr>
            <a:spLocks noGrp="1"/>
          </p:cNvSpPr>
          <p:nvPr>
            <p:ph type="body" sz="quarter" idx="29" hasCustomPrompt="1"/>
          </p:nvPr>
        </p:nvSpPr>
        <p:spPr>
          <a:xfrm rot="16200000">
            <a:off x="3903189"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92" name="Text Placeholder 59"/>
          <p:cNvSpPr>
            <a:spLocks noGrp="1"/>
          </p:cNvSpPr>
          <p:nvPr>
            <p:ph type="body" sz="quarter" idx="30" hasCustomPrompt="1"/>
          </p:nvPr>
        </p:nvSpPr>
        <p:spPr>
          <a:xfrm rot="16200000">
            <a:off x="5719032"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93" name="Text Placeholder 59"/>
          <p:cNvSpPr>
            <a:spLocks noGrp="1"/>
          </p:cNvSpPr>
          <p:nvPr>
            <p:ph type="body" sz="quarter" idx="31" hasCustomPrompt="1"/>
          </p:nvPr>
        </p:nvSpPr>
        <p:spPr>
          <a:xfrm rot="16200000">
            <a:off x="7536726"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94" name="Text Placeholder 59"/>
          <p:cNvSpPr>
            <a:spLocks noGrp="1"/>
          </p:cNvSpPr>
          <p:nvPr>
            <p:ph type="body" sz="quarter" idx="32" hasCustomPrompt="1"/>
          </p:nvPr>
        </p:nvSpPr>
        <p:spPr>
          <a:xfrm rot="16200000">
            <a:off x="9352569" y="4531207"/>
            <a:ext cx="2088001" cy="63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695" name="Title Text"/>
          <p:cNvSpPr txBox="1">
            <a:spLocks noGrp="1"/>
          </p:cNvSpPr>
          <p:nvPr>
            <p:ph type="title"/>
          </p:nvPr>
        </p:nvSpPr>
        <p:spPr>
          <a:xfrm>
            <a:off x="380085" y="354667"/>
            <a:ext cx="11422185" cy="386552"/>
          </a:xfrm>
          <a:prstGeom prst="rect">
            <a:avLst/>
          </a:prstGeom>
        </p:spPr>
        <p:txBody>
          <a:bodyPr/>
          <a:lstStyle>
            <a:lvl1pPr>
              <a:defRPr>
                <a:solidFill>
                  <a:srgbClr val="000000"/>
                </a:solidFill>
              </a:defRPr>
            </a:lvl1pPr>
          </a:lstStyle>
          <a:p>
            <a:r>
              <a:t>Title Text</a:t>
            </a:r>
          </a:p>
        </p:txBody>
      </p:sp>
      <p:sp>
        <p:nvSpPr>
          <p:cNvPr id="2696"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2697" name="Text Placeholder 16"/>
          <p:cNvSpPr>
            <a:spLocks noGrp="1"/>
          </p:cNvSpPr>
          <p:nvPr>
            <p:ph type="body" sz="quarter" idx="33" hasCustomPrompt="1"/>
          </p:nvPr>
        </p:nvSpPr>
        <p:spPr>
          <a:xfrm>
            <a:off x="1313652"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698" name="Text Placeholder 16"/>
          <p:cNvSpPr>
            <a:spLocks noGrp="1"/>
          </p:cNvSpPr>
          <p:nvPr>
            <p:ph type="body" sz="quarter" idx="34" hasCustomPrompt="1"/>
          </p:nvPr>
        </p:nvSpPr>
        <p:spPr>
          <a:xfrm>
            <a:off x="1313652"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699" name="Text Placeholder 23"/>
          <p:cNvSpPr>
            <a:spLocks noGrp="1"/>
          </p:cNvSpPr>
          <p:nvPr>
            <p:ph type="body" sz="quarter" idx="35"/>
          </p:nvPr>
        </p:nvSpPr>
        <p:spPr>
          <a:xfrm>
            <a:off x="347831"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0" name="Text Placeholder 23"/>
          <p:cNvSpPr>
            <a:spLocks noGrp="1"/>
          </p:cNvSpPr>
          <p:nvPr>
            <p:ph type="body" sz="quarter" idx="36"/>
          </p:nvPr>
        </p:nvSpPr>
        <p:spPr>
          <a:xfrm>
            <a:off x="1256218"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1" name="Text Placeholder 23"/>
          <p:cNvSpPr>
            <a:spLocks noGrp="1"/>
          </p:cNvSpPr>
          <p:nvPr>
            <p:ph type="body" sz="quarter" idx="37"/>
          </p:nvPr>
        </p:nvSpPr>
        <p:spPr>
          <a:xfrm>
            <a:off x="2164606"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2" name="Text Placeholder 23"/>
          <p:cNvSpPr>
            <a:spLocks noGrp="1"/>
          </p:cNvSpPr>
          <p:nvPr>
            <p:ph type="body" sz="quarter" idx="38"/>
          </p:nvPr>
        </p:nvSpPr>
        <p:spPr>
          <a:xfrm>
            <a:off x="3072993"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3" name="Text Placeholder 23"/>
          <p:cNvSpPr>
            <a:spLocks noGrp="1"/>
          </p:cNvSpPr>
          <p:nvPr>
            <p:ph type="body" sz="quarter" idx="39"/>
          </p:nvPr>
        </p:nvSpPr>
        <p:spPr>
          <a:xfrm>
            <a:off x="3981381" y="3372402"/>
            <a:ext cx="114194"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4" name="Text Placeholder 23"/>
          <p:cNvSpPr>
            <a:spLocks noGrp="1"/>
          </p:cNvSpPr>
          <p:nvPr>
            <p:ph type="body" sz="quarter" idx="40"/>
          </p:nvPr>
        </p:nvSpPr>
        <p:spPr>
          <a:xfrm>
            <a:off x="4889769"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5" name="Text Placeholder 23"/>
          <p:cNvSpPr>
            <a:spLocks noGrp="1"/>
          </p:cNvSpPr>
          <p:nvPr>
            <p:ph type="body" sz="quarter" idx="41"/>
          </p:nvPr>
        </p:nvSpPr>
        <p:spPr>
          <a:xfrm>
            <a:off x="5798156"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6" name="Text Placeholder 23"/>
          <p:cNvSpPr>
            <a:spLocks noGrp="1"/>
          </p:cNvSpPr>
          <p:nvPr>
            <p:ph type="body" sz="quarter" idx="42"/>
          </p:nvPr>
        </p:nvSpPr>
        <p:spPr>
          <a:xfrm>
            <a:off x="6706543"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7" name="Text Placeholder 23"/>
          <p:cNvSpPr>
            <a:spLocks noGrp="1"/>
          </p:cNvSpPr>
          <p:nvPr>
            <p:ph type="body" sz="quarter" idx="43"/>
          </p:nvPr>
        </p:nvSpPr>
        <p:spPr>
          <a:xfrm>
            <a:off x="7614931"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8" name="Text Placeholder 23"/>
          <p:cNvSpPr>
            <a:spLocks noGrp="1"/>
          </p:cNvSpPr>
          <p:nvPr>
            <p:ph type="body" sz="quarter" idx="44"/>
          </p:nvPr>
        </p:nvSpPr>
        <p:spPr>
          <a:xfrm>
            <a:off x="8523319" y="3372402"/>
            <a:ext cx="114194"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09" name="Text Placeholder 23"/>
          <p:cNvSpPr>
            <a:spLocks noGrp="1"/>
          </p:cNvSpPr>
          <p:nvPr>
            <p:ph type="body" sz="quarter" idx="45"/>
          </p:nvPr>
        </p:nvSpPr>
        <p:spPr>
          <a:xfrm>
            <a:off x="9431706"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10" name="Text Placeholder 23"/>
          <p:cNvSpPr>
            <a:spLocks noGrp="1"/>
          </p:cNvSpPr>
          <p:nvPr>
            <p:ph type="body" sz="quarter" idx="46"/>
          </p:nvPr>
        </p:nvSpPr>
        <p:spPr>
          <a:xfrm>
            <a:off x="10340091" y="3372402"/>
            <a:ext cx="114195" cy="113980"/>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711" name="Picture Placeholder 64"/>
          <p:cNvSpPr>
            <a:spLocks noGrp="1"/>
          </p:cNvSpPr>
          <p:nvPr>
            <p:ph type="pic" sz="quarter" idx="47"/>
          </p:nvPr>
        </p:nvSpPr>
        <p:spPr>
          <a:xfrm>
            <a:off x="1459917" y="4783310"/>
            <a:ext cx="1247115" cy="714601"/>
          </a:xfrm>
          <a:prstGeom prst="rect">
            <a:avLst/>
          </a:prstGeom>
          <a:noFill/>
          <a:ln w="12700">
            <a:noFill/>
            <a:miter lim="400000"/>
          </a:ln>
        </p:spPr>
        <p:txBody>
          <a:bodyPr lIns="91439" tIns="45719" rIns="91439" bIns="45719" anchor="t">
            <a:noAutofit/>
          </a:bodyPr>
          <a:lstStyle/>
          <a:p>
            <a:endParaRPr/>
          </a:p>
        </p:txBody>
      </p:sp>
      <p:sp>
        <p:nvSpPr>
          <p:cNvPr id="2712" name="Text Placeholder 16"/>
          <p:cNvSpPr>
            <a:spLocks noGrp="1"/>
          </p:cNvSpPr>
          <p:nvPr>
            <p:ph type="body" sz="quarter" idx="48" hasCustomPrompt="1"/>
          </p:nvPr>
        </p:nvSpPr>
        <p:spPr>
          <a:xfrm>
            <a:off x="412791"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13" name="Text Placeholder 16"/>
          <p:cNvSpPr>
            <a:spLocks noGrp="1"/>
          </p:cNvSpPr>
          <p:nvPr>
            <p:ph type="body" sz="quarter" idx="49" hasCustomPrompt="1"/>
          </p:nvPr>
        </p:nvSpPr>
        <p:spPr>
          <a:xfrm>
            <a:off x="412791"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14" name="Picture Placeholder 64"/>
          <p:cNvSpPr>
            <a:spLocks noGrp="1"/>
          </p:cNvSpPr>
          <p:nvPr>
            <p:ph type="pic" sz="quarter" idx="50"/>
          </p:nvPr>
        </p:nvSpPr>
        <p:spPr>
          <a:xfrm>
            <a:off x="559058" y="2107874"/>
            <a:ext cx="1247115" cy="714601"/>
          </a:xfrm>
          <a:prstGeom prst="rect">
            <a:avLst/>
          </a:prstGeom>
          <a:noFill/>
          <a:ln w="12700">
            <a:noFill/>
            <a:miter lim="400000"/>
          </a:ln>
        </p:spPr>
        <p:txBody>
          <a:bodyPr lIns="91439" tIns="45719" rIns="91439" bIns="45719" anchor="t">
            <a:noAutofit/>
          </a:bodyPr>
          <a:lstStyle/>
          <a:p>
            <a:endParaRPr/>
          </a:p>
        </p:txBody>
      </p:sp>
      <p:sp>
        <p:nvSpPr>
          <p:cNvPr id="2715" name="Text Placeholder 16"/>
          <p:cNvSpPr>
            <a:spLocks noGrp="1"/>
          </p:cNvSpPr>
          <p:nvPr>
            <p:ph type="body" sz="quarter" idx="51" hasCustomPrompt="1"/>
          </p:nvPr>
        </p:nvSpPr>
        <p:spPr>
          <a:xfrm>
            <a:off x="3130437"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16" name="Text Placeholder 16"/>
          <p:cNvSpPr>
            <a:spLocks noGrp="1"/>
          </p:cNvSpPr>
          <p:nvPr>
            <p:ph type="body" sz="quarter" idx="52" hasCustomPrompt="1"/>
          </p:nvPr>
        </p:nvSpPr>
        <p:spPr>
          <a:xfrm>
            <a:off x="3130437"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17" name="Picture Placeholder 64"/>
          <p:cNvSpPr>
            <a:spLocks noGrp="1"/>
          </p:cNvSpPr>
          <p:nvPr>
            <p:ph type="pic" sz="quarter" idx="53"/>
          </p:nvPr>
        </p:nvSpPr>
        <p:spPr>
          <a:xfrm>
            <a:off x="3276703" y="4783310"/>
            <a:ext cx="1247115" cy="714601"/>
          </a:xfrm>
          <a:prstGeom prst="rect">
            <a:avLst/>
          </a:prstGeom>
          <a:noFill/>
          <a:ln w="12700">
            <a:noFill/>
            <a:miter lim="400000"/>
          </a:ln>
        </p:spPr>
        <p:txBody>
          <a:bodyPr lIns="91439" tIns="45719" rIns="91439" bIns="45719" anchor="t">
            <a:noAutofit/>
          </a:bodyPr>
          <a:lstStyle/>
          <a:p>
            <a:endParaRPr/>
          </a:p>
        </p:txBody>
      </p:sp>
      <p:sp>
        <p:nvSpPr>
          <p:cNvPr id="2718" name="Text Placeholder 16"/>
          <p:cNvSpPr>
            <a:spLocks noGrp="1"/>
          </p:cNvSpPr>
          <p:nvPr>
            <p:ph type="body" sz="quarter" idx="54" hasCustomPrompt="1"/>
          </p:nvPr>
        </p:nvSpPr>
        <p:spPr>
          <a:xfrm>
            <a:off x="2230531"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19" name="Text Placeholder 16"/>
          <p:cNvSpPr>
            <a:spLocks noGrp="1"/>
          </p:cNvSpPr>
          <p:nvPr>
            <p:ph type="body" sz="quarter" idx="55" hasCustomPrompt="1"/>
          </p:nvPr>
        </p:nvSpPr>
        <p:spPr>
          <a:xfrm>
            <a:off x="2230531"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20" name="Picture Placeholder 64"/>
          <p:cNvSpPr>
            <a:spLocks noGrp="1"/>
          </p:cNvSpPr>
          <p:nvPr>
            <p:ph type="pic" sz="quarter" idx="56"/>
          </p:nvPr>
        </p:nvSpPr>
        <p:spPr>
          <a:xfrm>
            <a:off x="2376798" y="2107874"/>
            <a:ext cx="1247115" cy="714601"/>
          </a:xfrm>
          <a:prstGeom prst="rect">
            <a:avLst/>
          </a:prstGeom>
          <a:noFill/>
          <a:ln w="12700">
            <a:noFill/>
            <a:miter lim="400000"/>
          </a:ln>
        </p:spPr>
        <p:txBody>
          <a:bodyPr lIns="91439" tIns="45719" rIns="91439" bIns="45719" anchor="t">
            <a:noAutofit/>
          </a:bodyPr>
          <a:lstStyle/>
          <a:p>
            <a:endParaRPr/>
          </a:p>
        </p:txBody>
      </p:sp>
      <p:sp>
        <p:nvSpPr>
          <p:cNvPr id="2721" name="Text Placeholder 16"/>
          <p:cNvSpPr>
            <a:spLocks noGrp="1"/>
          </p:cNvSpPr>
          <p:nvPr>
            <p:ph type="body" sz="quarter" idx="57" hasCustomPrompt="1"/>
          </p:nvPr>
        </p:nvSpPr>
        <p:spPr>
          <a:xfrm>
            <a:off x="4948055"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22" name="Text Placeholder 16"/>
          <p:cNvSpPr>
            <a:spLocks noGrp="1"/>
          </p:cNvSpPr>
          <p:nvPr>
            <p:ph type="body" sz="quarter" idx="58" hasCustomPrompt="1"/>
          </p:nvPr>
        </p:nvSpPr>
        <p:spPr>
          <a:xfrm>
            <a:off x="4948055"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23" name="Picture Placeholder 64"/>
          <p:cNvSpPr>
            <a:spLocks noGrp="1"/>
          </p:cNvSpPr>
          <p:nvPr>
            <p:ph type="pic" sz="quarter" idx="59"/>
          </p:nvPr>
        </p:nvSpPr>
        <p:spPr>
          <a:xfrm>
            <a:off x="5094320" y="4783310"/>
            <a:ext cx="1247115" cy="714601"/>
          </a:xfrm>
          <a:prstGeom prst="rect">
            <a:avLst/>
          </a:prstGeom>
          <a:noFill/>
          <a:ln w="12700">
            <a:noFill/>
            <a:miter lim="400000"/>
          </a:ln>
        </p:spPr>
        <p:txBody>
          <a:bodyPr lIns="91439" tIns="45719" rIns="91439" bIns="45719" anchor="t">
            <a:noAutofit/>
          </a:bodyPr>
          <a:lstStyle/>
          <a:p>
            <a:endParaRPr/>
          </a:p>
        </p:txBody>
      </p:sp>
      <p:sp>
        <p:nvSpPr>
          <p:cNvPr id="2724" name="Text Placeholder 16"/>
          <p:cNvSpPr>
            <a:spLocks noGrp="1"/>
          </p:cNvSpPr>
          <p:nvPr>
            <p:ph type="body" sz="quarter" idx="60" hasCustomPrompt="1"/>
          </p:nvPr>
        </p:nvSpPr>
        <p:spPr>
          <a:xfrm>
            <a:off x="4043075"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25" name="Text Placeholder 16"/>
          <p:cNvSpPr>
            <a:spLocks noGrp="1"/>
          </p:cNvSpPr>
          <p:nvPr>
            <p:ph type="body" sz="quarter" idx="61" hasCustomPrompt="1"/>
          </p:nvPr>
        </p:nvSpPr>
        <p:spPr>
          <a:xfrm>
            <a:off x="4043075"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26" name="Picture Placeholder 64"/>
          <p:cNvSpPr>
            <a:spLocks noGrp="1"/>
          </p:cNvSpPr>
          <p:nvPr>
            <p:ph type="pic" sz="quarter" idx="62"/>
          </p:nvPr>
        </p:nvSpPr>
        <p:spPr>
          <a:xfrm>
            <a:off x="4189340" y="2107874"/>
            <a:ext cx="1247115" cy="714601"/>
          </a:xfrm>
          <a:prstGeom prst="rect">
            <a:avLst/>
          </a:prstGeom>
          <a:noFill/>
          <a:ln w="12700">
            <a:noFill/>
            <a:miter lim="400000"/>
          </a:ln>
        </p:spPr>
        <p:txBody>
          <a:bodyPr lIns="91439" tIns="45719" rIns="91439" bIns="45719" anchor="t">
            <a:noAutofit/>
          </a:bodyPr>
          <a:lstStyle/>
          <a:p>
            <a:endParaRPr/>
          </a:p>
        </p:txBody>
      </p:sp>
      <p:sp>
        <p:nvSpPr>
          <p:cNvPr id="2727" name="Text Placeholder 16"/>
          <p:cNvSpPr>
            <a:spLocks noGrp="1"/>
          </p:cNvSpPr>
          <p:nvPr>
            <p:ph type="body" sz="quarter" idx="63" hasCustomPrompt="1"/>
          </p:nvPr>
        </p:nvSpPr>
        <p:spPr>
          <a:xfrm>
            <a:off x="6764010"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28" name="Text Placeholder 16"/>
          <p:cNvSpPr>
            <a:spLocks noGrp="1"/>
          </p:cNvSpPr>
          <p:nvPr>
            <p:ph type="body" sz="quarter" idx="64" hasCustomPrompt="1"/>
          </p:nvPr>
        </p:nvSpPr>
        <p:spPr>
          <a:xfrm>
            <a:off x="6764010"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29" name="Picture Placeholder 64"/>
          <p:cNvSpPr>
            <a:spLocks noGrp="1"/>
          </p:cNvSpPr>
          <p:nvPr>
            <p:ph type="pic" sz="quarter" idx="65"/>
          </p:nvPr>
        </p:nvSpPr>
        <p:spPr>
          <a:xfrm>
            <a:off x="6910277" y="4783310"/>
            <a:ext cx="1247115" cy="714601"/>
          </a:xfrm>
          <a:prstGeom prst="rect">
            <a:avLst/>
          </a:prstGeom>
          <a:noFill/>
          <a:ln w="12700">
            <a:noFill/>
            <a:miter lim="400000"/>
          </a:ln>
        </p:spPr>
        <p:txBody>
          <a:bodyPr lIns="91439" tIns="45719" rIns="91439" bIns="45719" anchor="t">
            <a:noAutofit/>
          </a:bodyPr>
          <a:lstStyle/>
          <a:p>
            <a:endParaRPr/>
          </a:p>
        </p:txBody>
      </p:sp>
      <p:sp>
        <p:nvSpPr>
          <p:cNvPr id="2730" name="Text Placeholder 16"/>
          <p:cNvSpPr>
            <a:spLocks noGrp="1"/>
          </p:cNvSpPr>
          <p:nvPr>
            <p:ph type="body" sz="quarter" idx="66" hasCustomPrompt="1"/>
          </p:nvPr>
        </p:nvSpPr>
        <p:spPr>
          <a:xfrm>
            <a:off x="5861330"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31" name="Text Placeholder 16"/>
          <p:cNvSpPr>
            <a:spLocks noGrp="1"/>
          </p:cNvSpPr>
          <p:nvPr>
            <p:ph type="body" sz="quarter" idx="67" hasCustomPrompt="1"/>
          </p:nvPr>
        </p:nvSpPr>
        <p:spPr>
          <a:xfrm>
            <a:off x="5861330"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32" name="Picture Placeholder 64"/>
          <p:cNvSpPr>
            <a:spLocks noGrp="1"/>
          </p:cNvSpPr>
          <p:nvPr>
            <p:ph type="pic" sz="quarter" idx="68"/>
          </p:nvPr>
        </p:nvSpPr>
        <p:spPr>
          <a:xfrm>
            <a:off x="6007596" y="2107874"/>
            <a:ext cx="1247115" cy="714601"/>
          </a:xfrm>
          <a:prstGeom prst="rect">
            <a:avLst/>
          </a:prstGeom>
          <a:noFill/>
          <a:ln w="12700">
            <a:noFill/>
            <a:miter lim="400000"/>
          </a:ln>
        </p:spPr>
        <p:txBody>
          <a:bodyPr lIns="91439" tIns="45719" rIns="91439" bIns="45719" anchor="t">
            <a:noAutofit/>
          </a:bodyPr>
          <a:lstStyle/>
          <a:p>
            <a:endParaRPr/>
          </a:p>
        </p:txBody>
      </p:sp>
      <p:sp>
        <p:nvSpPr>
          <p:cNvPr id="2733" name="Text Placeholder 16"/>
          <p:cNvSpPr>
            <a:spLocks noGrp="1"/>
          </p:cNvSpPr>
          <p:nvPr>
            <p:ph type="body" sz="quarter" idx="69" hasCustomPrompt="1"/>
          </p:nvPr>
        </p:nvSpPr>
        <p:spPr>
          <a:xfrm>
            <a:off x="8580797" y="4012605"/>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34" name="Text Placeholder 16"/>
          <p:cNvSpPr>
            <a:spLocks noGrp="1"/>
          </p:cNvSpPr>
          <p:nvPr>
            <p:ph type="body" sz="quarter" idx="70" hasCustomPrompt="1"/>
          </p:nvPr>
        </p:nvSpPr>
        <p:spPr>
          <a:xfrm>
            <a:off x="8580797" y="4197728"/>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35" name="Picture Placeholder 64"/>
          <p:cNvSpPr>
            <a:spLocks noGrp="1"/>
          </p:cNvSpPr>
          <p:nvPr>
            <p:ph type="pic" sz="quarter" idx="71"/>
          </p:nvPr>
        </p:nvSpPr>
        <p:spPr>
          <a:xfrm>
            <a:off x="8727063" y="4783310"/>
            <a:ext cx="1247115" cy="714601"/>
          </a:xfrm>
          <a:prstGeom prst="rect">
            <a:avLst/>
          </a:prstGeom>
          <a:noFill/>
          <a:ln w="12700">
            <a:noFill/>
            <a:miter lim="400000"/>
          </a:ln>
        </p:spPr>
        <p:txBody>
          <a:bodyPr lIns="91439" tIns="45719" rIns="91439" bIns="45719" anchor="t">
            <a:noAutofit/>
          </a:bodyPr>
          <a:lstStyle/>
          <a:p>
            <a:endParaRPr/>
          </a:p>
        </p:txBody>
      </p:sp>
      <p:sp>
        <p:nvSpPr>
          <p:cNvPr id="2736" name="Text Placeholder 16"/>
          <p:cNvSpPr>
            <a:spLocks noGrp="1"/>
          </p:cNvSpPr>
          <p:nvPr>
            <p:ph type="body" sz="quarter" idx="72" hasCustomPrompt="1"/>
          </p:nvPr>
        </p:nvSpPr>
        <p:spPr>
          <a:xfrm>
            <a:off x="7671902"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37" name="Text Placeholder 16"/>
          <p:cNvSpPr>
            <a:spLocks noGrp="1"/>
          </p:cNvSpPr>
          <p:nvPr>
            <p:ph type="body" sz="quarter" idx="73" hasCustomPrompt="1"/>
          </p:nvPr>
        </p:nvSpPr>
        <p:spPr>
          <a:xfrm>
            <a:off x="7671902"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38" name="Picture Placeholder 64"/>
          <p:cNvSpPr>
            <a:spLocks noGrp="1"/>
          </p:cNvSpPr>
          <p:nvPr>
            <p:ph type="pic" sz="quarter" idx="74"/>
          </p:nvPr>
        </p:nvSpPr>
        <p:spPr>
          <a:xfrm>
            <a:off x="7818169" y="2107874"/>
            <a:ext cx="1247115" cy="714601"/>
          </a:xfrm>
          <a:prstGeom prst="rect">
            <a:avLst/>
          </a:prstGeom>
          <a:noFill/>
          <a:ln w="12700">
            <a:noFill/>
            <a:miter lim="400000"/>
          </a:ln>
        </p:spPr>
        <p:txBody>
          <a:bodyPr lIns="91439" tIns="45719" rIns="91439" bIns="45719" anchor="t">
            <a:noAutofit/>
          </a:bodyPr>
          <a:lstStyle/>
          <a:p>
            <a:endParaRPr/>
          </a:p>
        </p:txBody>
      </p:sp>
      <p:sp>
        <p:nvSpPr>
          <p:cNvPr id="2739" name="Text Placeholder 16"/>
          <p:cNvSpPr>
            <a:spLocks noGrp="1"/>
          </p:cNvSpPr>
          <p:nvPr>
            <p:ph type="body" sz="quarter" idx="75" hasCustomPrompt="1"/>
          </p:nvPr>
        </p:nvSpPr>
        <p:spPr>
          <a:xfrm>
            <a:off x="10397583" y="4012605"/>
            <a:ext cx="149697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40" name="Text Placeholder 16"/>
          <p:cNvSpPr>
            <a:spLocks noGrp="1"/>
          </p:cNvSpPr>
          <p:nvPr>
            <p:ph type="body" sz="quarter" idx="76" hasCustomPrompt="1"/>
          </p:nvPr>
        </p:nvSpPr>
        <p:spPr>
          <a:xfrm>
            <a:off x="10397583" y="4197728"/>
            <a:ext cx="1496969"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41" name="Picture Placeholder 64"/>
          <p:cNvSpPr>
            <a:spLocks noGrp="1"/>
          </p:cNvSpPr>
          <p:nvPr>
            <p:ph type="pic" sz="quarter" idx="77"/>
          </p:nvPr>
        </p:nvSpPr>
        <p:spPr>
          <a:xfrm>
            <a:off x="10543849" y="4783310"/>
            <a:ext cx="1247115" cy="714601"/>
          </a:xfrm>
          <a:prstGeom prst="rect">
            <a:avLst/>
          </a:prstGeom>
          <a:noFill/>
          <a:ln w="12700">
            <a:noFill/>
            <a:miter lim="400000"/>
          </a:ln>
        </p:spPr>
        <p:txBody>
          <a:bodyPr lIns="91439" tIns="45719" rIns="91439" bIns="45719" anchor="t">
            <a:noAutofit/>
          </a:bodyPr>
          <a:lstStyle/>
          <a:p>
            <a:endParaRPr/>
          </a:p>
        </p:txBody>
      </p:sp>
      <p:sp>
        <p:nvSpPr>
          <p:cNvPr id="2742" name="Text Placeholder 16"/>
          <p:cNvSpPr>
            <a:spLocks noGrp="1"/>
          </p:cNvSpPr>
          <p:nvPr>
            <p:ph type="body" sz="quarter" idx="78" hasCustomPrompt="1"/>
          </p:nvPr>
        </p:nvSpPr>
        <p:spPr>
          <a:xfrm>
            <a:off x="9496388" y="1337169"/>
            <a:ext cx="1620001" cy="178563"/>
          </a:xfrm>
          <a:prstGeom prst="rect">
            <a:avLst/>
          </a:prstGeom>
          <a:noFill/>
          <a:ln w="12700">
            <a:noFill/>
            <a:miter lim="400000"/>
          </a:ln>
        </p:spPr>
        <p:txBody>
          <a:bodyPr lIns="0" tIns="0" rIns="0" bIns="0" anchor="t"/>
          <a:lstStyle>
            <a:lvl1pPr defTabSz="452628">
              <a:spcBef>
                <a:spcPts val="850"/>
              </a:spcBef>
              <a:defRPr sz="1188">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2743" name="Text Placeholder 16"/>
          <p:cNvSpPr>
            <a:spLocks noGrp="1"/>
          </p:cNvSpPr>
          <p:nvPr>
            <p:ph type="body" sz="quarter" idx="79" hasCustomPrompt="1"/>
          </p:nvPr>
        </p:nvSpPr>
        <p:spPr>
          <a:xfrm>
            <a:off x="9496388" y="1522292"/>
            <a:ext cx="1620001" cy="492758"/>
          </a:xfrm>
          <a:prstGeom prst="rect">
            <a:avLst/>
          </a:prstGeom>
          <a:noFill/>
          <a:ln w="12700">
            <a:noFill/>
            <a:miter lim="400000"/>
          </a:ln>
        </p:spPr>
        <p:txBody>
          <a:bodyPr lIns="0" tIns="0" rIns="0" bIns="0" anchor="t"/>
          <a:lstStyle>
            <a:lvl1pPr defTabSz="457200">
              <a:spcBef>
                <a:spcPts val="900"/>
              </a:spcBef>
              <a:defRPr sz="1000" spc="-50">
                <a:solidFill>
                  <a:srgbClr val="000000"/>
                </a:solidFill>
              </a:defRPr>
            </a:lvl1pPr>
          </a:lstStyle>
          <a:p>
            <a:r>
              <a:t>Click to edit lorem ipsum dolor sitmet text.</a:t>
            </a:r>
          </a:p>
        </p:txBody>
      </p:sp>
      <p:sp>
        <p:nvSpPr>
          <p:cNvPr id="2744" name="Picture Placeholder 64"/>
          <p:cNvSpPr>
            <a:spLocks noGrp="1"/>
          </p:cNvSpPr>
          <p:nvPr>
            <p:ph type="pic" sz="quarter" idx="80"/>
          </p:nvPr>
        </p:nvSpPr>
        <p:spPr>
          <a:xfrm>
            <a:off x="9642654" y="2107874"/>
            <a:ext cx="1247115" cy="714601"/>
          </a:xfrm>
          <a:prstGeom prst="rect">
            <a:avLst/>
          </a:prstGeom>
          <a:noFill/>
          <a:ln w="12700">
            <a:noFill/>
            <a:miter lim="400000"/>
          </a:ln>
        </p:spPr>
        <p:txBody>
          <a:bodyPr lIns="91439" tIns="45719" rIns="91439" bIns="45719" anchor="t">
            <a:noAutofit/>
          </a:bodyPr>
          <a:lstStyle/>
          <a:p>
            <a:endParaRPr/>
          </a:p>
        </p:txBody>
      </p:sp>
      <p:sp>
        <p:nvSpPr>
          <p:cNvPr id="2745" name="Text Placeholder 4"/>
          <p:cNvSpPr>
            <a:spLocks noGrp="1"/>
          </p:cNvSpPr>
          <p:nvPr>
            <p:ph type="body" sz="quarter" idx="81" hasCustomPrompt="1"/>
          </p:nvPr>
        </p:nvSpPr>
        <p:spPr>
          <a:xfrm>
            <a:off x="380084" y="855222"/>
            <a:ext cx="11422185"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746" name="Text Placeholder 10"/>
          <p:cNvSpPr>
            <a:spLocks noGrp="1"/>
          </p:cNvSpPr>
          <p:nvPr>
            <p:ph type="body" sz="quarter" idx="82" hasCustomPrompt="1"/>
          </p:nvPr>
        </p:nvSpPr>
        <p:spPr>
          <a:xfrm>
            <a:off x="9284714" y="6314725"/>
            <a:ext cx="2087355" cy="288001"/>
          </a:xfrm>
          <a:prstGeom prst="rect">
            <a:avLst/>
          </a:prstGeom>
          <a:noFill/>
          <a:ln w="12700">
            <a:noFill/>
            <a:miter lim="400000"/>
          </a:ln>
        </p:spPr>
        <p:txBody>
          <a:bodyPr lIns="0" tIns="0" rIns="0" bIns="0" anchor="b"/>
          <a:lstStyle>
            <a:lvl1pPr algn="r" defTabSz="457189">
              <a:defRPr sz="1000">
                <a:solidFill>
                  <a:srgbClr val="808080"/>
                </a:solidFill>
              </a:defRPr>
            </a:lvl1pPr>
          </a:lstStyle>
          <a:p>
            <a:r>
              <a:t>Click to edit Master text  |</a:t>
            </a:r>
          </a:p>
        </p:txBody>
      </p:sp>
      <p:sp>
        <p:nvSpPr>
          <p:cNvPr id="2747" name="Text Placeholder 14"/>
          <p:cNvSpPr>
            <a:spLocks noGrp="1"/>
          </p:cNvSpPr>
          <p:nvPr>
            <p:ph type="body" sz="quarter" idx="83" hasCustomPrompt="1"/>
          </p:nvPr>
        </p:nvSpPr>
        <p:spPr>
          <a:xfrm>
            <a:off x="406400" y="5972373"/>
            <a:ext cx="5689600" cy="295350"/>
          </a:xfrm>
          <a:prstGeom prst="rect">
            <a:avLst/>
          </a:prstGeom>
          <a:noFill/>
          <a:ln w="12700">
            <a:noFill/>
            <a:miter lim="400000"/>
          </a:ln>
        </p:spPr>
        <p:txBody>
          <a:bodyPr lIns="0" tIns="0" rIns="0" bIns="0" anchor="b"/>
          <a:lstStyle>
            <a:lvl1pPr defTabSz="457189">
              <a:defRPr sz="800">
                <a:solidFill>
                  <a:srgbClr val="D0D0D0"/>
                </a:solidFill>
              </a:defRPr>
            </a:lvl1pPr>
          </a:lstStyle>
          <a:p>
            <a:r>
              <a:t>Click to edit footnote</a:t>
            </a:r>
          </a:p>
        </p:txBody>
      </p:sp>
    </p:spTree>
    <p:extLst>
      <p:ext uri="{BB962C8B-B14F-4D97-AF65-F5344CB8AC3E}">
        <p14:creationId xmlns:p14="http://schemas.microsoft.com/office/powerpoint/2010/main" val="2209815410"/>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tx">
  <p:cSld name="Titles, centered image and 6 text boxes with icons">
    <p:bg>
      <p:bgPr>
        <a:solidFill>
          <a:srgbClr val="FFFFFF"/>
        </a:solidFill>
        <a:effectLst/>
      </p:bgPr>
    </p:bg>
    <p:spTree>
      <p:nvGrpSpPr>
        <p:cNvPr id="1" name=""/>
        <p:cNvGrpSpPr/>
        <p:nvPr/>
      </p:nvGrpSpPr>
      <p:grpSpPr>
        <a:xfrm>
          <a:off x="0" y="0"/>
          <a:ext cx="0" cy="0"/>
          <a:chOff x="0" y="0"/>
          <a:chExt cx="0" cy="0"/>
        </a:xfrm>
      </p:grpSpPr>
      <p:pic>
        <p:nvPicPr>
          <p:cNvPr id="275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755" name="Body Level One…"/>
          <p:cNvSpPr txBox="1">
            <a:spLocks noGrp="1"/>
          </p:cNvSpPr>
          <p:nvPr>
            <p:ph type="body" sz="half" idx="1"/>
          </p:nvPr>
        </p:nvSpPr>
        <p:spPr>
          <a:xfrm>
            <a:off x="3744516" y="1267232"/>
            <a:ext cx="4702969" cy="4323537"/>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lvl1pPr>
            <a:lvl2pPr marL="762187" indent="-267187" defTabSz="457200">
              <a:spcBef>
                <a:spcPts val="900"/>
              </a:spcBef>
              <a:buFont typeface="Helvetica"/>
              <a:defRPr sz="1900"/>
            </a:lvl2pPr>
            <a:lvl3pPr marL="1254000" indent="-228000" defTabSz="457200">
              <a:spcBef>
                <a:spcPts val="900"/>
              </a:spcBef>
              <a:buFont typeface="Helvetica"/>
              <a:defRPr sz="1900"/>
            </a:lvl3pPr>
            <a:lvl4pPr marL="1761000" indent="-285000" defTabSz="457200">
              <a:spcBef>
                <a:spcPts val="900"/>
              </a:spcBef>
              <a:buFont typeface="Helvetica"/>
              <a:defRPr sz="1900"/>
            </a:lvl4pPr>
            <a:lvl5pPr marL="2211000" indent="-285000" defTabSz="457200">
              <a:spcBef>
                <a:spcPts val="900"/>
              </a:spcBef>
              <a:buFont typeface="Helvetica"/>
              <a:defRPr sz="1900"/>
            </a:lvl5pPr>
          </a:lstStyle>
          <a:p>
            <a:r>
              <a:t>Body Level One</a:t>
            </a:r>
          </a:p>
          <a:p>
            <a:pPr lvl="1"/>
            <a:r>
              <a:t>Body Level Two</a:t>
            </a:r>
          </a:p>
          <a:p>
            <a:pPr lvl="2"/>
            <a:r>
              <a:t>Body Level Three</a:t>
            </a:r>
          </a:p>
          <a:p>
            <a:pPr lvl="3"/>
            <a:r>
              <a:t>Body Level Four</a:t>
            </a:r>
          </a:p>
          <a:p>
            <a:pPr lvl="4"/>
            <a:r>
              <a:t>Body Level Five</a:t>
            </a:r>
          </a:p>
        </p:txBody>
      </p:sp>
      <p:sp>
        <p:nvSpPr>
          <p:cNvPr id="2756"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757"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758"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759"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760" name="Text Placeholder 4"/>
          <p:cNvSpPr>
            <a:spLocks noGrp="1"/>
          </p:cNvSpPr>
          <p:nvPr>
            <p:ph type="body" sz="quarter" idx="23" hasCustomPrompt="1"/>
          </p:nvPr>
        </p:nvSpPr>
        <p:spPr>
          <a:xfrm>
            <a:off x="380085" y="855222"/>
            <a:ext cx="11407727"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761" name="Picture Placeholder 16"/>
          <p:cNvSpPr>
            <a:spLocks noGrp="1"/>
          </p:cNvSpPr>
          <p:nvPr>
            <p:ph type="pic" sz="quarter" idx="24"/>
          </p:nvPr>
        </p:nvSpPr>
        <p:spPr>
          <a:xfrm>
            <a:off x="5196000" y="2539171"/>
            <a:ext cx="1800001" cy="1800001"/>
          </a:xfrm>
          <a:prstGeom prst="rect">
            <a:avLst/>
          </a:prstGeom>
          <a:noFill/>
          <a:ln w="12700">
            <a:noFill/>
            <a:miter lim="400000"/>
          </a:ln>
        </p:spPr>
        <p:txBody>
          <a:bodyPr lIns="91439" tIns="45719" rIns="91439" bIns="45719" anchor="t">
            <a:noAutofit/>
          </a:bodyPr>
          <a:lstStyle/>
          <a:p>
            <a:endParaRPr/>
          </a:p>
        </p:txBody>
      </p:sp>
      <p:sp>
        <p:nvSpPr>
          <p:cNvPr id="2762" name="Text Placeholder 14"/>
          <p:cNvSpPr>
            <a:spLocks noGrp="1"/>
          </p:cNvSpPr>
          <p:nvPr>
            <p:ph type="body" sz="quarter" idx="25" hasCustomPrompt="1"/>
          </p:nvPr>
        </p:nvSpPr>
        <p:spPr>
          <a:xfrm>
            <a:off x="409786" y="1819447"/>
            <a:ext cx="2786295" cy="298827"/>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763" name="Text Placeholder 17"/>
          <p:cNvSpPr>
            <a:spLocks noGrp="1"/>
          </p:cNvSpPr>
          <p:nvPr>
            <p:ph type="body" sz="quarter" idx="26" hasCustomPrompt="1"/>
          </p:nvPr>
        </p:nvSpPr>
        <p:spPr>
          <a:xfrm>
            <a:off x="409786" y="2105022"/>
            <a:ext cx="2786295" cy="538015"/>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Donec nec justo eget felis facilisis fermentum. </a:t>
            </a:r>
          </a:p>
        </p:txBody>
      </p:sp>
      <p:sp>
        <p:nvSpPr>
          <p:cNvPr id="2764" name="Picture Placeholder 54"/>
          <p:cNvSpPr>
            <a:spLocks noGrp="1"/>
          </p:cNvSpPr>
          <p:nvPr>
            <p:ph type="pic" sz="quarter" idx="27"/>
          </p:nvPr>
        </p:nvSpPr>
        <p:spPr>
          <a:xfrm>
            <a:off x="407980" y="1286669"/>
            <a:ext cx="468622" cy="450001"/>
          </a:xfrm>
          <a:prstGeom prst="rect">
            <a:avLst/>
          </a:prstGeom>
          <a:noFill/>
          <a:ln w="12700">
            <a:noFill/>
            <a:miter lim="400000"/>
          </a:ln>
        </p:spPr>
        <p:txBody>
          <a:bodyPr lIns="91439" tIns="45719" rIns="91439" bIns="45719" anchor="t">
            <a:noAutofit/>
          </a:bodyPr>
          <a:lstStyle/>
          <a:p>
            <a:endParaRPr/>
          </a:p>
        </p:txBody>
      </p:sp>
      <p:sp>
        <p:nvSpPr>
          <p:cNvPr id="2765" name="Text Placeholder 14"/>
          <p:cNvSpPr>
            <a:spLocks noGrp="1"/>
          </p:cNvSpPr>
          <p:nvPr>
            <p:ph type="body" sz="quarter" idx="28" hasCustomPrompt="1"/>
          </p:nvPr>
        </p:nvSpPr>
        <p:spPr>
          <a:xfrm>
            <a:off x="409786" y="3512802"/>
            <a:ext cx="2786295" cy="298827"/>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766" name="Text Placeholder 17"/>
          <p:cNvSpPr>
            <a:spLocks noGrp="1"/>
          </p:cNvSpPr>
          <p:nvPr>
            <p:ph type="body" sz="quarter" idx="29" hasCustomPrompt="1"/>
          </p:nvPr>
        </p:nvSpPr>
        <p:spPr>
          <a:xfrm>
            <a:off x="409786" y="3798377"/>
            <a:ext cx="2786295" cy="538015"/>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Donec nec justo eget felis facilisis fermentum. </a:t>
            </a:r>
          </a:p>
        </p:txBody>
      </p:sp>
      <p:sp>
        <p:nvSpPr>
          <p:cNvPr id="2767" name="Picture Placeholder 54"/>
          <p:cNvSpPr>
            <a:spLocks noGrp="1"/>
          </p:cNvSpPr>
          <p:nvPr>
            <p:ph type="pic" sz="quarter" idx="30"/>
          </p:nvPr>
        </p:nvSpPr>
        <p:spPr>
          <a:xfrm>
            <a:off x="407980" y="2980024"/>
            <a:ext cx="468622" cy="450001"/>
          </a:xfrm>
          <a:prstGeom prst="rect">
            <a:avLst/>
          </a:prstGeom>
          <a:noFill/>
          <a:ln w="12700">
            <a:noFill/>
            <a:miter lim="400000"/>
          </a:ln>
        </p:spPr>
        <p:txBody>
          <a:bodyPr lIns="91439" tIns="45719" rIns="91439" bIns="45719" anchor="t">
            <a:noAutofit/>
          </a:bodyPr>
          <a:lstStyle/>
          <a:p>
            <a:endParaRPr/>
          </a:p>
        </p:txBody>
      </p:sp>
      <p:sp>
        <p:nvSpPr>
          <p:cNvPr id="2768" name="Text Placeholder 14"/>
          <p:cNvSpPr>
            <a:spLocks noGrp="1"/>
          </p:cNvSpPr>
          <p:nvPr>
            <p:ph type="body" sz="quarter" idx="31" hasCustomPrompt="1"/>
          </p:nvPr>
        </p:nvSpPr>
        <p:spPr>
          <a:xfrm>
            <a:off x="409786" y="5205376"/>
            <a:ext cx="2786295" cy="298827"/>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769" name="Text Placeholder 17"/>
          <p:cNvSpPr>
            <a:spLocks noGrp="1"/>
          </p:cNvSpPr>
          <p:nvPr>
            <p:ph type="body" sz="quarter" idx="32" hasCustomPrompt="1"/>
          </p:nvPr>
        </p:nvSpPr>
        <p:spPr>
          <a:xfrm>
            <a:off x="409786" y="5490951"/>
            <a:ext cx="2786295" cy="538015"/>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Donec nec justo eget felis facilisis fermentum. </a:t>
            </a:r>
          </a:p>
        </p:txBody>
      </p:sp>
      <p:sp>
        <p:nvSpPr>
          <p:cNvPr id="2770" name="Picture Placeholder 54"/>
          <p:cNvSpPr>
            <a:spLocks noGrp="1"/>
          </p:cNvSpPr>
          <p:nvPr>
            <p:ph type="pic" sz="quarter" idx="33"/>
          </p:nvPr>
        </p:nvSpPr>
        <p:spPr>
          <a:xfrm>
            <a:off x="407980" y="4672599"/>
            <a:ext cx="468622" cy="450001"/>
          </a:xfrm>
          <a:prstGeom prst="rect">
            <a:avLst/>
          </a:prstGeom>
          <a:noFill/>
          <a:ln w="12700">
            <a:noFill/>
            <a:miter lim="400000"/>
          </a:ln>
        </p:spPr>
        <p:txBody>
          <a:bodyPr lIns="91439" tIns="45719" rIns="91439" bIns="45719" anchor="t">
            <a:noAutofit/>
          </a:bodyPr>
          <a:lstStyle/>
          <a:p>
            <a:endParaRPr/>
          </a:p>
        </p:txBody>
      </p:sp>
      <p:sp>
        <p:nvSpPr>
          <p:cNvPr id="2771" name="Text Placeholder 14"/>
          <p:cNvSpPr>
            <a:spLocks noGrp="1"/>
          </p:cNvSpPr>
          <p:nvPr>
            <p:ph type="body" sz="quarter" idx="34" hasCustomPrompt="1"/>
          </p:nvPr>
        </p:nvSpPr>
        <p:spPr>
          <a:xfrm>
            <a:off x="9017073" y="1819447"/>
            <a:ext cx="2786295" cy="298827"/>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772" name="Text Placeholder 17"/>
          <p:cNvSpPr>
            <a:spLocks noGrp="1"/>
          </p:cNvSpPr>
          <p:nvPr>
            <p:ph type="body" sz="quarter" idx="35" hasCustomPrompt="1"/>
          </p:nvPr>
        </p:nvSpPr>
        <p:spPr>
          <a:xfrm>
            <a:off x="9017073" y="2105022"/>
            <a:ext cx="2786295" cy="538015"/>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Donec nec justo eget felis facilisis fermentum. </a:t>
            </a:r>
          </a:p>
        </p:txBody>
      </p:sp>
      <p:sp>
        <p:nvSpPr>
          <p:cNvPr id="2773" name="Picture Placeholder 54"/>
          <p:cNvSpPr>
            <a:spLocks noGrp="1"/>
          </p:cNvSpPr>
          <p:nvPr>
            <p:ph type="pic" sz="quarter" idx="36"/>
          </p:nvPr>
        </p:nvSpPr>
        <p:spPr>
          <a:xfrm>
            <a:off x="9015267" y="1286669"/>
            <a:ext cx="468622" cy="450001"/>
          </a:xfrm>
          <a:prstGeom prst="rect">
            <a:avLst/>
          </a:prstGeom>
          <a:noFill/>
          <a:ln w="12700">
            <a:noFill/>
            <a:miter lim="400000"/>
          </a:ln>
        </p:spPr>
        <p:txBody>
          <a:bodyPr lIns="91439" tIns="45719" rIns="91439" bIns="45719" anchor="t">
            <a:noAutofit/>
          </a:bodyPr>
          <a:lstStyle/>
          <a:p>
            <a:endParaRPr/>
          </a:p>
        </p:txBody>
      </p:sp>
      <p:sp>
        <p:nvSpPr>
          <p:cNvPr id="2774" name="Text Placeholder 14"/>
          <p:cNvSpPr>
            <a:spLocks noGrp="1"/>
          </p:cNvSpPr>
          <p:nvPr>
            <p:ph type="body" sz="quarter" idx="37" hasCustomPrompt="1"/>
          </p:nvPr>
        </p:nvSpPr>
        <p:spPr>
          <a:xfrm>
            <a:off x="9017073" y="3512802"/>
            <a:ext cx="2786295" cy="298827"/>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775" name="Text Placeholder 17"/>
          <p:cNvSpPr>
            <a:spLocks noGrp="1"/>
          </p:cNvSpPr>
          <p:nvPr>
            <p:ph type="body" sz="quarter" idx="38" hasCustomPrompt="1"/>
          </p:nvPr>
        </p:nvSpPr>
        <p:spPr>
          <a:xfrm>
            <a:off x="9017073" y="3798377"/>
            <a:ext cx="2786295" cy="538015"/>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Donec nec justo eget felis facilisis fermentum. </a:t>
            </a:r>
          </a:p>
        </p:txBody>
      </p:sp>
      <p:sp>
        <p:nvSpPr>
          <p:cNvPr id="2776" name="Picture Placeholder 54"/>
          <p:cNvSpPr>
            <a:spLocks noGrp="1"/>
          </p:cNvSpPr>
          <p:nvPr>
            <p:ph type="pic" sz="quarter" idx="39"/>
          </p:nvPr>
        </p:nvSpPr>
        <p:spPr>
          <a:xfrm>
            <a:off x="9015267" y="2980024"/>
            <a:ext cx="468622" cy="450001"/>
          </a:xfrm>
          <a:prstGeom prst="rect">
            <a:avLst/>
          </a:prstGeom>
          <a:noFill/>
          <a:ln w="12700">
            <a:noFill/>
            <a:miter lim="400000"/>
          </a:ln>
        </p:spPr>
        <p:txBody>
          <a:bodyPr lIns="91439" tIns="45719" rIns="91439" bIns="45719" anchor="t">
            <a:noAutofit/>
          </a:bodyPr>
          <a:lstStyle/>
          <a:p>
            <a:endParaRPr/>
          </a:p>
        </p:txBody>
      </p:sp>
      <p:sp>
        <p:nvSpPr>
          <p:cNvPr id="2777" name="Text Placeholder 14"/>
          <p:cNvSpPr>
            <a:spLocks noGrp="1"/>
          </p:cNvSpPr>
          <p:nvPr>
            <p:ph type="body" sz="quarter" idx="40" hasCustomPrompt="1"/>
          </p:nvPr>
        </p:nvSpPr>
        <p:spPr>
          <a:xfrm>
            <a:off x="9017073" y="5205376"/>
            <a:ext cx="2786295" cy="298827"/>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778" name="Text Placeholder 17"/>
          <p:cNvSpPr>
            <a:spLocks noGrp="1"/>
          </p:cNvSpPr>
          <p:nvPr>
            <p:ph type="body" sz="quarter" idx="41" hasCustomPrompt="1"/>
          </p:nvPr>
        </p:nvSpPr>
        <p:spPr>
          <a:xfrm>
            <a:off x="9017073" y="5490951"/>
            <a:ext cx="2786295" cy="538015"/>
          </a:xfrm>
          <a:prstGeom prst="rect">
            <a:avLst/>
          </a:prstGeom>
          <a:noFill/>
          <a:ln w="12700">
            <a:noFill/>
            <a:miter lim="400000"/>
          </a:ln>
        </p:spPr>
        <p:txBody>
          <a:bodyPr lIns="0" tIns="0" rIns="0" bIns="0" anchor="t"/>
          <a:lstStyle>
            <a:lvl1pPr defTabSz="457200">
              <a:spcBef>
                <a:spcPts val="900"/>
              </a:spcBef>
              <a:defRPr sz="1200">
                <a:solidFill>
                  <a:srgbClr val="000000"/>
                </a:solidFill>
              </a:defRPr>
            </a:lvl1pPr>
          </a:lstStyle>
          <a:p>
            <a:r>
              <a:t>Donec nec justo eget felis facilisis fermentum. </a:t>
            </a:r>
          </a:p>
        </p:txBody>
      </p:sp>
      <p:sp>
        <p:nvSpPr>
          <p:cNvPr id="2779" name="Picture Placeholder 54"/>
          <p:cNvSpPr>
            <a:spLocks noGrp="1"/>
          </p:cNvSpPr>
          <p:nvPr>
            <p:ph type="pic" sz="quarter" idx="42"/>
          </p:nvPr>
        </p:nvSpPr>
        <p:spPr>
          <a:xfrm>
            <a:off x="9015267" y="4672599"/>
            <a:ext cx="468622" cy="450001"/>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3622046075"/>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tx">
  <p:cSld name="Titles, centered image and 4 text boxes">
    <p:bg>
      <p:bgPr>
        <a:solidFill>
          <a:srgbClr val="FFFFFF"/>
        </a:solidFill>
        <a:effectLst/>
      </p:bgPr>
    </p:bg>
    <p:spTree>
      <p:nvGrpSpPr>
        <p:cNvPr id="1" name=""/>
        <p:cNvGrpSpPr/>
        <p:nvPr/>
      </p:nvGrpSpPr>
      <p:grpSpPr>
        <a:xfrm>
          <a:off x="0" y="0"/>
          <a:ext cx="0" cy="0"/>
          <a:chOff x="0" y="0"/>
          <a:chExt cx="0" cy="0"/>
        </a:xfrm>
      </p:grpSpPr>
      <p:pic>
        <p:nvPicPr>
          <p:cNvPr id="278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787" name="Body Level One…"/>
          <p:cNvSpPr txBox="1">
            <a:spLocks noGrp="1"/>
          </p:cNvSpPr>
          <p:nvPr>
            <p:ph type="body" sz="half" idx="1"/>
          </p:nvPr>
        </p:nvSpPr>
        <p:spPr>
          <a:xfrm>
            <a:off x="3744516" y="1267232"/>
            <a:ext cx="4702969" cy="4323537"/>
          </a:xfrm>
          <a:prstGeom prst="rect">
            <a:avLst/>
          </a:prstGeom>
          <a:noFill/>
          <a:ln w="12700">
            <a:noFill/>
            <a:miter lim="400000"/>
          </a:ln>
        </p:spPr>
        <p:txBody>
          <a:bodyPr lIns="0" tIns="0" rIns="0" bIns="0" anchor="t"/>
          <a:lstStyle>
            <a:lvl1pPr marL="225000" indent="-225000" defTabSz="457200">
              <a:spcBef>
                <a:spcPts val="900"/>
              </a:spcBef>
              <a:buSzPct val="100000"/>
              <a:buFont typeface="Helvetica"/>
              <a:buChar char="•"/>
              <a:defRPr sz="1900"/>
            </a:lvl1pPr>
            <a:lvl2pPr marL="762187" indent="-267187" defTabSz="457200">
              <a:spcBef>
                <a:spcPts val="900"/>
              </a:spcBef>
              <a:buFont typeface="Helvetica"/>
              <a:defRPr sz="1900"/>
            </a:lvl2pPr>
            <a:lvl3pPr marL="1254000" indent="-228000" defTabSz="457200">
              <a:spcBef>
                <a:spcPts val="900"/>
              </a:spcBef>
              <a:buFont typeface="Helvetica"/>
              <a:defRPr sz="1900"/>
            </a:lvl3pPr>
            <a:lvl4pPr marL="1761000" indent="-285000" defTabSz="457200">
              <a:spcBef>
                <a:spcPts val="900"/>
              </a:spcBef>
              <a:buFont typeface="Helvetica"/>
              <a:defRPr sz="1900"/>
            </a:lvl4pPr>
            <a:lvl5pPr marL="2211000" indent="-285000" defTabSz="457200">
              <a:spcBef>
                <a:spcPts val="900"/>
              </a:spcBef>
              <a:buFont typeface="Helvetica"/>
              <a:defRPr sz="1900"/>
            </a:lvl5pPr>
          </a:lstStyle>
          <a:p>
            <a:r>
              <a:t>Body Level One</a:t>
            </a:r>
          </a:p>
          <a:p>
            <a:pPr lvl="1"/>
            <a:r>
              <a:t>Body Level Two</a:t>
            </a:r>
          </a:p>
          <a:p>
            <a:pPr lvl="2"/>
            <a:r>
              <a:t>Body Level Three</a:t>
            </a:r>
          </a:p>
          <a:p>
            <a:pPr lvl="3"/>
            <a:r>
              <a:t>Body Level Four</a:t>
            </a:r>
          </a:p>
          <a:p>
            <a:pPr lvl="4"/>
            <a:r>
              <a:t>Body Level Five</a:t>
            </a:r>
          </a:p>
        </p:txBody>
      </p:sp>
      <p:sp>
        <p:nvSpPr>
          <p:cNvPr id="2788"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789"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790" name="Text Placeholder 10"/>
          <p:cNvSpPr>
            <a:spLocks noGrp="1"/>
          </p:cNvSpPr>
          <p:nvPr>
            <p:ph type="body" sz="quarter" idx="2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stStyle>
          <a:p>
            <a:r>
              <a:t>Click to edit Master text  |</a:t>
            </a:r>
          </a:p>
        </p:txBody>
      </p:sp>
      <p:sp>
        <p:nvSpPr>
          <p:cNvPr id="2791" name="Text Placeholder 14"/>
          <p:cNvSpPr>
            <a:spLocks noGrp="1"/>
          </p:cNvSpPr>
          <p:nvPr>
            <p:ph type="body" sz="quarter" idx="2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792" name="Text Placeholder 4"/>
          <p:cNvSpPr>
            <a:spLocks noGrp="1"/>
          </p:cNvSpPr>
          <p:nvPr>
            <p:ph type="body" sz="quarter" idx="23" hasCustomPrompt="1"/>
          </p:nvPr>
        </p:nvSpPr>
        <p:spPr>
          <a:xfrm>
            <a:off x="380085" y="855222"/>
            <a:ext cx="11407727"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793" name="Picture Placeholder 16"/>
          <p:cNvSpPr>
            <a:spLocks noGrp="1"/>
          </p:cNvSpPr>
          <p:nvPr>
            <p:ph type="pic" sz="quarter" idx="24"/>
          </p:nvPr>
        </p:nvSpPr>
        <p:spPr>
          <a:xfrm>
            <a:off x="5196000" y="2539171"/>
            <a:ext cx="1800001" cy="1800001"/>
          </a:xfrm>
          <a:prstGeom prst="rect">
            <a:avLst/>
          </a:prstGeom>
          <a:noFill/>
          <a:ln w="12700">
            <a:noFill/>
            <a:miter lim="400000"/>
          </a:ln>
        </p:spPr>
        <p:txBody>
          <a:bodyPr lIns="91439" tIns="45719" rIns="91439" bIns="45719" anchor="t">
            <a:noAutofit/>
          </a:bodyPr>
          <a:lstStyle/>
          <a:p>
            <a:endParaRPr/>
          </a:p>
        </p:txBody>
      </p:sp>
      <p:sp>
        <p:nvSpPr>
          <p:cNvPr id="2794" name="Text Placeholder 14"/>
          <p:cNvSpPr>
            <a:spLocks noGrp="1"/>
          </p:cNvSpPr>
          <p:nvPr>
            <p:ph type="body" sz="quarter" idx="25" hasCustomPrompt="1"/>
          </p:nvPr>
        </p:nvSpPr>
        <p:spPr>
          <a:xfrm>
            <a:off x="410930" y="2105060"/>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795" name="Text Placeholder 17"/>
          <p:cNvSpPr>
            <a:spLocks noGrp="1"/>
          </p:cNvSpPr>
          <p:nvPr>
            <p:ph type="body" sz="quarter" idx="26" hasCustomPrompt="1"/>
          </p:nvPr>
        </p:nvSpPr>
        <p:spPr>
          <a:xfrm>
            <a:off x="410930" y="2629174"/>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796" name="Text Placeholder 59"/>
          <p:cNvSpPr>
            <a:spLocks noGrp="1"/>
          </p:cNvSpPr>
          <p:nvPr>
            <p:ph type="body" sz="quarter" idx="27" hasCustomPrompt="1"/>
          </p:nvPr>
        </p:nvSpPr>
        <p:spPr>
          <a:xfrm>
            <a:off x="407194" y="2504207"/>
            <a:ext cx="5030613"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797" name="Text Placeholder 23"/>
          <p:cNvSpPr>
            <a:spLocks noGrp="1"/>
          </p:cNvSpPr>
          <p:nvPr>
            <p:ph type="body" sz="quarter" idx="28"/>
          </p:nvPr>
        </p:nvSpPr>
        <p:spPr>
          <a:xfrm>
            <a:off x="5466759" y="2446931"/>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798" name="Text Placeholder 59"/>
          <p:cNvSpPr>
            <a:spLocks noGrp="1"/>
          </p:cNvSpPr>
          <p:nvPr>
            <p:ph type="body" sz="quarter" idx="29" hasCustomPrompt="1"/>
          </p:nvPr>
        </p:nvSpPr>
        <p:spPr>
          <a:xfrm>
            <a:off x="409786" y="2489922"/>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799" name="Text Placeholder 14"/>
          <p:cNvSpPr>
            <a:spLocks noGrp="1"/>
          </p:cNvSpPr>
          <p:nvPr>
            <p:ph type="body" sz="quarter" idx="30" hasCustomPrompt="1"/>
          </p:nvPr>
        </p:nvSpPr>
        <p:spPr>
          <a:xfrm>
            <a:off x="409786" y="4473447"/>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00" name="Text Placeholder 17"/>
          <p:cNvSpPr>
            <a:spLocks noGrp="1"/>
          </p:cNvSpPr>
          <p:nvPr>
            <p:ph type="body" sz="quarter" idx="31" hasCustomPrompt="1"/>
          </p:nvPr>
        </p:nvSpPr>
        <p:spPr>
          <a:xfrm>
            <a:off x="409786" y="4997560"/>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801" name="Text Placeholder 59"/>
          <p:cNvSpPr>
            <a:spLocks noGrp="1"/>
          </p:cNvSpPr>
          <p:nvPr>
            <p:ph type="body" sz="quarter" idx="32" hasCustomPrompt="1"/>
          </p:nvPr>
        </p:nvSpPr>
        <p:spPr>
          <a:xfrm>
            <a:off x="409787" y="4872594"/>
            <a:ext cx="4358650"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02" name="Text Placeholder 23"/>
          <p:cNvSpPr>
            <a:spLocks noGrp="1"/>
          </p:cNvSpPr>
          <p:nvPr>
            <p:ph type="body" sz="quarter" idx="33"/>
          </p:nvPr>
        </p:nvSpPr>
        <p:spPr>
          <a:xfrm>
            <a:off x="4807282" y="4815318"/>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803" name="Text Placeholder 59"/>
          <p:cNvSpPr>
            <a:spLocks noGrp="1"/>
          </p:cNvSpPr>
          <p:nvPr>
            <p:ph type="body" sz="quarter" idx="34" hasCustomPrompt="1"/>
          </p:nvPr>
        </p:nvSpPr>
        <p:spPr>
          <a:xfrm>
            <a:off x="408642" y="4858309"/>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04" name="Text Placeholder 59"/>
          <p:cNvSpPr>
            <a:spLocks noGrp="1"/>
          </p:cNvSpPr>
          <p:nvPr>
            <p:ph type="body" sz="quarter" idx="35" hasCustomPrompt="1"/>
          </p:nvPr>
        </p:nvSpPr>
        <p:spPr>
          <a:xfrm>
            <a:off x="7342443" y="2504208"/>
            <a:ext cx="4459827" cy="22861"/>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05" name="Text Placeholder 59"/>
          <p:cNvSpPr>
            <a:spLocks noGrp="1"/>
          </p:cNvSpPr>
          <p:nvPr>
            <p:ph type="body" sz="quarter" idx="36" hasCustomPrompt="1"/>
          </p:nvPr>
        </p:nvSpPr>
        <p:spPr>
          <a:xfrm>
            <a:off x="9015975" y="2489923"/>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06" name="Text Placeholder 23"/>
          <p:cNvSpPr>
            <a:spLocks noGrp="1"/>
          </p:cNvSpPr>
          <p:nvPr>
            <p:ph type="body" sz="quarter" idx="37"/>
          </p:nvPr>
        </p:nvSpPr>
        <p:spPr>
          <a:xfrm>
            <a:off x="7203906" y="2446931"/>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807" name="Text Placeholder 59"/>
          <p:cNvSpPr>
            <a:spLocks noGrp="1"/>
          </p:cNvSpPr>
          <p:nvPr>
            <p:ph type="body" sz="quarter" idx="38" hasCustomPrompt="1"/>
          </p:nvPr>
        </p:nvSpPr>
        <p:spPr>
          <a:xfrm>
            <a:off x="8039688" y="4872595"/>
            <a:ext cx="3762583"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08" name="Text Placeholder 59"/>
          <p:cNvSpPr>
            <a:spLocks noGrp="1"/>
          </p:cNvSpPr>
          <p:nvPr>
            <p:ph type="body" sz="quarter" idx="39" hasCustomPrompt="1"/>
          </p:nvPr>
        </p:nvSpPr>
        <p:spPr>
          <a:xfrm>
            <a:off x="9015975" y="4858309"/>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09" name="Text Placeholder 23"/>
          <p:cNvSpPr>
            <a:spLocks noGrp="1"/>
          </p:cNvSpPr>
          <p:nvPr>
            <p:ph type="body" sz="quarter" idx="40"/>
          </p:nvPr>
        </p:nvSpPr>
        <p:spPr>
          <a:xfrm>
            <a:off x="7901150" y="4815318"/>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810" name="Text Placeholder 14"/>
          <p:cNvSpPr>
            <a:spLocks noGrp="1"/>
          </p:cNvSpPr>
          <p:nvPr>
            <p:ph type="body" sz="quarter" idx="41" hasCustomPrompt="1"/>
          </p:nvPr>
        </p:nvSpPr>
        <p:spPr>
          <a:xfrm>
            <a:off x="9015975" y="2105060"/>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11" name="Text Placeholder 17"/>
          <p:cNvSpPr>
            <a:spLocks noGrp="1"/>
          </p:cNvSpPr>
          <p:nvPr>
            <p:ph type="body" sz="quarter" idx="42" hasCustomPrompt="1"/>
          </p:nvPr>
        </p:nvSpPr>
        <p:spPr>
          <a:xfrm>
            <a:off x="9015975" y="2629174"/>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812" name="Text Placeholder 14"/>
          <p:cNvSpPr>
            <a:spLocks noGrp="1"/>
          </p:cNvSpPr>
          <p:nvPr>
            <p:ph type="body" sz="quarter" idx="43" hasCustomPrompt="1"/>
          </p:nvPr>
        </p:nvSpPr>
        <p:spPr>
          <a:xfrm>
            <a:off x="9015975" y="4473447"/>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13" name="Text Placeholder 17"/>
          <p:cNvSpPr>
            <a:spLocks noGrp="1"/>
          </p:cNvSpPr>
          <p:nvPr>
            <p:ph type="body" sz="quarter" idx="44" hasCustomPrompt="1"/>
          </p:nvPr>
        </p:nvSpPr>
        <p:spPr>
          <a:xfrm>
            <a:off x="9015975" y="4997560"/>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Tree>
    <p:extLst>
      <p:ext uri="{BB962C8B-B14F-4D97-AF65-F5344CB8AC3E}">
        <p14:creationId xmlns:p14="http://schemas.microsoft.com/office/powerpoint/2010/main" val="629106601"/>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x">
  <p:cSld name="Titles, round image over grey rings BG and 4 text boxes">
    <p:bg>
      <p:bgPr>
        <a:solidFill>
          <a:srgbClr val="FFFFFF"/>
        </a:solidFill>
        <a:effectLst/>
      </p:bgPr>
    </p:bg>
    <p:spTree>
      <p:nvGrpSpPr>
        <p:cNvPr id="1" name=""/>
        <p:cNvGrpSpPr/>
        <p:nvPr/>
      </p:nvGrpSpPr>
      <p:grpSpPr>
        <a:xfrm>
          <a:off x="0" y="0"/>
          <a:ext cx="0" cy="0"/>
          <a:chOff x="0" y="0"/>
          <a:chExt cx="0" cy="0"/>
        </a:xfrm>
      </p:grpSpPr>
      <p:pic>
        <p:nvPicPr>
          <p:cNvPr id="282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821" name="Picture 40" descr="Picture 40"/>
          <p:cNvPicPr>
            <a:picLocks noChangeAspect="1"/>
          </p:cNvPicPr>
          <p:nvPr/>
        </p:nvPicPr>
        <p:blipFill>
          <a:blip r:embed="rId3"/>
          <a:stretch>
            <a:fillRect/>
          </a:stretch>
        </p:blipFill>
        <p:spPr>
          <a:xfrm>
            <a:off x="3291364" y="667740"/>
            <a:ext cx="5553001" cy="5553000"/>
          </a:xfrm>
          <a:prstGeom prst="rect">
            <a:avLst/>
          </a:prstGeom>
          <a:ln w="12700">
            <a:miter lim="400000"/>
          </a:ln>
        </p:spPr>
      </p:pic>
      <p:sp>
        <p:nvSpPr>
          <p:cNvPr id="2822"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823"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824"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825"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826" name="Text Placeholder 4"/>
          <p:cNvSpPr>
            <a:spLocks noGrp="1"/>
          </p:cNvSpPr>
          <p:nvPr>
            <p:ph type="body" sz="quarter" idx="22" hasCustomPrompt="1"/>
          </p:nvPr>
        </p:nvSpPr>
        <p:spPr>
          <a:xfrm>
            <a:off x="380085" y="855222"/>
            <a:ext cx="11407727"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827" name="Picture Placeholder 16"/>
          <p:cNvSpPr>
            <a:spLocks noGrp="1"/>
          </p:cNvSpPr>
          <p:nvPr>
            <p:ph type="pic" sz="quarter" idx="23"/>
          </p:nvPr>
        </p:nvSpPr>
        <p:spPr>
          <a:xfrm>
            <a:off x="5196000" y="2539171"/>
            <a:ext cx="1800001" cy="1800001"/>
          </a:xfrm>
          <a:prstGeom prst="rect">
            <a:avLst/>
          </a:prstGeom>
          <a:noFill/>
          <a:ln w="12700">
            <a:noFill/>
            <a:miter lim="400000"/>
          </a:ln>
        </p:spPr>
        <p:txBody>
          <a:bodyPr lIns="91439" tIns="45719" rIns="91439" bIns="45719" anchor="t">
            <a:noAutofit/>
          </a:bodyPr>
          <a:lstStyle/>
          <a:p>
            <a:endParaRPr/>
          </a:p>
        </p:txBody>
      </p:sp>
      <p:sp>
        <p:nvSpPr>
          <p:cNvPr id="2828" name="Text Placeholder 14"/>
          <p:cNvSpPr>
            <a:spLocks noGrp="1"/>
          </p:cNvSpPr>
          <p:nvPr>
            <p:ph type="body" sz="quarter" idx="24" hasCustomPrompt="1"/>
          </p:nvPr>
        </p:nvSpPr>
        <p:spPr>
          <a:xfrm>
            <a:off x="410930" y="2105060"/>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29" name="Text Placeholder 17"/>
          <p:cNvSpPr>
            <a:spLocks noGrp="1"/>
          </p:cNvSpPr>
          <p:nvPr>
            <p:ph type="body" sz="quarter" idx="25" hasCustomPrompt="1"/>
          </p:nvPr>
        </p:nvSpPr>
        <p:spPr>
          <a:xfrm>
            <a:off x="410930" y="2629174"/>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830" name="Text Placeholder 59"/>
          <p:cNvSpPr>
            <a:spLocks noGrp="1"/>
          </p:cNvSpPr>
          <p:nvPr>
            <p:ph type="body" sz="quarter" idx="26" hasCustomPrompt="1"/>
          </p:nvPr>
        </p:nvSpPr>
        <p:spPr>
          <a:xfrm>
            <a:off x="407194" y="2504207"/>
            <a:ext cx="5030613"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31" name="Text Placeholder 23"/>
          <p:cNvSpPr>
            <a:spLocks noGrp="1"/>
          </p:cNvSpPr>
          <p:nvPr>
            <p:ph type="body" sz="quarter" idx="27"/>
          </p:nvPr>
        </p:nvSpPr>
        <p:spPr>
          <a:xfrm>
            <a:off x="5466759" y="2446931"/>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832" name="Text Placeholder 59"/>
          <p:cNvSpPr>
            <a:spLocks noGrp="1"/>
          </p:cNvSpPr>
          <p:nvPr>
            <p:ph type="body" sz="quarter" idx="28" hasCustomPrompt="1"/>
          </p:nvPr>
        </p:nvSpPr>
        <p:spPr>
          <a:xfrm>
            <a:off x="409786" y="2489922"/>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33" name="Text Placeholder 14"/>
          <p:cNvSpPr>
            <a:spLocks noGrp="1"/>
          </p:cNvSpPr>
          <p:nvPr>
            <p:ph type="body" sz="quarter" idx="29" hasCustomPrompt="1"/>
          </p:nvPr>
        </p:nvSpPr>
        <p:spPr>
          <a:xfrm>
            <a:off x="409786" y="4473447"/>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34" name="Text Placeholder 17"/>
          <p:cNvSpPr>
            <a:spLocks noGrp="1"/>
          </p:cNvSpPr>
          <p:nvPr>
            <p:ph type="body" sz="quarter" idx="30" hasCustomPrompt="1"/>
          </p:nvPr>
        </p:nvSpPr>
        <p:spPr>
          <a:xfrm>
            <a:off x="409786" y="4997560"/>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835" name="Text Placeholder 59"/>
          <p:cNvSpPr>
            <a:spLocks noGrp="1"/>
          </p:cNvSpPr>
          <p:nvPr>
            <p:ph type="body" sz="quarter" idx="31" hasCustomPrompt="1"/>
          </p:nvPr>
        </p:nvSpPr>
        <p:spPr>
          <a:xfrm>
            <a:off x="409787" y="4872594"/>
            <a:ext cx="4358650"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36" name="Text Placeholder 23"/>
          <p:cNvSpPr>
            <a:spLocks noGrp="1"/>
          </p:cNvSpPr>
          <p:nvPr>
            <p:ph type="body" sz="quarter" idx="32"/>
          </p:nvPr>
        </p:nvSpPr>
        <p:spPr>
          <a:xfrm>
            <a:off x="4807282" y="4815318"/>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837" name="Text Placeholder 59"/>
          <p:cNvSpPr>
            <a:spLocks noGrp="1"/>
          </p:cNvSpPr>
          <p:nvPr>
            <p:ph type="body" sz="quarter" idx="33" hasCustomPrompt="1"/>
          </p:nvPr>
        </p:nvSpPr>
        <p:spPr>
          <a:xfrm>
            <a:off x="408642" y="4858309"/>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38" name="Text Placeholder 59"/>
          <p:cNvSpPr>
            <a:spLocks noGrp="1"/>
          </p:cNvSpPr>
          <p:nvPr>
            <p:ph type="body" sz="quarter" idx="34" hasCustomPrompt="1"/>
          </p:nvPr>
        </p:nvSpPr>
        <p:spPr>
          <a:xfrm>
            <a:off x="7342443" y="2504208"/>
            <a:ext cx="4459827" cy="22861"/>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39" name="Text Placeholder 59"/>
          <p:cNvSpPr>
            <a:spLocks noGrp="1"/>
          </p:cNvSpPr>
          <p:nvPr>
            <p:ph type="body" sz="quarter" idx="35" hasCustomPrompt="1"/>
          </p:nvPr>
        </p:nvSpPr>
        <p:spPr>
          <a:xfrm>
            <a:off x="9015975" y="2489923"/>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40" name="Text Placeholder 23"/>
          <p:cNvSpPr>
            <a:spLocks noGrp="1"/>
          </p:cNvSpPr>
          <p:nvPr>
            <p:ph type="body" sz="quarter" idx="36"/>
          </p:nvPr>
        </p:nvSpPr>
        <p:spPr>
          <a:xfrm>
            <a:off x="7203906" y="2446931"/>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841" name="Text Placeholder 59"/>
          <p:cNvSpPr>
            <a:spLocks noGrp="1"/>
          </p:cNvSpPr>
          <p:nvPr>
            <p:ph type="body" sz="quarter" idx="37" hasCustomPrompt="1"/>
          </p:nvPr>
        </p:nvSpPr>
        <p:spPr>
          <a:xfrm>
            <a:off x="8039688" y="4872595"/>
            <a:ext cx="3762583"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42" name="Text Placeholder 59"/>
          <p:cNvSpPr>
            <a:spLocks noGrp="1"/>
          </p:cNvSpPr>
          <p:nvPr>
            <p:ph type="body" sz="quarter" idx="38" hasCustomPrompt="1"/>
          </p:nvPr>
        </p:nvSpPr>
        <p:spPr>
          <a:xfrm>
            <a:off x="9015975" y="4858309"/>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43" name="Text Placeholder 23"/>
          <p:cNvSpPr>
            <a:spLocks noGrp="1"/>
          </p:cNvSpPr>
          <p:nvPr>
            <p:ph type="body" sz="quarter" idx="39"/>
          </p:nvPr>
        </p:nvSpPr>
        <p:spPr>
          <a:xfrm>
            <a:off x="7901150" y="4815318"/>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844" name="Text Placeholder 14"/>
          <p:cNvSpPr>
            <a:spLocks noGrp="1"/>
          </p:cNvSpPr>
          <p:nvPr>
            <p:ph type="body" sz="quarter" idx="40" hasCustomPrompt="1"/>
          </p:nvPr>
        </p:nvSpPr>
        <p:spPr>
          <a:xfrm>
            <a:off x="9015975" y="2105060"/>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45" name="Text Placeholder 17"/>
          <p:cNvSpPr>
            <a:spLocks noGrp="1"/>
          </p:cNvSpPr>
          <p:nvPr>
            <p:ph type="body" sz="quarter" idx="41" hasCustomPrompt="1"/>
          </p:nvPr>
        </p:nvSpPr>
        <p:spPr>
          <a:xfrm>
            <a:off x="9015975" y="2629174"/>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846" name="Text Placeholder 14"/>
          <p:cNvSpPr>
            <a:spLocks noGrp="1"/>
          </p:cNvSpPr>
          <p:nvPr>
            <p:ph type="body" sz="quarter" idx="42" hasCustomPrompt="1"/>
          </p:nvPr>
        </p:nvSpPr>
        <p:spPr>
          <a:xfrm>
            <a:off x="9015975" y="4473447"/>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47" name="Text Placeholder 17"/>
          <p:cNvSpPr>
            <a:spLocks noGrp="1"/>
          </p:cNvSpPr>
          <p:nvPr>
            <p:ph type="body" sz="quarter" idx="43" hasCustomPrompt="1"/>
          </p:nvPr>
        </p:nvSpPr>
        <p:spPr>
          <a:xfrm>
            <a:off x="9015975" y="4997560"/>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Tree>
    <p:extLst>
      <p:ext uri="{BB962C8B-B14F-4D97-AF65-F5344CB8AC3E}">
        <p14:creationId xmlns:p14="http://schemas.microsoft.com/office/powerpoint/2010/main" val="2618350581"/>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tx">
  <p:cSld name="Titles, centered iPhone Mockup and 4 text boxes">
    <p:bg>
      <p:bgPr>
        <a:solidFill>
          <a:srgbClr val="FFFFFF"/>
        </a:solidFill>
        <a:effectLst/>
      </p:bgPr>
    </p:bg>
    <p:spTree>
      <p:nvGrpSpPr>
        <p:cNvPr id="1" name=""/>
        <p:cNvGrpSpPr/>
        <p:nvPr/>
      </p:nvGrpSpPr>
      <p:grpSpPr>
        <a:xfrm>
          <a:off x="0" y="0"/>
          <a:ext cx="0" cy="0"/>
          <a:chOff x="0" y="0"/>
          <a:chExt cx="0" cy="0"/>
        </a:xfrm>
      </p:grpSpPr>
      <p:pic>
        <p:nvPicPr>
          <p:cNvPr id="285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pic>
        <p:nvPicPr>
          <p:cNvPr id="2855" name="Picture 40" descr="Picture 40"/>
          <p:cNvPicPr>
            <a:picLocks noChangeAspect="1"/>
          </p:cNvPicPr>
          <p:nvPr/>
        </p:nvPicPr>
        <p:blipFill>
          <a:blip r:embed="rId3"/>
          <a:stretch>
            <a:fillRect/>
          </a:stretch>
        </p:blipFill>
        <p:spPr>
          <a:xfrm>
            <a:off x="3291364" y="667740"/>
            <a:ext cx="5553001" cy="5553000"/>
          </a:xfrm>
          <a:prstGeom prst="rect">
            <a:avLst/>
          </a:prstGeom>
          <a:ln w="12700">
            <a:miter lim="400000"/>
          </a:ln>
        </p:spPr>
      </p:pic>
      <p:sp>
        <p:nvSpPr>
          <p:cNvPr id="2856"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857"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858"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859" name="Text Placeholder 14"/>
          <p:cNvSpPr>
            <a:spLocks noGrp="1"/>
          </p:cNvSpPr>
          <p:nvPr>
            <p:ph type="body" sz="quarter" idx="21" hasCustomPrompt="1"/>
          </p:nvPr>
        </p:nvSpPr>
        <p:spPr>
          <a:xfrm>
            <a:off x="406400" y="5972373"/>
            <a:ext cx="4320723"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860" name="Text Placeholder 4"/>
          <p:cNvSpPr>
            <a:spLocks noGrp="1"/>
          </p:cNvSpPr>
          <p:nvPr>
            <p:ph type="body" sz="quarter" idx="22" hasCustomPrompt="1"/>
          </p:nvPr>
        </p:nvSpPr>
        <p:spPr>
          <a:xfrm>
            <a:off x="380085" y="855222"/>
            <a:ext cx="11407727"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861" name="Text Placeholder 14"/>
          <p:cNvSpPr>
            <a:spLocks noGrp="1"/>
          </p:cNvSpPr>
          <p:nvPr>
            <p:ph type="body" sz="quarter" idx="23" hasCustomPrompt="1"/>
          </p:nvPr>
        </p:nvSpPr>
        <p:spPr>
          <a:xfrm>
            <a:off x="410930" y="2105060"/>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62" name="Text Placeholder 17"/>
          <p:cNvSpPr>
            <a:spLocks noGrp="1"/>
          </p:cNvSpPr>
          <p:nvPr>
            <p:ph type="body" sz="quarter" idx="24" hasCustomPrompt="1"/>
          </p:nvPr>
        </p:nvSpPr>
        <p:spPr>
          <a:xfrm>
            <a:off x="410930" y="2629174"/>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863" name="Text Placeholder 59"/>
          <p:cNvSpPr>
            <a:spLocks noGrp="1"/>
          </p:cNvSpPr>
          <p:nvPr>
            <p:ph type="body" sz="quarter" idx="25" hasCustomPrompt="1"/>
          </p:nvPr>
        </p:nvSpPr>
        <p:spPr>
          <a:xfrm>
            <a:off x="407194" y="2504207"/>
            <a:ext cx="5030613"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64" name="Text Placeholder 59"/>
          <p:cNvSpPr>
            <a:spLocks noGrp="1"/>
          </p:cNvSpPr>
          <p:nvPr>
            <p:ph type="body" sz="quarter" idx="26" hasCustomPrompt="1"/>
          </p:nvPr>
        </p:nvSpPr>
        <p:spPr>
          <a:xfrm>
            <a:off x="409786" y="2489922"/>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65" name="Text Placeholder 14"/>
          <p:cNvSpPr>
            <a:spLocks noGrp="1"/>
          </p:cNvSpPr>
          <p:nvPr>
            <p:ph type="body" sz="quarter" idx="27" hasCustomPrompt="1"/>
          </p:nvPr>
        </p:nvSpPr>
        <p:spPr>
          <a:xfrm>
            <a:off x="409786" y="4473447"/>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66" name="Text Placeholder 17"/>
          <p:cNvSpPr>
            <a:spLocks noGrp="1"/>
          </p:cNvSpPr>
          <p:nvPr>
            <p:ph type="body" sz="quarter" idx="28" hasCustomPrompt="1"/>
          </p:nvPr>
        </p:nvSpPr>
        <p:spPr>
          <a:xfrm>
            <a:off x="409786" y="4997560"/>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867" name="Text Placeholder 59"/>
          <p:cNvSpPr>
            <a:spLocks noGrp="1"/>
          </p:cNvSpPr>
          <p:nvPr>
            <p:ph type="body" sz="quarter" idx="29" hasCustomPrompt="1"/>
          </p:nvPr>
        </p:nvSpPr>
        <p:spPr>
          <a:xfrm>
            <a:off x="409787" y="4872595"/>
            <a:ext cx="4866143"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68" name="Text Placeholder 59"/>
          <p:cNvSpPr>
            <a:spLocks noGrp="1"/>
          </p:cNvSpPr>
          <p:nvPr>
            <p:ph type="body" sz="quarter" idx="30" hasCustomPrompt="1"/>
          </p:nvPr>
        </p:nvSpPr>
        <p:spPr>
          <a:xfrm>
            <a:off x="408642" y="4858309"/>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69" name="Text Placeholder 59"/>
          <p:cNvSpPr>
            <a:spLocks noGrp="1"/>
          </p:cNvSpPr>
          <p:nvPr>
            <p:ph type="body" sz="quarter" idx="31" hasCustomPrompt="1"/>
          </p:nvPr>
        </p:nvSpPr>
        <p:spPr>
          <a:xfrm>
            <a:off x="6771656" y="2501283"/>
            <a:ext cx="5030614" cy="25786"/>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70" name="Text Placeholder 59"/>
          <p:cNvSpPr>
            <a:spLocks noGrp="1"/>
          </p:cNvSpPr>
          <p:nvPr>
            <p:ph type="body" sz="quarter" idx="32" hasCustomPrompt="1"/>
          </p:nvPr>
        </p:nvSpPr>
        <p:spPr>
          <a:xfrm>
            <a:off x="9015975" y="2489923"/>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71" name="Text Placeholder 59"/>
          <p:cNvSpPr>
            <a:spLocks noGrp="1"/>
          </p:cNvSpPr>
          <p:nvPr>
            <p:ph type="body" sz="quarter" idx="33" hasCustomPrompt="1"/>
          </p:nvPr>
        </p:nvSpPr>
        <p:spPr>
          <a:xfrm>
            <a:off x="7245930" y="4869671"/>
            <a:ext cx="4556341" cy="25785"/>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72" name="Text Placeholder 59"/>
          <p:cNvSpPr>
            <a:spLocks noGrp="1"/>
          </p:cNvSpPr>
          <p:nvPr>
            <p:ph type="body" sz="quarter" idx="34" hasCustomPrompt="1"/>
          </p:nvPr>
        </p:nvSpPr>
        <p:spPr>
          <a:xfrm>
            <a:off x="9015975" y="4858309"/>
            <a:ext cx="1956008" cy="22860"/>
          </a:xfrm>
          <a:prstGeom prst="rect">
            <a:avLst/>
          </a:prstGeom>
          <a:noFill/>
          <a:ln w="76200">
            <a:solidFill>
              <a:schemeClr val="accent1"/>
            </a:solidFill>
            <a:round/>
          </a:ln>
        </p:spPr>
        <p:txBody>
          <a:bodyPr lIns="0" tIns="0" rIns="0" bIns="0" anchor="t"/>
          <a:lstStyle/>
          <a:p>
            <a:pPr marL="0" lvl="2" indent="1026000" defTabSz="457200">
              <a:spcBef>
                <a:spcPts val="450"/>
              </a:spcBef>
              <a:buSzTx/>
              <a:buNone/>
            </a:pPr>
            <a:r>
              <a:t>.</a:t>
            </a:r>
          </a:p>
        </p:txBody>
      </p:sp>
      <p:sp>
        <p:nvSpPr>
          <p:cNvPr id="2873" name="Text Placeholder 14"/>
          <p:cNvSpPr>
            <a:spLocks noGrp="1"/>
          </p:cNvSpPr>
          <p:nvPr>
            <p:ph type="body" sz="quarter" idx="35" hasCustomPrompt="1"/>
          </p:nvPr>
        </p:nvSpPr>
        <p:spPr>
          <a:xfrm>
            <a:off x="9015975" y="2105060"/>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74" name="Text Placeholder 17"/>
          <p:cNvSpPr>
            <a:spLocks noGrp="1"/>
          </p:cNvSpPr>
          <p:nvPr>
            <p:ph type="body" sz="quarter" idx="36" hasCustomPrompt="1"/>
          </p:nvPr>
        </p:nvSpPr>
        <p:spPr>
          <a:xfrm>
            <a:off x="9015975" y="2629174"/>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sp>
        <p:nvSpPr>
          <p:cNvPr id="2875" name="Text Placeholder 14"/>
          <p:cNvSpPr>
            <a:spLocks noGrp="1"/>
          </p:cNvSpPr>
          <p:nvPr>
            <p:ph type="body" sz="quarter" idx="37" hasCustomPrompt="1"/>
          </p:nvPr>
        </p:nvSpPr>
        <p:spPr>
          <a:xfrm>
            <a:off x="9015975" y="4473447"/>
            <a:ext cx="2786295" cy="357982"/>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Chapter title here</a:t>
            </a:r>
          </a:p>
        </p:txBody>
      </p:sp>
      <p:sp>
        <p:nvSpPr>
          <p:cNvPr id="2876" name="Text Placeholder 17"/>
          <p:cNvSpPr>
            <a:spLocks noGrp="1"/>
          </p:cNvSpPr>
          <p:nvPr>
            <p:ph type="body" sz="quarter" idx="38" hasCustomPrompt="1"/>
          </p:nvPr>
        </p:nvSpPr>
        <p:spPr>
          <a:xfrm>
            <a:off x="9015975" y="4997560"/>
            <a:ext cx="2786295" cy="538015"/>
          </a:xfrm>
          <a:prstGeom prst="rect">
            <a:avLst/>
          </a:prstGeom>
          <a:noFill/>
          <a:ln w="12700">
            <a:noFill/>
            <a:miter lim="400000"/>
          </a:ln>
        </p:spPr>
        <p:txBody>
          <a:bodyPr lIns="0" tIns="0" rIns="0" bIns="0" anchor="t"/>
          <a:lstStyle>
            <a:lvl1pPr defTabSz="452628">
              <a:spcBef>
                <a:spcPts val="850"/>
              </a:spcBef>
              <a:defRPr sz="1188">
                <a:solidFill>
                  <a:srgbClr val="000000"/>
                </a:solidFill>
              </a:defRPr>
            </a:lvl1pPr>
          </a:lstStyle>
          <a:p>
            <a:r>
              <a:t>Lorem ipsum dolor sit amet, consectetur adipiscing elit, sed do eiusmod tempor incididunt ut labore.</a:t>
            </a:r>
          </a:p>
        </p:txBody>
      </p:sp>
      <p:pic>
        <p:nvPicPr>
          <p:cNvPr id="2877" name="Picture 2" descr="Picture 2"/>
          <p:cNvPicPr>
            <a:picLocks noChangeAspect="1"/>
          </p:cNvPicPr>
          <p:nvPr/>
        </p:nvPicPr>
        <p:blipFill>
          <a:blip r:embed="rId4"/>
          <a:srcRect/>
          <a:stretch>
            <a:fillRect/>
          </a:stretch>
        </p:blipFill>
        <p:spPr>
          <a:xfrm>
            <a:off x="4471501" y="1376239"/>
            <a:ext cx="3216340" cy="5481761"/>
          </a:xfrm>
          <a:prstGeom prst="rect">
            <a:avLst/>
          </a:prstGeom>
          <a:ln w="12700">
            <a:miter lim="400000"/>
          </a:ln>
        </p:spPr>
      </p:pic>
      <p:sp>
        <p:nvSpPr>
          <p:cNvPr id="2878" name="Picture Placeholder 16"/>
          <p:cNvSpPr>
            <a:spLocks noGrp="1"/>
          </p:cNvSpPr>
          <p:nvPr>
            <p:ph type="pic" sz="quarter" idx="39"/>
          </p:nvPr>
        </p:nvSpPr>
        <p:spPr>
          <a:xfrm>
            <a:off x="5085421" y="1480666"/>
            <a:ext cx="1910961" cy="4153825"/>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1877403839"/>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x">
  <p:cSld name="Titles, Cropped Halo and Table">
    <p:bg>
      <p:bgPr>
        <a:solidFill>
          <a:srgbClr val="FFFFFF"/>
        </a:solidFill>
        <a:effectLst/>
      </p:bgPr>
    </p:bg>
    <p:spTree>
      <p:nvGrpSpPr>
        <p:cNvPr id="1" name=""/>
        <p:cNvGrpSpPr/>
        <p:nvPr/>
      </p:nvGrpSpPr>
      <p:grpSpPr>
        <a:xfrm>
          <a:off x="0" y="0"/>
          <a:ext cx="0" cy="0"/>
          <a:chOff x="0" y="0"/>
          <a:chExt cx="0" cy="0"/>
        </a:xfrm>
      </p:grpSpPr>
      <p:pic>
        <p:nvPicPr>
          <p:cNvPr id="2885" name="Picture 2" descr="Picture 2"/>
          <p:cNvPicPr>
            <a:picLocks noChangeAspect="1"/>
          </p:cNvPicPr>
          <p:nvPr/>
        </p:nvPicPr>
        <p:blipFill>
          <a:blip r:embed="rId2"/>
          <a:stretch>
            <a:fillRect/>
          </a:stretch>
        </p:blipFill>
        <p:spPr>
          <a:xfrm flipH="1">
            <a:off x="0" y="-2887356"/>
            <a:ext cx="6317930" cy="12632026"/>
          </a:xfrm>
          <a:prstGeom prst="rect">
            <a:avLst/>
          </a:prstGeom>
          <a:ln w="12700">
            <a:miter lim="400000"/>
          </a:ln>
        </p:spPr>
      </p:pic>
      <p:sp>
        <p:nvSpPr>
          <p:cNvPr id="2886" name="Freeform 14"/>
          <p:cNvSpPr/>
          <p:nvPr/>
        </p:nvSpPr>
        <p:spPr>
          <a:xfrm flipH="1">
            <a:off x="771" y="1253115"/>
            <a:ext cx="2175782" cy="435156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cubicBezTo>
                  <a:pt x="9671" y="21600"/>
                  <a:pt x="0" y="16765"/>
                  <a:pt x="0" y="10800"/>
                </a:cubicBezTo>
                <a:cubicBezTo>
                  <a:pt x="0" y="4835"/>
                  <a:pt x="9671" y="0"/>
                  <a:pt x="21600" y="0"/>
                </a:cubicBezTo>
                <a:close/>
              </a:path>
            </a:pathLst>
          </a:custGeom>
          <a:solidFill>
            <a:srgbClr val="FFFFFF"/>
          </a:solidFill>
          <a:ln w="12700">
            <a:miter lim="400000"/>
          </a:ln>
        </p:spPr>
        <p:txBody>
          <a:bodyPr lIns="0" tIns="0" rIns="0" bIns="0" anchor="b"/>
          <a:lstStyle/>
          <a:p>
            <a:pPr defTabSz="457200">
              <a:defRPr sz="4000"/>
            </a:pPr>
            <a:endParaRPr sz="2000"/>
          </a:p>
        </p:txBody>
      </p:sp>
      <p:pic>
        <p:nvPicPr>
          <p:cNvPr id="2887" name="Picture Placeholder 28" descr="Picture Placeholder 28"/>
          <p:cNvPicPr>
            <a:picLocks noChangeAspect="1"/>
          </p:cNvPicPr>
          <p:nvPr/>
        </p:nvPicPr>
        <p:blipFill>
          <a:blip r:embed="rId3"/>
          <a:srcRect l="2" t="2" r="2" b="2"/>
          <a:stretch>
            <a:fillRect/>
          </a:stretch>
        </p:blipFill>
        <p:spPr>
          <a:xfrm>
            <a:off x="-1799720" y="1629178"/>
            <a:ext cx="3599458" cy="3599458"/>
          </a:xfrm>
          <a:custGeom>
            <a:avLst/>
            <a:gdLst/>
            <a:ahLst/>
            <a:cxnLst>
              <a:cxn ang="0">
                <a:pos x="wd2" y="hd2"/>
              </a:cxn>
              <a:cxn ang="5400000">
                <a:pos x="wd2" y="hd2"/>
              </a:cxn>
              <a:cxn ang="10800000">
                <a:pos x="wd2" y="hd2"/>
              </a:cxn>
              <a:cxn ang="16200000">
                <a:pos x="wd2" y="hd2"/>
              </a:cxn>
            </a:cxnLst>
            <a:rect l="0" t="0" r="r" b="b"/>
            <a:pathLst>
              <a:path w="21600" h="21600" extrusionOk="0">
                <a:moveTo>
                  <a:pt x="3453" y="0"/>
                </a:moveTo>
                <a:cubicBezTo>
                  <a:pt x="2097" y="924"/>
                  <a:pt x="924" y="2097"/>
                  <a:pt x="0" y="3453"/>
                </a:cubicBezTo>
                <a:lnTo>
                  <a:pt x="0" y="18147"/>
                </a:lnTo>
                <a:cubicBezTo>
                  <a:pt x="924" y="19503"/>
                  <a:pt x="2097" y="20676"/>
                  <a:pt x="3453" y="21600"/>
                </a:cubicBezTo>
                <a:lnTo>
                  <a:pt x="18147" y="21600"/>
                </a:lnTo>
                <a:cubicBezTo>
                  <a:pt x="19503" y="20676"/>
                  <a:pt x="20676" y="19503"/>
                  <a:pt x="21600" y="18147"/>
                </a:cubicBezTo>
                <a:lnTo>
                  <a:pt x="21600" y="3453"/>
                </a:lnTo>
                <a:cubicBezTo>
                  <a:pt x="20676" y="2097"/>
                  <a:pt x="19503" y="924"/>
                  <a:pt x="18147" y="0"/>
                </a:cubicBezTo>
                <a:lnTo>
                  <a:pt x="3453" y="0"/>
                </a:lnTo>
                <a:close/>
              </a:path>
            </a:pathLst>
          </a:custGeom>
          <a:ln w="12700">
            <a:miter lim="400000"/>
          </a:ln>
        </p:spPr>
      </p:pic>
      <p:sp>
        <p:nvSpPr>
          <p:cNvPr id="2888"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889"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890"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891"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892" name="Text Placeholder 4"/>
          <p:cNvSpPr>
            <a:spLocks noGrp="1"/>
          </p:cNvSpPr>
          <p:nvPr>
            <p:ph type="body" sz="quarter" idx="22" hasCustomPrompt="1"/>
          </p:nvPr>
        </p:nvSpPr>
        <p:spPr>
          <a:xfrm>
            <a:off x="380085" y="855222"/>
            <a:ext cx="11407727"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pic>
        <p:nvPicPr>
          <p:cNvPr id="2893" name="Picture 6" descr="Picture 6"/>
          <p:cNvPicPr>
            <a:picLocks noChangeAspect="1"/>
          </p:cNvPicPr>
          <p:nvPr/>
        </p:nvPicPr>
        <p:blipFill>
          <a:blip r:embed="rId4"/>
          <a:stretch>
            <a:fillRect/>
          </a:stretch>
        </p:blipFill>
        <p:spPr>
          <a:xfrm>
            <a:off x="406450" y="6399000"/>
            <a:ext cx="1057001" cy="205451"/>
          </a:xfrm>
          <a:prstGeom prst="rect">
            <a:avLst/>
          </a:prstGeom>
          <a:ln w="12700">
            <a:miter lim="400000"/>
          </a:ln>
        </p:spPr>
      </p:pic>
      <p:sp>
        <p:nvSpPr>
          <p:cNvPr id="2894" name="Text Placeholder 59"/>
          <p:cNvSpPr>
            <a:spLocks noGrp="1"/>
          </p:cNvSpPr>
          <p:nvPr>
            <p:ph type="body" sz="quarter" idx="23" hasCustomPrompt="1"/>
          </p:nvPr>
        </p:nvSpPr>
        <p:spPr>
          <a:xfrm>
            <a:off x="2533110" y="3429343"/>
            <a:ext cx="3616867" cy="22860"/>
          </a:xfrm>
          <a:prstGeom prst="rect">
            <a:avLst/>
          </a:prstGeom>
          <a:noFill/>
          <a:ln>
            <a:solidFill>
              <a:srgbClr val="D9D9D9"/>
            </a:solidFill>
            <a:round/>
          </a:ln>
        </p:spPr>
        <p:txBody>
          <a:bodyPr lIns="0" tIns="0" rIns="0" bIns="0" anchor="t"/>
          <a:lstStyle/>
          <a:p>
            <a:pPr marL="0" lvl="2" indent="1026000" defTabSz="457200">
              <a:spcBef>
                <a:spcPts val="450"/>
              </a:spcBef>
              <a:buSzTx/>
              <a:buNone/>
            </a:pPr>
            <a:r>
              <a:t>.</a:t>
            </a:r>
          </a:p>
        </p:txBody>
      </p:sp>
      <p:sp>
        <p:nvSpPr>
          <p:cNvPr id="2895" name="Text Placeholder 23"/>
          <p:cNvSpPr>
            <a:spLocks noGrp="1"/>
          </p:cNvSpPr>
          <p:nvPr>
            <p:ph type="body" sz="quarter" idx="24"/>
          </p:nvPr>
        </p:nvSpPr>
        <p:spPr>
          <a:xfrm>
            <a:off x="2394573" y="3372065"/>
            <a:ext cx="114768" cy="114552"/>
          </a:xfrm>
          <a:prstGeom prst="rect">
            <a:avLst/>
          </a:prstGeom>
          <a:solidFill>
            <a:srgbClr val="FFFFFF"/>
          </a:solidFill>
          <a:ln w="95250">
            <a:solidFill>
              <a:srgbClr val="6D73E6"/>
            </a:solidFill>
            <a:round/>
          </a:ln>
          <a:effectLst>
            <a:outerShdw blurRad="266700" rotWithShape="0">
              <a:srgbClr val="000000">
                <a:alpha val="20000"/>
              </a:srgbClr>
            </a:outerShdw>
          </a:effectLst>
        </p:spPr>
        <p:txBody>
          <a:bodyPr lIns="0" tIns="0" rIns="0" bIns="0" anchor="t"/>
          <a:lstStyle>
            <a:lvl1pPr defTabSz="457200">
              <a:spcBef>
                <a:spcPts val="900"/>
              </a:spcBef>
              <a:defRPr/>
            </a:lvl1pPr>
          </a:lstStyle>
          <a:p>
            <a:pPr defTabSz="914400">
              <a:spcBef>
                <a:spcPts val="1800"/>
              </a:spcBef>
            </a:pPr>
            <a:endParaRPr/>
          </a:p>
        </p:txBody>
      </p:sp>
      <p:sp>
        <p:nvSpPr>
          <p:cNvPr id="2896" name="Text Placeholder 22"/>
          <p:cNvSpPr>
            <a:spLocks noGrp="1"/>
          </p:cNvSpPr>
          <p:nvPr>
            <p:ph type="body" sz="quarter" idx="25" hasCustomPrompt="1"/>
          </p:nvPr>
        </p:nvSpPr>
        <p:spPr>
          <a:xfrm>
            <a:off x="6138687" y="1247161"/>
            <a:ext cx="4711876" cy="336840"/>
          </a:xfrm>
          <a:prstGeom prst="rect">
            <a:avLst/>
          </a:prstGeom>
          <a:noFill/>
          <a:ln w="12700">
            <a:noFill/>
            <a:miter lim="400000"/>
          </a:ln>
        </p:spPr>
        <p:txBody>
          <a:bodyPr lIns="0" tIns="0" rIns="0" bIns="0" anchor="t"/>
          <a:lstStyle>
            <a:lvl1pPr defTabSz="457200">
              <a:defRPr sz="1500" spc="-50">
                <a:solidFill>
                  <a:srgbClr val="000000"/>
                </a:solidFill>
                <a:latin typeface="Avenir Next LT Pro Demi"/>
                <a:ea typeface="Avenir Next LT Pro Demi"/>
                <a:cs typeface="Avenir Next LT Pro Demi"/>
                <a:sym typeface="Avenir Next LT Pro Demi"/>
              </a:defRPr>
            </a:lvl1pPr>
          </a:lstStyle>
          <a:p>
            <a:r>
              <a:t>Click to edit text</a:t>
            </a:r>
          </a:p>
        </p:txBody>
      </p:sp>
    </p:spTree>
    <p:extLst>
      <p:ext uri="{BB962C8B-B14F-4D97-AF65-F5344CB8AC3E}">
        <p14:creationId xmlns:p14="http://schemas.microsoft.com/office/powerpoint/2010/main" val="661927641"/>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tx">
  <p:cSld name="Title, 3 icons over line and Table">
    <p:bg>
      <p:bgPr>
        <a:solidFill>
          <a:srgbClr val="FFFFFF"/>
        </a:solidFill>
        <a:effectLst/>
      </p:bgPr>
    </p:bg>
    <p:spTree>
      <p:nvGrpSpPr>
        <p:cNvPr id="1" name=""/>
        <p:cNvGrpSpPr/>
        <p:nvPr/>
      </p:nvGrpSpPr>
      <p:grpSpPr>
        <a:xfrm>
          <a:off x="0" y="0"/>
          <a:ext cx="0" cy="0"/>
          <a:chOff x="0" y="0"/>
          <a:chExt cx="0" cy="0"/>
        </a:xfrm>
      </p:grpSpPr>
      <p:pic>
        <p:nvPicPr>
          <p:cNvPr id="2903" name="Picture 1" descr="Picture 1"/>
          <p:cNvPicPr>
            <a:picLocks noChangeAspect="1"/>
          </p:cNvPicPr>
          <p:nvPr/>
        </p:nvPicPr>
        <p:blipFill>
          <a:blip r:embed="rId2"/>
          <a:stretch>
            <a:fillRect/>
          </a:stretch>
        </p:blipFill>
        <p:spPr>
          <a:xfrm flipH="1">
            <a:off x="0" y="17633"/>
            <a:ext cx="12192000" cy="6831774"/>
          </a:xfrm>
          <a:prstGeom prst="rect">
            <a:avLst/>
          </a:prstGeom>
          <a:ln w="12700">
            <a:miter lim="400000"/>
          </a:ln>
        </p:spPr>
      </p:pic>
      <p:sp>
        <p:nvSpPr>
          <p:cNvPr id="2904"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905"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906"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pic>
        <p:nvPicPr>
          <p:cNvPr id="2907" name="Picture 6" descr="Picture 6"/>
          <p:cNvPicPr>
            <a:picLocks noChangeAspect="1"/>
          </p:cNvPicPr>
          <p:nvPr/>
        </p:nvPicPr>
        <p:blipFill>
          <a:blip r:embed="rId3"/>
          <a:stretch>
            <a:fillRect/>
          </a:stretch>
        </p:blipFill>
        <p:spPr>
          <a:xfrm>
            <a:off x="406450" y="6399000"/>
            <a:ext cx="1057001" cy="205451"/>
          </a:xfrm>
          <a:prstGeom prst="rect">
            <a:avLst/>
          </a:prstGeom>
          <a:ln w="12700">
            <a:miter lim="400000"/>
          </a:ln>
        </p:spPr>
      </p:pic>
      <p:sp>
        <p:nvSpPr>
          <p:cNvPr id="2908" name="Text Placeholder 16"/>
          <p:cNvSpPr>
            <a:spLocks noGrp="1"/>
          </p:cNvSpPr>
          <p:nvPr>
            <p:ph type="body" sz="quarter" idx="22"/>
          </p:nvPr>
        </p:nvSpPr>
        <p:spPr>
          <a:xfrm>
            <a:off x="-9525" y="4228519"/>
            <a:ext cx="12201525" cy="62495"/>
          </a:xfrm>
          <a:prstGeom prst="rect">
            <a:avLst/>
          </a:prstGeom>
          <a:gradFill>
            <a:gsLst>
              <a:gs pos="0">
                <a:schemeClr val="accent5"/>
              </a:gs>
              <a:gs pos="33000">
                <a:schemeClr val="accent6"/>
              </a:gs>
              <a:gs pos="66000">
                <a:schemeClr val="accent1"/>
              </a:gs>
              <a:gs pos="100000">
                <a:schemeClr val="accent2"/>
              </a:gs>
            </a:gsLst>
            <a:lin ang="2700000"/>
          </a:gradFill>
          <a:ln w="12700">
            <a:noFill/>
            <a:miter lim="400000"/>
          </a:ln>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909" name="Picture Placeholder 29"/>
          <p:cNvSpPr>
            <a:spLocks noGrp="1"/>
          </p:cNvSpPr>
          <p:nvPr>
            <p:ph type="pic" sz="quarter" idx="23"/>
          </p:nvPr>
        </p:nvSpPr>
        <p:spPr>
          <a:xfrm>
            <a:off x="1772625" y="3897066"/>
            <a:ext cx="724968" cy="725401"/>
          </a:xfrm>
          <a:prstGeom prst="rect">
            <a:avLst/>
          </a:prstGeom>
          <a:noFill/>
          <a:ln w="127000">
            <a:solidFill>
              <a:srgbClr val="F2F2F2"/>
            </a:solidFill>
            <a:round/>
          </a:ln>
          <a:effectLst>
            <a:outerShdw blurRad="292100" dist="52786" dir="5400000" rotWithShape="0">
              <a:srgbClr val="000000">
                <a:alpha val="9982"/>
              </a:srgbClr>
            </a:outerShdw>
          </a:effectLst>
        </p:spPr>
        <p:txBody>
          <a:bodyPr lIns="91439" tIns="45719" rIns="91439" bIns="45719" anchor="t">
            <a:noAutofit/>
          </a:bodyPr>
          <a:lstStyle/>
          <a:p>
            <a:endParaRPr/>
          </a:p>
        </p:txBody>
      </p:sp>
      <p:sp>
        <p:nvSpPr>
          <p:cNvPr id="2910" name="Picture Placeholder 29"/>
          <p:cNvSpPr>
            <a:spLocks noGrp="1"/>
          </p:cNvSpPr>
          <p:nvPr>
            <p:ph type="pic" sz="quarter" idx="24"/>
          </p:nvPr>
        </p:nvSpPr>
        <p:spPr>
          <a:xfrm>
            <a:off x="5720150" y="3897066"/>
            <a:ext cx="724968" cy="725401"/>
          </a:xfrm>
          <a:prstGeom prst="rect">
            <a:avLst/>
          </a:prstGeom>
          <a:noFill/>
          <a:ln w="127000">
            <a:solidFill>
              <a:srgbClr val="F2F2F2"/>
            </a:solidFill>
            <a:round/>
          </a:ln>
          <a:effectLst>
            <a:outerShdw blurRad="292100" dist="52786" dir="5400000" rotWithShape="0">
              <a:srgbClr val="000000">
                <a:alpha val="9982"/>
              </a:srgbClr>
            </a:outerShdw>
          </a:effectLst>
        </p:spPr>
        <p:txBody>
          <a:bodyPr lIns="91439" tIns="45719" rIns="91439" bIns="45719" anchor="t">
            <a:noAutofit/>
          </a:bodyPr>
          <a:lstStyle/>
          <a:p>
            <a:endParaRPr/>
          </a:p>
        </p:txBody>
      </p:sp>
      <p:sp>
        <p:nvSpPr>
          <p:cNvPr id="2911" name="Picture Placeholder 29"/>
          <p:cNvSpPr>
            <a:spLocks noGrp="1"/>
          </p:cNvSpPr>
          <p:nvPr>
            <p:ph type="pic" sz="quarter" idx="25"/>
          </p:nvPr>
        </p:nvSpPr>
        <p:spPr>
          <a:xfrm>
            <a:off x="9694408" y="3897066"/>
            <a:ext cx="724968" cy="725401"/>
          </a:xfrm>
          <a:prstGeom prst="rect">
            <a:avLst/>
          </a:prstGeom>
          <a:noFill/>
          <a:ln w="127000">
            <a:solidFill>
              <a:srgbClr val="F2F2F2"/>
            </a:solidFill>
            <a:round/>
          </a:ln>
          <a:effectLst>
            <a:outerShdw blurRad="292100" dist="52786" dir="5400000" rotWithShape="0">
              <a:srgbClr val="000000">
                <a:alpha val="9982"/>
              </a:srgbClr>
            </a:outerShdw>
          </a:effectLst>
        </p:spPr>
        <p:txBody>
          <a:bodyPr lIns="91439" tIns="45719" rIns="91439" bIns="45719" anchor="t">
            <a:noAutofit/>
          </a:bodyPr>
          <a:lstStyle/>
          <a:p>
            <a:endParaRPr/>
          </a:p>
        </p:txBody>
      </p:sp>
      <p:sp>
        <p:nvSpPr>
          <p:cNvPr id="2912" name="Click to edit text"/>
          <p:cNvSpPr txBox="1">
            <a:spLocks noGrp="1"/>
          </p:cNvSpPr>
          <p:nvPr>
            <p:ph type="title" hasCustomPrompt="1"/>
          </p:nvPr>
        </p:nvSpPr>
        <p:spPr>
          <a:xfrm>
            <a:off x="2832161" y="1608993"/>
            <a:ext cx="6527678" cy="1010078"/>
          </a:xfrm>
          <a:prstGeom prst="rect">
            <a:avLst/>
          </a:prstGeom>
        </p:spPr>
        <p:txBody>
          <a:bodyPr anchor="ctr"/>
          <a:lstStyle>
            <a:lvl1pPr algn="ctr">
              <a:defRPr sz="5000">
                <a:solidFill>
                  <a:srgbClr val="000000"/>
                </a:solidFill>
              </a:defRPr>
            </a:lvl1pPr>
          </a:lstStyle>
          <a:p>
            <a:r>
              <a:t>Click to edit text</a:t>
            </a:r>
          </a:p>
        </p:txBody>
      </p:sp>
    </p:spTree>
    <p:extLst>
      <p:ext uri="{BB962C8B-B14F-4D97-AF65-F5344CB8AC3E}">
        <p14:creationId xmlns:p14="http://schemas.microsoft.com/office/powerpoint/2010/main" val="710815887"/>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tx">
  <p:cSld name="Title, 4 icons over line and Table">
    <p:bg>
      <p:bgPr>
        <a:solidFill>
          <a:srgbClr val="FFFFFF"/>
        </a:solidFill>
        <a:effectLst/>
      </p:bgPr>
    </p:bg>
    <p:spTree>
      <p:nvGrpSpPr>
        <p:cNvPr id="1" name=""/>
        <p:cNvGrpSpPr/>
        <p:nvPr/>
      </p:nvGrpSpPr>
      <p:grpSpPr>
        <a:xfrm>
          <a:off x="0" y="0"/>
          <a:ext cx="0" cy="0"/>
          <a:chOff x="0" y="0"/>
          <a:chExt cx="0" cy="0"/>
        </a:xfrm>
      </p:grpSpPr>
      <p:pic>
        <p:nvPicPr>
          <p:cNvPr id="2919" name="Picture 1" descr="Picture 1"/>
          <p:cNvPicPr>
            <a:picLocks noChangeAspect="1"/>
          </p:cNvPicPr>
          <p:nvPr/>
        </p:nvPicPr>
        <p:blipFill>
          <a:blip r:embed="rId2"/>
          <a:stretch>
            <a:fillRect/>
          </a:stretch>
        </p:blipFill>
        <p:spPr>
          <a:xfrm flipH="1">
            <a:off x="0" y="17633"/>
            <a:ext cx="12192000" cy="6831774"/>
          </a:xfrm>
          <a:prstGeom prst="rect">
            <a:avLst/>
          </a:prstGeom>
          <a:ln w="12700">
            <a:miter lim="400000"/>
          </a:ln>
        </p:spPr>
      </p:pic>
      <p:sp>
        <p:nvSpPr>
          <p:cNvPr id="2920"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921"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922"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pic>
        <p:nvPicPr>
          <p:cNvPr id="2923" name="Picture 6" descr="Picture 6"/>
          <p:cNvPicPr>
            <a:picLocks noChangeAspect="1"/>
          </p:cNvPicPr>
          <p:nvPr/>
        </p:nvPicPr>
        <p:blipFill>
          <a:blip r:embed="rId3"/>
          <a:stretch>
            <a:fillRect/>
          </a:stretch>
        </p:blipFill>
        <p:spPr>
          <a:xfrm>
            <a:off x="406450" y="6399000"/>
            <a:ext cx="1057001" cy="205451"/>
          </a:xfrm>
          <a:prstGeom prst="rect">
            <a:avLst/>
          </a:prstGeom>
          <a:ln w="12700">
            <a:miter lim="400000"/>
          </a:ln>
        </p:spPr>
      </p:pic>
      <p:sp>
        <p:nvSpPr>
          <p:cNvPr id="2924" name="Text Placeholder 16"/>
          <p:cNvSpPr>
            <a:spLocks noGrp="1"/>
          </p:cNvSpPr>
          <p:nvPr>
            <p:ph type="body" sz="quarter" idx="22"/>
          </p:nvPr>
        </p:nvSpPr>
        <p:spPr>
          <a:xfrm>
            <a:off x="-9525" y="4228519"/>
            <a:ext cx="12201525" cy="62495"/>
          </a:xfrm>
          <a:prstGeom prst="rect">
            <a:avLst/>
          </a:prstGeom>
          <a:gradFill>
            <a:gsLst>
              <a:gs pos="0">
                <a:schemeClr val="accent5"/>
              </a:gs>
              <a:gs pos="33000">
                <a:schemeClr val="accent6"/>
              </a:gs>
              <a:gs pos="66000">
                <a:schemeClr val="accent1"/>
              </a:gs>
              <a:gs pos="100000">
                <a:schemeClr val="accent2"/>
              </a:gs>
            </a:gsLst>
            <a:lin ang="2700000"/>
          </a:gradFill>
          <a:ln w="12700">
            <a:noFill/>
            <a:miter lim="400000"/>
          </a:ln>
        </p:spPr>
        <p:txBody>
          <a:bodyPr lIns="0" tIns="0" rIns="0" bIns="0" anchor="t"/>
          <a:lstStyle>
            <a:lvl1pPr marL="225000" indent="-225000" defTabSz="457200">
              <a:spcBef>
                <a:spcPts val="900"/>
              </a:spcBef>
              <a:buSzPct val="100000"/>
              <a:buFont typeface="Helvetica"/>
              <a:buChar char="•"/>
              <a:defRPr/>
            </a:lvl1pPr>
          </a:lstStyle>
          <a:p>
            <a:pPr marL="450000" indent="-450000" defTabSz="914400">
              <a:spcBef>
                <a:spcPts val="1800"/>
              </a:spcBef>
              <a:buSzPct val="100000"/>
              <a:buFont typeface="Helvetica"/>
              <a:buChar char="•"/>
            </a:pPr>
            <a:endParaRPr/>
          </a:p>
        </p:txBody>
      </p:sp>
      <p:sp>
        <p:nvSpPr>
          <p:cNvPr id="2925" name="Picture Placeholder 29"/>
          <p:cNvSpPr>
            <a:spLocks noGrp="1"/>
          </p:cNvSpPr>
          <p:nvPr>
            <p:ph type="pic" sz="quarter" idx="23"/>
          </p:nvPr>
        </p:nvSpPr>
        <p:spPr>
          <a:xfrm>
            <a:off x="1152851" y="3897066"/>
            <a:ext cx="724968" cy="725401"/>
          </a:xfrm>
          <a:prstGeom prst="rect">
            <a:avLst/>
          </a:prstGeom>
          <a:noFill/>
          <a:ln w="127000">
            <a:solidFill>
              <a:srgbClr val="F2F2F2"/>
            </a:solidFill>
            <a:round/>
          </a:ln>
          <a:effectLst>
            <a:outerShdw blurRad="292100" dist="52786" dir="5400000" rotWithShape="0">
              <a:srgbClr val="000000">
                <a:alpha val="9982"/>
              </a:srgbClr>
            </a:outerShdw>
          </a:effectLst>
        </p:spPr>
        <p:txBody>
          <a:bodyPr lIns="91439" tIns="45719" rIns="91439" bIns="45719" anchor="t">
            <a:noAutofit/>
          </a:bodyPr>
          <a:lstStyle/>
          <a:p>
            <a:endParaRPr/>
          </a:p>
        </p:txBody>
      </p:sp>
      <p:sp>
        <p:nvSpPr>
          <p:cNvPr id="2926" name="Picture Placeholder 29"/>
          <p:cNvSpPr>
            <a:spLocks noGrp="1"/>
          </p:cNvSpPr>
          <p:nvPr>
            <p:ph type="pic" sz="quarter" idx="24"/>
          </p:nvPr>
        </p:nvSpPr>
        <p:spPr>
          <a:xfrm>
            <a:off x="4215540" y="3897066"/>
            <a:ext cx="724968" cy="725401"/>
          </a:xfrm>
          <a:prstGeom prst="rect">
            <a:avLst/>
          </a:prstGeom>
          <a:noFill/>
          <a:ln w="127000">
            <a:solidFill>
              <a:srgbClr val="F2F2F2"/>
            </a:solidFill>
            <a:round/>
          </a:ln>
          <a:effectLst>
            <a:outerShdw blurRad="292100" dist="52786" dir="5400000" rotWithShape="0">
              <a:srgbClr val="000000">
                <a:alpha val="9982"/>
              </a:srgbClr>
            </a:outerShdw>
          </a:effectLst>
        </p:spPr>
        <p:txBody>
          <a:bodyPr lIns="91439" tIns="45719" rIns="91439" bIns="45719" anchor="t">
            <a:noAutofit/>
          </a:bodyPr>
          <a:lstStyle/>
          <a:p>
            <a:endParaRPr/>
          </a:p>
        </p:txBody>
      </p:sp>
      <p:sp>
        <p:nvSpPr>
          <p:cNvPr id="2927" name="Picture Placeholder 29"/>
          <p:cNvSpPr>
            <a:spLocks noGrp="1"/>
          </p:cNvSpPr>
          <p:nvPr>
            <p:ph type="pic" sz="quarter" idx="25"/>
          </p:nvPr>
        </p:nvSpPr>
        <p:spPr>
          <a:xfrm>
            <a:off x="7251494" y="3897066"/>
            <a:ext cx="724968" cy="725401"/>
          </a:xfrm>
          <a:prstGeom prst="rect">
            <a:avLst/>
          </a:prstGeom>
          <a:noFill/>
          <a:ln w="127000">
            <a:solidFill>
              <a:srgbClr val="F2F2F2"/>
            </a:solidFill>
            <a:round/>
          </a:ln>
          <a:effectLst>
            <a:outerShdw blurRad="292100" dist="52786" dir="5400000" rotWithShape="0">
              <a:srgbClr val="000000">
                <a:alpha val="9982"/>
              </a:srgbClr>
            </a:outerShdw>
          </a:effectLst>
        </p:spPr>
        <p:txBody>
          <a:bodyPr lIns="91439" tIns="45719" rIns="91439" bIns="45719" anchor="t">
            <a:noAutofit/>
          </a:bodyPr>
          <a:lstStyle/>
          <a:p>
            <a:endParaRPr/>
          </a:p>
        </p:txBody>
      </p:sp>
      <p:sp>
        <p:nvSpPr>
          <p:cNvPr id="2928" name="Picture Placeholder 29"/>
          <p:cNvSpPr>
            <a:spLocks noGrp="1"/>
          </p:cNvSpPr>
          <p:nvPr>
            <p:ph type="pic" sz="quarter" idx="26"/>
          </p:nvPr>
        </p:nvSpPr>
        <p:spPr>
          <a:xfrm>
            <a:off x="10287448" y="3897066"/>
            <a:ext cx="724968" cy="725401"/>
          </a:xfrm>
          <a:prstGeom prst="rect">
            <a:avLst/>
          </a:prstGeom>
          <a:noFill/>
          <a:ln w="127000">
            <a:solidFill>
              <a:srgbClr val="F2F2F2"/>
            </a:solidFill>
            <a:round/>
          </a:ln>
          <a:effectLst>
            <a:outerShdw blurRad="292100" dist="52786" dir="5400000" rotWithShape="0">
              <a:srgbClr val="000000">
                <a:alpha val="9982"/>
              </a:srgbClr>
            </a:outerShdw>
          </a:effectLst>
        </p:spPr>
        <p:txBody>
          <a:bodyPr lIns="91439" tIns="45719" rIns="91439" bIns="45719" anchor="t">
            <a:noAutofit/>
          </a:bodyPr>
          <a:lstStyle/>
          <a:p>
            <a:endParaRPr/>
          </a:p>
        </p:txBody>
      </p:sp>
      <p:sp>
        <p:nvSpPr>
          <p:cNvPr id="2929" name="Click to edit text"/>
          <p:cNvSpPr txBox="1">
            <a:spLocks noGrp="1"/>
          </p:cNvSpPr>
          <p:nvPr>
            <p:ph type="title" hasCustomPrompt="1"/>
          </p:nvPr>
        </p:nvSpPr>
        <p:spPr>
          <a:xfrm>
            <a:off x="2832161" y="1608993"/>
            <a:ext cx="6527678" cy="1010078"/>
          </a:xfrm>
          <a:prstGeom prst="rect">
            <a:avLst/>
          </a:prstGeom>
        </p:spPr>
        <p:txBody>
          <a:bodyPr anchor="ctr"/>
          <a:lstStyle>
            <a:lvl1pPr algn="ctr">
              <a:defRPr sz="5000">
                <a:solidFill>
                  <a:srgbClr val="000000"/>
                </a:solidFill>
              </a:defRPr>
            </a:lvl1pPr>
          </a:lstStyle>
          <a:p>
            <a:r>
              <a:t>Click to edit text</a:t>
            </a:r>
          </a:p>
        </p:txBody>
      </p:sp>
    </p:spTree>
    <p:extLst>
      <p:ext uri="{BB962C8B-B14F-4D97-AF65-F5344CB8AC3E}">
        <p14:creationId xmlns:p14="http://schemas.microsoft.com/office/powerpoint/2010/main" val="3587176923"/>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x">
  <p:cSld name="Titles and Images Collage ">
    <p:bg>
      <p:bgPr>
        <a:solidFill>
          <a:srgbClr val="FFFFFF"/>
        </a:solidFill>
        <a:effectLst/>
      </p:bgPr>
    </p:bg>
    <p:spTree>
      <p:nvGrpSpPr>
        <p:cNvPr id="1" name=""/>
        <p:cNvGrpSpPr/>
        <p:nvPr/>
      </p:nvGrpSpPr>
      <p:grpSpPr>
        <a:xfrm>
          <a:off x="0" y="0"/>
          <a:ext cx="0" cy="0"/>
          <a:chOff x="0" y="0"/>
          <a:chExt cx="0" cy="0"/>
        </a:xfrm>
      </p:grpSpPr>
      <p:pic>
        <p:nvPicPr>
          <p:cNvPr id="293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937"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938"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939"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940" name="Text Placeholder 14"/>
          <p:cNvSpPr>
            <a:spLocks noGrp="1"/>
          </p:cNvSpPr>
          <p:nvPr>
            <p:ph type="body" sz="quarter" idx="21"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
        <p:nvSpPr>
          <p:cNvPr id="2941" name="Text Placeholder 4"/>
          <p:cNvSpPr>
            <a:spLocks noGrp="1"/>
          </p:cNvSpPr>
          <p:nvPr>
            <p:ph type="body" sz="quarter" idx="22" hasCustomPrompt="1"/>
          </p:nvPr>
        </p:nvSpPr>
        <p:spPr>
          <a:xfrm>
            <a:off x="380085" y="855222"/>
            <a:ext cx="11407727"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942" name="Picture Placeholder 72"/>
          <p:cNvSpPr>
            <a:spLocks noGrp="1"/>
          </p:cNvSpPr>
          <p:nvPr>
            <p:ph type="pic" sz="quarter" idx="23"/>
          </p:nvPr>
        </p:nvSpPr>
        <p:spPr>
          <a:xfrm>
            <a:off x="9892143" y="1296955"/>
            <a:ext cx="1906521" cy="1502612"/>
          </a:xfrm>
          <a:prstGeom prst="rect">
            <a:avLst/>
          </a:prstGeom>
          <a:noFill/>
          <a:ln w="12700">
            <a:noFill/>
            <a:miter lim="400000"/>
          </a:ln>
        </p:spPr>
        <p:txBody>
          <a:bodyPr lIns="91439" tIns="45719" rIns="91439" bIns="45719" anchor="t">
            <a:noAutofit/>
          </a:bodyPr>
          <a:lstStyle/>
          <a:p>
            <a:endParaRPr/>
          </a:p>
        </p:txBody>
      </p:sp>
      <p:sp>
        <p:nvSpPr>
          <p:cNvPr id="2943" name="Picture Placeholder 73"/>
          <p:cNvSpPr>
            <a:spLocks noGrp="1"/>
          </p:cNvSpPr>
          <p:nvPr>
            <p:ph type="pic" sz="quarter" idx="24"/>
          </p:nvPr>
        </p:nvSpPr>
        <p:spPr>
          <a:xfrm>
            <a:off x="7456908" y="1296955"/>
            <a:ext cx="2345237" cy="1502612"/>
          </a:xfrm>
          <a:prstGeom prst="rect">
            <a:avLst/>
          </a:prstGeom>
          <a:noFill/>
          <a:ln w="12700">
            <a:noFill/>
            <a:miter lim="400000"/>
          </a:ln>
        </p:spPr>
        <p:txBody>
          <a:bodyPr lIns="91439" tIns="45719" rIns="91439" bIns="45719" anchor="t">
            <a:noAutofit/>
          </a:bodyPr>
          <a:lstStyle/>
          <a:p>
            <a:endParaRPr/>
          </a:p>
        </p:txBody>
      </p:sp>
      <p:sp>
        <p:nvSpPr>
          <p:cNvPr id="2944" name="Picture Placeholder 74"/>
          <p:cNvSpPr>
            <a:spLocks noGrp="1"/>
          </p:cNvSpPr>
          <p:nvPr>
            <p:ph type="pic" sz="quarter" idx="25"/>
          </p:nvPr>
        </p:nvSpPr>
        <p:spPr>
          <a:xfrm>
            <a:off x="3562475" y="1296955"/>
            <a:ext cx="2209498" cy="1502612"/>
          </a:xfrm>
          <a:prstGeom prst="rect">
            <a:avLst/>
          </a:prstGeom>
          <a:noFill/>
          <a:ln w="12700">
            <a:noFill/>
            <a:miter lim="400000"/>
          </a:ln>
        </p:spPr>
        <p:txBody>
          <a:bodyPr lIns="91439" tIns="45719" rIns="91439" bIns="45719" anchor="t">
            <a:noAutofit/>
          </a:bodyPr>
          <a:lstStyle/>
          <a:p>
            <a:endParaRPr/>
          </a:p>
        </p:txBody>
      </p:sp>
      <p:sp>
        <p:nvSpPr>
          <p:cNvPr id="2945" name="Picture Placeholder 75"/>
          <p:cNvSpPr>
            <a:spLocks noGrp="1"/>
          </p:cNvSpPr>
          <p:nvPr>
            <p:ph type="pic" sz="quarter" idx="26"/>
          </p:nvPr>
        </p:nvSpPr>
        <p:spPr>
          <a:xfrm>
            <a:off x="5862940" y="1296956"/>
            <a:ext cx="1503001" cy="1502300"/>
          </a:xfrm>
          <a:prstGeom prst="rect">
            <a:avLst/>
          </a:prstGeom>
          <a:noFill/>
          <a:ln w="12700">
            <a:noFill/>
            <a:miter lim="400000"/>
          </a:ln>
        </p:spPr>
        <p:txBody>
          <a:bodyPr lIns="91439" tIns="45719" rIns="91439" bIns="45719" anchor="t">
            <a:noAutofit/>
          </a:bodyPr>
          <a:lstStyle/>
          <a:p>
            <a:endParaRPr/>
          </a:p>
        </p:txBody>
      </p:sp>
      <p:sp>
        <p:nvSpPr>
          <p:cNvPr id="2946" name="Picture Placeholder 76"/>
          <p:cNvSpPr>
            <a:spLocks noGrp="1"/>
          </p:cNvSpPr>
          <p:nvPr>
            <p:ph type="pic" sz="quarter" idx="27"/>
          </p:nvPr>
        </p:nvSpPr>
        <p:spPr>
          <a:xfrm>
            <a:off x="406400" y="1296955"/>
            <a:ext cx="3065060" cy="3099773"/>
          </a:xfrm>
          <a:prstGeom prst="rect">
            <a:avLst/>
          </a:prstGeom>
          <a:noFill/>
          <a:ln w="12700">
            <a:noFill/>
            <a:miter lim="400000"/>
          </a:ln>
        </p:spPr>
        <p:txBody>
          <a:bodyPr lIns="91439" tIns="45719" rIns="91439" bIns="45719" anchor="t">
            <a:noAutofit/>
          </a:bodyPr>
          <a:lstStyle/>
          <a:p>
            <a:endParaRPr/>
          </a:p>
        </p:txBody>
      </p:sp>
      <p:sp>
        <p:nvSpPr>
          <p:cNvPr id="2947" name="Picture Placeholder 77"/>
          <p:cNvSpPr>
            <a:spLocks noGrp="1"/>
          </p:cNvSpPr>
          <p:nvPr>
            <p:ph type="pic" sz="quarter" idx="28"/>
          </p:nvPr>
        </p:nvSpPr>
        <p:spPr>
          <a:xfrm>
            <a:off x="3563116" y="2895079"/>
            <a:ext cx="3398802" cy="1502612"/>
          </a:xfrm>
          <a:prstGeom prst="rect">
            <a:avLst/>
          </a:prstGeom>
          <a:noFill/>
          <a:ln w="12700">
            <a:noFill/>
            <a:miter lim="400000"/>
          </a:ln>
        </p:spPr>
        <p:txBody>
          <a:bodyPr lIns="91439" tIns="45719" rIns="91439" bIns="45719" anchor="t">
            <a:noAutofit/>
          </a:bodyPr>
          <a:lstStyle/>
          <a:p>
            <a:endParaRPr/>
          </a:p>
        </p:txBody>
      </p:sp>
      <p:sp>
        <p:nvSpPr>
          <p:cNvPr id="2948" name="Picture Placeholder 78"/>
          <p:cNvSpPr>
            <a:spLocks noGrp="1"/>
          </p:cNvSpPr>
          <p:nvPr>
            <p:ph type="pic" sz="quarter" idx="29"/>
          </p:nvPr>
        </p:nvSpPr>
        <p:spPr>
          <a:xfrm>
            <a:off x="7053575" y="2895079"/>
            <a:ext cx="2338526" cy="1502612"/>
          </a:xfrm>
          <a:prstGeom prst="rect">
            <a:avLst/>
          </a:prstGeom>
          <a:noFill/>
          <a:ln w="12700">
            <a:noFill/>
            <a:miter lim="400000"/>
          </a:ln>
        </p:spPr>
        <p:txBody>
          <a:bodyPr lIns="91439" tIns="45719" rIns="91439" bIns="45719" anchor="t">
            <a:noAutofit/>
          </a:bodyPr>
          <a:lstStyle/>
          <a:p>
            <a:endParaRPr/>
          </a:p>
        </p:txBody>
      </p:sp>
      <p:sp>
        <p:nvSpPr>
          <p:cNvPr id="2949" name="Picture Placeholder 79"/>
          <p:cNvSpPr>
            <a:spLocks noGrp="1"/>
          </p:cNvSpPr>
          <p:nvPr>
            <p:ph type="pic" sz="quarter" idx="30"/>
          </p:nvPr>
        </p:nvSpPr>
        <p:spPr>
          <a:xfrm>
            <a:off x="9484420" y="2895079"/>
            <a:ext cx="2314243" cy="3104130"/>
          </a:xfrm>
          <a:prstGeom prst="rect">
            <a:avLst/>
          </a:prstGeom>
          <a:noFill/>
          <a:ln w="12700">
            <a:noFill/>
            <a:miter lim="400000"/>
          </a:ln>
        </p:spPr>
        <p:txBody>
          <a:bodyPr lIns="91439" tIns="45719" rIns="91439" bIns="45719" anchor="t">
            <a:noAutofit/>
          </a:bodyPr>
          <a:lstStyle/>
          <a:p>
            <a:endParaRPr/>
          </a:p>
        </p:txBody>
      </p:sp>
      <p:sp>
        <p:nvSpPr>
          <p:cNvPr id="2950" name="Picture Placeholder 80"/>
          <p:cNvSpPr>
            <a:spLocks noGrp="1"/>
          </p:cNvSpPr>
          <p:nvPr>
            <p:ph type="pic" sz="quarter" idx="31"/>
          </p:nvPr>
        </p:nvSpPr>
        <p:spPr>
          <a:xfrm>
            <a:off x="6769254" y="4496598"/>
            <a:ext cx="2622846" cy="1502612"/>
          </a:xfrm>
          <a:prstGeom prst="rect">
            <a:avLst/>
          </a:prstGeom>
          <a:noFill/>
          <a:ln w="12700">
            <a:noFill/>
            <a:miter lim="400000"/>
          </a:ln>
        </p:spPr>
        <p:txBody>
          <a:bodyPr lIns="91439" tIns="45719" rIns="91439" bIns="45719" anchor="t">
            <a:noAutofit/>
          </a:bodyPr>
          <a:lstStyle/>
          <a:p>
            <a:endParaRPr/>
          </a:p>
        </p:txBody>
      </p:sp>
      <p:sp>
        <p:nvSpPr>
          <p:cNvPr id="2951" name="Picture Placeholder 81"/>
          <p:cNvSpPr>
            <a:spLocks noGrp="1"/>
          </p:cNvSpPr>
          <p:nvPr>
            <p:ph type="pic" sz="quarter" idx="32"/>
          </p:nvPr>
        </p:nvSpPr>
        <p:spPr>
          <a:xfrm>
            <a:off x="406400" y="4496598"/>
            <a:ext cx="2280817" cy="1502612"/>
          </a:xfrm>
          <a:prstGeom prst="rect">
            <a:avLst/>
          </a:prstGeom>
          <a:noFill/>
          <a:ln w="12700">
            <a:noFill/>
            <a:miter lim="400000"/>
          </a:ln>
        </p:spPr>
        <p:txBody>
          <a:bodyPr lIns="91439" tIns="45719" rIns="91439" bIns="45719" anchor="t">
            <a:noAutofit/>
          </a:bodyPr>
          <a:lstStyle/>
          <a:p>
            <a:endParaRPr/>
          </a:p>
        </p:txBody>
      </p:sp>
      <p:sp>
        <p:nvSpPr>
          <p:cNvPr id="2952" name="Picture Placeholder 82"/>
          <p:cNvSpPr>
            <a:spLocks noGrp="1"/>
          </p:cNvSpPr>
          <p:nvPr>
            <p:ph type="pic" sz="quarter" idx="33"/>
          </p:nvPr>
        </p:nvSpPr>
        <p:spPr>
          <a:xfrm>
            <a:off x="2785241" y="4496598"/>
            <a:ext cx="1503001" cy="1502612"/>
          </a:xfrm>
          <a:prstGeom prst="rect">
            <a:avLst/>
          </a:prstGeom>
          <a:noFill/>
          <a:ln w="12700">
            <a:noFill/>
            <a:miter lim="400000"/>
          </a:ln>
        </p:spPr>
        <p:txBody>
          <a:bodyPr lIns="91439" tIns="45719" rIns="91439" bIns="45719" anchor="t">
            <a:noAutofit/>
          </a:bodyPr>
          <a:lstStyle/>
          <a:p>
            <a:endParaRPr/>
          </a:p>
        </p:txBody>
      </p:sp>
      <p:sp>
        <p:nvSpPr>
          <p:cNvPr id="2953" name="Picture Placeholder 83"/>
          <p:cNvSpPr>
            <a:spLocks noGrp="1"/>
          </p:cNvSpPr>
          <p:nvPr>
            <p:ph type="pic" sz="quarter" idx="34"/>
          </p:nvPr>
        </p:nvSpPr>
        <p:spPr>
          <a:xfrm>
            <a:off x="4388340" y="4496598"/>
            <a:ext cx="2280817" cy="1502612"/>
          </a:xfrm>
          <a:prstGeom prst="rect">
            <a:avLst/>
          </a:prstGeom>
          <a:noFill/>
          <a:ln w="12700">
            <a:noFill/>
            <a:miter lim="400000"/>
          </a:ln>
        </p:spPr>
        <p:txBody>
          <a:bodyPr lIns="91439" tIns="45719" rIns="91439" bIns="45719" anchor="t">
            <a:noAutofit/>
          </a:bodyPr>
          <a:lstStyle/>
          <a:p>
            <a:endParaRPr/>
          </a:p>
        </p:txBody>
      </p:sp>
    </p:spTree>
    <p:extLst>
      <p:ext uri="{BB962C8B-B14F-4D97-AF65-F5344CB8AC3E}">
        <p14:creationId xmlns:p14="http://schemas.microsoft.com/office/powerpoint/2010/main" val="2693006655"/>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x">
  <p:cSld name="Titles and Logos ">
    <p:bg>
      <p:bgPr>
        <a:solidFill>
          <a:srgbClr val="FFFFFF"/>
        </a:solidFill>
        <a:effectLst/>
      </p:bgPr>
    </p:bg>
    <p:spTree>
      <p:nvGrpSpPr>
        <p:cNvPr id="1" name=""/>
        <p:cNvGrpSpPr/>
        <p:nvPr/>
      </p:nvGrpSpPr>
      <p:grpSpPr>
        <a:xfrm>
          <a:off x="0" y="0"/>
          <a:ext cx="0" cy="0"/>
          <a:chOff x="0" y="0"/>
          <a:chExt cx="0" cy="0"/>
        </a:xfrm>
      </p:grpSpPr>
      <p:pic>
        <p:nvPicPr>
          <p:cNvPr id="2960"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2961"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2962" name="Slide Number"/>
          <p:cNvSpPr txBox="1">
            <a:spLocks noGrp="1"/>
          </p:cNvSpPr>
          <p:nvPr>
            <p:ph type="sldNum" sz="quarter" idx="2"/>
          </p:nvPr>
        </p:nvSpPr>
        <p:spPr>
          <a:prstGeom prst="rect">
            <a:avLst/>
          </a:prstGeom>
        </p:spPr>
        <p:txBody>
          <a:bodyPr/>
          <a:lstStyle>
            <a:lvl1pPr>
              <a:defRPr>
                <a:solidFill>
                  <a:srgbClr val="808080"/>
                </a:solidFill>
              </a:defRPr>
            </a:lvl1pPr>
          </a:lstStyle>
          <a:p>
            <a:fld id="{86CB4B4D-7CA3-9044-876B-883B54F8677D}" type="slidenum">
              <a:t>‹#›</a:t>
            </a:fld>
            <a:endParaRPr/>
          </a:p>
        </p:txBody>
      </p:sp>
      <p:sp>
        <p:nvSpPr>
          <p:cNvPr id="2963" name="Body Level One…"/>
          <p:cNvSpPr txBox="1">
            <a:spLocks noGrp="1"/>
          </p:cNvSpPr>
          <p:nvPr>
            <p:ph type="body" sz="quarter" idx="1" hasCustomPrompt="1"/>
          </p:nvPr>
        </p:nvSpPr>
        <p:spPr>
          <a:xfrm>
            <a:off x="9284713" y="6314725"/>
            <a:ext cx="2087355" cy="288001"/>
          </a:xfrm>
          <a:prstGeom prst="rect">
            <a:avLst/>
          </a:prstGeom>
          <a:noFill/>
          <a:ln w="12700">
            <a:noFill/>
            <a:miter lim="400000"/>
          </a:ln>
        </p:spPr>
        <p:txBody>
          <a:bodyPr lIns="0" tIns="0" rIns="0" bIns="0" anchor="b"/>
          <a:lstStyle>
            <a:lvl1pPr algn="r" defTabSz="457200">
              <a:defRPr sz="1000">
                <a:solidFill>
                  <a:srgbClr val="808080"/>
                </a:solidFill>
              </a:defRPr>
            </a:lvl1pPr>
            <a:lvl2pPr marL="0" indent="0" algn="r" defTabSz="457200">
              <a:buSzTx/>
              <a:buNone/>
              <a:defRPr sz="1000">
                <a:solidFill>
                  <a:srgbClr val="808080"/>
                </a:solidFill>
              </a:defRPr>
            </a:lvl2pPr>
            <a:lvl3pPr marL="0" indent="0" algn="r" defTabSz="457200">
              <a:buSzTx/>
              <a:buNone/>
              <a:defRPr sz="1000">
                <a:solidFill>
                  <a:srgbClr val="808080"/>
                </a:solidFill>
              </a:defRPr>
            </a:lvl3pPr>
            <a:lvl4pPr marL="0" indent="0" algn="r" defTabSz="457200">
              <a:buSzTx/>
              <a:buNone/>
              <a:defRPr sz="1000">
                <a:solidFill>
                  <a:srgbClr val="808080"/>
                </a:solidFill>
              </a:defRPr>
            </a:lvl4pPr>
            <a:lvl5pPr marL="0" indent="0" algn="r" defTabSz="457200">
              <a:buSzTx/>
              <a:buNone/>
              <a:defRPr sz="1000">
                <a:solidFill>
                  <a:srgbClr val="808080"/>
                </a:solidFill>
              </a:defRPr>
            </a:lvl5pPr>
          </a:lstStyle>
          <a:p>
            <a:r>
              <a:t>Click to edit Master text  |</a:t>
            </a:r>
          </a:p>
          <a:p>
            <a:pPr lvl="1"/>
            <a:endParaRPr/>
          </a:p>
          <a:p>
            <a:pPr lvl="2"/>
            <a:endParaRPr/>
          </a:p>
          <a:p>
            <a:pPr lvl="3"/>
            <a:endParaRPr/>
          </a:p>
          <a:p>
            <a:pPr lvl="4"/>
            <a:endParaRPr/>
          </a:p>
        </p:txBody>
      </p:sp>
      <p:sp>
        <p:nvSpPr>
          <p:cNvPr id="2964" name="Text Placeholder 4"/>
          <p:cNvSpPr>
            <a:spLocks noGrp="1"/>
          </p:cNvSpPr>
          <p:nvPr>
            <p:ph type="body" sz="quarter" idx="21" hasCustomPrompt="1"/>
          </p:nvPr>
        </p:nvSpPr>
        <p:spPr>
          <a:xfrm>
            <a:off x="380085" y="855222"/>
            <a:ext cx="11407727" cy="222251"/>
          </a:xfrm>
          <a:prstGeom prst="rect">
            <a:avLst/>
          </a:prstGeom>
          <a:noFill/>
          <a:ln w="12700">
            <a:noFill/>
            <a:miter lim="400000"/>
          </a:ln>
        </p:spPr>
        <p:txBody>
          <a:bodyPr lIns="0" tIns="0" rIns="0" bIns="0" anchor="t"/>
          <a:lstStyle>
            <a:lvl1pPr defTabSz="333756">
              <a:spcBef>
                <a:spcPts val="650"/>
              </a:spcBef>
              <a:defRPr sz="1460">
                <a:solidFill>
                  <a:srgbClr val="808080"/>
                </a:solidFill>
              </a:defRPr>
            </a:lvl1pPr>
          </a:lstStyle>
          <a:p>
            <a:r>
              <a:t>Click to edit Master subtitle style  </a:t>
            </a:r>
          </a:p>
        </p:txBody>
      </p:sp>
      <p:sp>
        <p:nvSpPr>
          <p:cNvPr id="2965" name="Picture Placeholder 76"/>
          <p:cNvSpPr>
            <a:spLocks noGrp="1"/>
          </p:cNvSpPr>
          <p:nvPr>
            <p:ph type="pic" sz="quarter" idx="22"/>
          </p:nvPr>
        </p:nvSpPr>
        <p:spPr>
          <a:xfrm>
            <a:off x="819932" y="1483044"/>
            <a:ext cx="1530880" cy="404845"/>
          </a:xfrm>
          <a:prstGeom prst="rect">
            <a:avLst/>
          </a:prstGeom>
          <a:noFill/>
          <a:ln w="12700">
            <a:noFill/>
            <a:miter lim="400000"/>
          </a:ln>
        </p:spPr>
        <p:txBody>
          <a:bodyPr lIns="91439" tIns="45719" rIns="91439" bIns="45719" anchor="t">
            <a:noAutofit/>
          </a:bodyPr>
          <a:lstStyle/>
          <a:p>
            <a:endParaRPr/>
          </a:p>
        </p:txBody>
      </p:sp>
      <p:sp>
        <p:nvSpPr>
          <p:cNvPr id="2966" name="Picture Placeholder 76"/>
          <p:cNvSpPr>
            <a:spLocks noGrp="1"/>
          </p:cNvSpPr>
          <p:nvPr>
            <p:ph type="pic" sz="quarter" idx="23"/>
          </p:nvPr>
        </p:nvSpPr>
        <p:spPr>
          <a:xfrm>
            <a:off x="3071371" y="1483044"/>
            <a:ext cx="1530880" cy="404845"/>
          </a:xfrm>
          <a:prstGeom prst="rect">
            <a:avLst/>
          </a:prstGeom>
          <a:noFill/>
          <a:ln w="12700">
            <a:noFill/>
            <a:miter lim="400000"/>
          </a:ln>
        </p:spPr>
        <p:txBody>
          <a:bodyPr lIns="91439" tIns="45719" rIns="91439" bIns="45719" anchor="t">
            <a:noAutofit/>
          </a:bodyPr>
          <a:lstStyle/>
          <a:p>
            <a:endParaRPr/>
          </a:p>
        </p:txBody>
      </p:sp>
      <p:sp>
        <p:nvSpPr>
          <p:cNvPr id="2967" name="Picture Placeholder 76"/>
          <p:cNvSpPr>
            <a:spLocks noGrp="1"/>
          </p:cNvSpPr>
          <p:nvPr>
            <p:ph type="pic" sz="quarter" idx="24"/>
          </p:nvPr>
        </p:nvSpPr>
        <p:spPr>
          <a:xfrm>
            <a:off x="5322812" y="1483044"/>
            <a:ext cx="1530880" cy="404845"/>
          </a:xfrm>
          <a:prstGeom prst="rect">
            <a:avLst/>
          </a:prstGeom>
          <a:noFill/>
          <a:ln w="12700">
            <a:noFill/>
            <a:miter lim="400000"/>
          </a:ln>
        </p:spPr>
        <p:txBody>
          <a:bodyPr lIns="91439" tIns="45719" rIns="91439" bIns="45719" anchor="t">
            <a:noAutofit/>
          </a:bodyPr>
          <a:lstStyle/>
          <a:p>
            <a:endParaRPr/>
          </a:p>
        </p:txBody>
      </p:sp>
      <p:sp>
        <p:nvSpPr>
          <p:cNvPr id="2968" name="Picture Placeholder 76"/>
          <p:cNvSpPr>
            <a:spLocks noGrp="1"/>
          </p:cNvSpPr>
          <p:nvPr>
            <p:ph type="pic" sz="quarter" idx="25"/>
          </p:nvPr>
        </p:nvSpPr>
        <p:spPr>
          <a:xfrm>
            <a:off x="7574252" y="1483044"/>
            <a:ext cx="1530880" cy="404845"/>
          </a:xfrm>
          <a:prstGeom prst="rect">
            <a:avLst/>
          </a:prstGeom>
          <a:noFill/>
          <a:ln w="12700">
            <a:noFill/>
            <a:miter lim="400000"/>
          </a:ln>
        </p:spPr>
        <p:txBody>
          <a:bodyPr lIns="91439" tIns="45719" rIns="91439" bIns="45719" anchor="t">
            <a:noAutofit/>
          </a:bodyPr>
          <a:lstStyle/>
          <a:p>
            <a:endParaRPr/>
          </a:p>
        </p:txBody>
      </p:sp>
      <p:sp>
        <p:nvSpPr>
          <p:cNvPr id="2969" name="Picture Placeholder 76"/>
          <p:cNvSpPr>
            <a:spLocks noGrp="1"/>
          </p:cNvSpPr>
          <p:nvPr>
            <p:ph type="pic" sz="quarter" idx="26"/>
          </p:nvPr>
        </p:nvSpPr>
        <p:spPr>
          <a:xfrm>
            <a:off x="9825692" y="1483044"/>
            <a:ext cx="1530880" cy="404845"/>
          </a:xfrm>
          <a:prstGeom prst="rect">
            <a:avLst/>
          </a:prstGeom>
          <a:noFill/>
          <a:ln w="12700">
            <a:noFill/>
            <a:miter lim="400000"/>
          </a:ln>
        </p:spPr>
        <p:txBody>
          <a:bodyPr lIns="91439" tIns="45719" rIns="91439" bIns="45719" anchor="t">
            <a:noAutofit/>
          </a:bodyPr>
          <a:lstStyle/>
          <a:p>
            <a:endParaRPr/>
          </a:p>
        </p:txBody>
      </p:sp>
      <p:sp>
        <p:nvSpPr>
          <p:cNvPr id="2970" name="Picture Placeholder 76"/>
          <p:cNvSpPr>
            <a:spLocks noGrp="1"/>
          </p:cNvSpPr>
          <p:nvPr>
            <p:ph type="pic" sz="quarter" idx="27"/>
          </p:nvPr>
        </p:nvSpPr>
        <p:spPr>
          <a:xfrm>
            <a:off x="819932" y="2206329"/>
            <a:ext cx="1530880" cy="404845"/>
          </a:xfrm>
          <a:prstGeom prst="rect">
            <a:avLst/>
          </a:prstGeom>
          <a:noFill/>
          <a:ln w="12700">
            <a:noFill/>
            <a:miter lim="400000"/>
          </a:ln>
        </p:spPr>
        <p:txBody>
          <a:bodyPr lIns="91439" tIns="45719" rIns="91439" bIns="45719" anchor="t">
            <a:noAutofit/>
          </a:bodyPr>
          <a:lstStyle/>
          <a:p>
            <a:endParaRPr/>
          </a:p>
        </p:txBody>
      </p:sp>
      <p:sp>
        <p:nvSpPr>
          <p:cNvPr id="2971" name="Picture Placeholder 76"/>
          <p:cNvSpPr>
            <a:spLocks noGrp="1"/>
          </p:cNvSpPr>
          <p:nvPr>
            <p:ph type="pic" sz="quarter" idx="28"/>
          </p:nvPr>
        </p:nvSpPr>
        <p:spPr>
          <a:xfrm>
            <a:off x="3071371" y="2206329"/>
            <a:ext cx="1530880" cy="404845"/>
          </a:xfrm>
          <a:prstGeom prst="rect">
            <a:avLst/>
          </a:prstGeom>
          <a:noFill/>
          <a:ln w="12700">
            <a:noFill/>
            <a:miter lim="400000"/>
          </a:ln>
        </p:spPr>
        <p:txBody>
          <a:bodyPr lIns="91439" tIns="45719" rIns="91439" bIns="45719" anchor="t">
            <a:noAutofit/>
          </a:bodyPr>
          <a:lstStyle/>
          <a:p>
            <a:endParaRPr/>
          </a:p>
        </p:txBody>
      </p:sp>
      <p:sp>
        <p:nvSpPr>
          <p:cNvPr id="2972" name="Picture Placeholder 76"/>
          <p:cNvSpPr>
            <a:spLocks noGrp="1"/>
          </p:cNvSpPr>
          <p:nvPr>
            <p:ph type="pic" sz="quarter" idx="29"/>
          </p:nvPr>
        </p:nvSpPr>
        <p:spPr>
          <a:xfrm>
            <a:off x="5322812" y="2206329"/>
            <a:ext cx="1530880" cy="404845"/>
          </a:xfrm>
          <a:prstGeom prst="rect">
            <a:avLst/>
          </a:prstGeom>
          <a:noFill/>
          <a:ln w="12700">
            <a:noFill/>
            <a:miter lim="400000"/>
          </a:ln>
        </p:spPr>
        <p:txBody>
          <a:bodyPr lIns="91439" tIns="45719" rIns="91439" bIns="45719" anchor="t">
            <a:noAutofit/>
          </a:bodyPr>
          <a:lstStyle/>
          <a:p>
            <a:endParaRPr/>
          </a:p>
        </p:txBody>
      </p:sp>
      <p:sp>
        <p:nvSpPr>
          <p:cNvPr id="2973" name="Picture Placeholder 76"/>
          <p:cNvSpPr>
            <a:spLocks noGrp="1"/>
          </p:cNvSpPr>
          <p:nvPr>
            <p:ph type="pic" sz="quarter" idx="30"/>
          </p:nvPr>
        </p:nvSpPr>
        <p:spPr>
          <a:xfrm>
            <a:off x="7574252" y="2206329"/>
            <a:ext cx="1530880" cy="404845"/>
          </a:xfrm>
          <a:prstGeom prst="rect">
            <a:avLst/>
          </a:prstGeom>
          <a:noFill/>
          <a:ln w="12700">
            <a:noFill/>
            <a:miter lim="400000"/>
          </a:ln>
        </p:spPr>
        <p:txBody>
          <a:bodyPr lIns="91439" tIns="45719" rIns="91439" bIns="45719" anchor="t">
            <a:noAutofit/>
          </a:bodyPr>
          <a:lstStyle/>
          <a:p>
            <a:endParaRPr/>
          </a:p>
        </p:txBody>
      </p:sp>
      <p:sp>
        <p:nvSpPr>
          <p:cNvPr id="2974" name="Picture Placeholder 76"/>
          <p:cNvSpPr>
            <a:spLocks noGrp="1"/>
          </p:cNvSpPr>
          <p:nvPr>
            <p:ph type="pic" sz="quarter" idx="31"/>
          </p:nvPr>
        </p:nvSpPr>
        <p:spPr>
          <a:xfrm>
            <a:off x="9825692" y="2206329"/>
            <a:ext cx="1530880" cy="404845"/>
          </a:xfrm>
          <a:prstGeom prst="rect">
            <a:avLst/>
          </a:prstGeom>
          <a:noFill/>
          <a:ln w="12700">
            <a:noFill/>
            <a:miter lim="400000"/>
          </a:ln>
        </p:spPr>
        <p:txBody>
          <a:bodyPr lIns="91439" tIns="45719" rIns="91439" bIns="45719" anchor="t">
            <a:noAutofit/>
          </a:bodyPr>
          <a:lstStyle/>
          <a:p>
            <a:endParaRPr/>
          </a:p>
        </p:txBody>
      </p:sp>
      <p:sp>
        <p:nvSpPr>
          <p:cNvPr id="2975" name="Picture Placeholder 76"/>
          <p:cNvSpPr>
            <a:spLocks noGrp="1"/>
          </p:cNvSpPr>
          <p:nvPr>
            <p:ph type="pic" sz="quarter" idx="32"/>
          </p:nvPr>
        </p:nvSpPr>
        <p:spPr>
          <a:xfrm>
            <a:off x="819932" y="2929612"/>
            <a:ext cx="1530880" cy="404845"/>
          </a:xfrm>
          <a:prstGeom prst="rect">
            <a:avLst/>
          </a:prstGeom>
          <a:noFill/>
          <a:ln w="12700">
            <a:noFill/>
            <a:miter lim="400000"/>
          </a:ln>
        </p:spPr>
        <p:txBody>
          <a:bodyPr lIns="91439" tIns="45719" rIns="91439" bIns="45719" anchor="t">
            <a:noAutofit/>
          </a:bodyPr>
          <a:lstStyle/>
          <a:p>
            <a:endParaRPr/>
          </a:p>
        </p:txBody>
      </p:sp>
      <p:sp>
        <p:nvSpPr>
          <p:cNvPr id="2976" name="Picture Placeholder 76"/>
          <p:cNvSpPr>
            <a:spLocks noGrp="1"/>
          </p:cNvSpPr>
          <p:nvPr>
            <p:ph type="pic" sz="quarter" idx="33"/>
          </p:nvPr>
        </p:nvSpPr>
        <p:spPr>
          <a:xfrm>
            <a:off x="3071371" y="2929612"/>
            <a:ext cx="1530880" cy="404845"/>
          </a:xfrm>
          <a:prstGeom prst="rect">
            <a:avLst/>
          </a:prstGeom>
          <a:noFill/>
          <a:ln w="12700">
            <a:noFill/>
            <a:miter lim="400000"/>
          </a:ln>
        </p:spPr>
        <p:txBody>
          <a:bodyPr lIns="91439" tIns="45719" rIns="91439" bIns="45719" anchor="t">
            <a:noAutofit/>
          </a:bodyPr>
          <a:lstStyle/>
          <a:p>
            <a:endParaRPr/>
          </a:p>
        </p:txBody>
      </p:sp>
      <p:sp>
        <p:nvSpPr>
          <p:cNvPr id="2977" name="Picture Placeholder 76"/>
          <p:cNvSpPr>
            <a:spLocks noGrp="1"/>
          </p:cNvSpPr>
          <p:nvPr>
            <p:ph type="pic" sz="quarter" idx="34"/>
          </p:nvPr>
        </p:nvSpPr>
        <p:spPr>
          <a:xfrm>
            <a:off x="5322812" y="2929612"/>
            <a:ext cx="1530880" cy="404845"/>
          </a:xfrm>
          <a:prstGeom prst="rect">
            <a:avLst/>
          </a:prstGeom>
          <a:noFill/>
          <a:ln w="12700">
            <a:noFill/>
            <a:miter lim="400000"/>
          </a:ln>
        </p:spPr>
        <p:txBody>
          <a:bodyPr lIns="91439" tIns="45719" rIns="91439" bIns="45719" anchor="t">
            <a:noAutofit/>
          </a:bodyPr>
          <a:lstStyle/>
          <a:p>
            <a:endParaRPr/>
          </a:p>
        </p:txBody>
      </p:sp>
      <p:sp>
        <p:nvSpPr>
          <p:cNvPr id="2978" name="Picture Placeholder 76"/>
          <p:cNvSpPr>
            <a:spLocks noGrp="1"/>
          </p:cNvSpPr>
          <p:nvPr>
            <p:ph type="pic" sz="quarter" idx="35"/>
          </p:nvPr>
        </p:nvSpPr>
        <p:spPr>
          <a:xfrm>
            <a:off x="7574252" y="2929612"/>
            <a:ext cx="1530880" cy="404845"/>
          </a:xfrm>
          <a:prstGeom prst="rect">
            <a:avLst/>
          </a:prstGeom>
          <a:noFill/>
          <a:ln w="12700">
            <a:noFill/>
            <a:miter lim="400000"/>
          </a:ln>
        </p:spPr>
        <p:txBody>
          <a:bodyPr lIns="91439" tIns="45719" rIns="91439" bIns="45719" anchor="t">
            <a:noAutofit/>
          </a:bodyPr>
          <a:lstStyle/>
          <a:p>
            <a:endParaRPr/>
          </a:p>
        </p:txBody>
      </p:sp>
      <p:sp>
        <p:nvSpPr>
          <p:cNvPr id="2979" name="Picture Placeholder 76"/>
          <p:cNvSpPr>
            <a:spLocks noGrp="1"/>
          </p:cNvSpPr>
          <p:nvPr>
            <p:ph type="pic" sz="quarter" idx="36"/>
          </p:nvPr>
        </p:nvSpPr>
        <p:spPr>
          <a:xfrm>
            <a:off x="9825692" y="2929612"/>
            <a:ext cx="1530880" cy="404845"/>
          </a:xfrm>
          <a:prstGeom prst="rect">
            <a:avLst/>
          </a:prstGeom>
          <a:noFill/>
          <a:ln w="12700">
            <a:noFill/>
            <a:miter lim="400000"/>
          </a:ln>
        </p:spPr>
        <p:txBody>
          <a:bodyPr lIns="91439" tIns="45719" rIns="91439" bIns="45719" anchor="t">
            <a:noAutofit/>
          </a:bodyPr>
          <a:lstStyle/>
          <a:p>
            <a:endParaRPr/>
          </a:p>
        </p:txBody>
      </p:sp>
      <p:sp>
        <p:nvSpPr>
          <p:cNvPr id="2980" name="Picture Placeholder 76"/>
          <p:cNvSpPr>
            <a:spLocks noGrp="1"/>
          </p:cNvSpPr>
          <p:nvPr>
            <p:ph type="pic" sz="quarter" idx="37"/>
          </p:nvPr>
        </p:nvSpPr>
        <p:spPr>
          <a:xfrm>
            <a:off x="819932" y="3652896"/>
            <a:ext cx="1530880" cy="404845"/>
          </a:xfrm>
          <a:prstGeom prst="rect">
            <a:avLst/>
          </a:prstGeom>
          <a:noFill/>
          <a:ln w="12700">
            <a:noFill/>
            <a:miter lim="400000"/>
          </a:ln>
        </p:spPr>
        <p:txBody>
          <a:bodyPr lIns="91439" tIns="45719" rIns="91439" bIns="45719" anchor="t">
            <a:noAutofit/>
          </a:bodyPr>
          <a:lstStyle/>
          <a:p>
            <a:endParaRPr/>
          </a:p>
        </p:txBody>
      </p:sp>
      <p:sp>
        <p:nvSpPr>
          <p:cNvPr id="2981" name="Picture Placeholder 76"/>
          <p:cNvSpPr>
            <a:spLocks noGrp="1"/>
          </p:cNvSpPr>
          <p:nvPr>
            <p:ph type="pic" sz="quarter" idx="38"/>
          </p:nvPr>
        </p:nvSpPr>
        <p:spPr>
          <a:xfrm>
            <a:off x="3071371" y="3652896"/>
            <a:ext cx="1530880" cy="404845"/>
          </a:xfrm>
          <a:prstGeom prst="rect">
            <a:avLst/>
          </a:prstGeom>
          <a:noFill/>
          <a:ln w="12700">
            <a:noFill/>
            <a:miter lim="400000"/>
          </a:ln>
        </p:spPr>
        <p:txBody>
          <a:bodyPr lIns="91439" tIns="45719" rIns="91439" bIns="45719" anchor="t">
            <a:noAutofit/>
          </a:bodyPr>
          <a:lstStyle/>
          <a:p>
            <a:endParaRPr/>
          </a:p>
        </p:txBody>
      </p:sp>
      <p:sp>
        <p:nvSpPr>
          <p:cNvPr id="2982" name="Picture Placeholder 76"/>
          <p:cNvSpPr>
            <a:spLocks noGrp="1"/>
          </p:cNvSpPr>
          <p:nvPr>
            <p:ph type="pic" sz="quarter" idx="39"/>
          </p:nvPr>
        </p:nvSpPr>
        <p:spPr>
          <a:xfrm>
            <a:off x="5322812" y="3652896"/>
            <a:ext cx="1530880" cy="404845"/>
          </a:xfrm>
          <a:prstGeom prst="rect">
            <a:avLst/>
          </a:prstGeom>
          <a:noFill/>
          <a:ln w="12700">
            <a:noFill/>
            <a:miter lim="400000"/>
          </a:ln>
        </p:spPr>
        <p:txBody>
          <a:bodyPr lIns="91439" tIns="45719" rIns="91439" bIns="45719" anchor="t">
            <a:noAutofit/>
          </a:bodyPr>
          <a:lstStyle/>
          <a:p>
            <a:endParaRPr/>
          </a:p>
        </p:txBody>
      </p:sp>
      <p:sp>
        <p:nvSpPr>
          <p:cNvPr id="2983" name="Picture Placeholder 76"/>
          <p:cNvSpPr>
            <a:spLocks noGrp="1"/>
          </p:cNvSpPr>
          <p:nvPr>
            <p:ph type="pic" sz="quarter" idx="40"/>
          </p:nvPr>
        </p:nvSpPr>
        <p:spPr>
          <a:xfrm>
            <a:off x="7574252" y="3652896"/>
            <a:ext cx="1530880" cy="404845"/>
          </a:xfrm>
          <a:prstGeom prst="rect">
            <a:avLst/>
          </a:prstGeom>
          <a:noFill/>
          <a:ln w="12700">
            <a:noFill/>
            <a:miter lim="400000"/>
          </a:ln>
        </p:spPr>
        <p:txBody>
          <a:bodyPr lIns="91439" tIns="45719" rIns="91439" bIns="45719" anchor="t">
            <a:noAutofit/>
          </a:bodyPr>
          <a:lstStyle/>
          <a:p>
            <a:endParaRPr/>
          </a:p>
        </p:txBody>
      </p:sp>
      <p:sp>
        <p:nvSpPr>
          <p:cNvPr id="2984" name="Picture Placeholder 76"/>
          <p:cNvSpPr>
            <a:spLocks noGrp="1"/>
          </p:cNvSpPr>
          <p:nvPr>
            <p:ph type="pic" sz="quarter" idx="41"/>
          </p:nvPr>
        </p:nvSpPr>
        <p:spPr>
          <a:xfrm>
            <a:off x="9825692" y="3652896"/>
            <a:ext cx="1530880" cy="404845"/>
          </a:xfrm>
          <a:prstGeom prst="rect">
            <a:avLst/>
          </a:prstGeom>
          <a:noFill/>
          <a:ln w="12700">
            <a:noFill/>
            <a:miter lim="400000"/>
          </a:ln>
        </p:spPr>
        <p:txBody>
          <a:bodyPr lIns="91439" tIns="45719" rIns="91439" bIns="45719" anchor="t">
            <a:noAutofit/>
          </a:bodyPr>
          <a:lstStyle/>
          <a:p>
            <a:endParaRPr/>
          </a:p>
        </p:txBody>
      </p:sp>
      <p:sp>
        <p:nvSpPr>
          <p:cNvPr id="2985" name="Picture Placeholder 76"/>
          <p:cNvSpPr>
            <a:spLocks noGrp="1"/>
          </p:cNvSpPr>
          <p:nvPr>
            <p:ph type="pic" sz="quarter" idx="42"/>
          </p:nvPr>
        </p:nvSpPr>
        <p:spPr>
          <a:xfrm>
            <a:off x="819932" y="4376181"/>
            <a:ext cx="1530880" cy="404845"/>
          </a:xfrm>
          <a:prstGeom prst="rect">
            <a:avLst/>
          </a:prstGeom>
          <a:noFill/>
          <a:ln w="12700">
            <a:noFill/>
            <a:miter lim="400000"/>
          </a:ln>
        </p:spPr>
        <p:txBody>
          <a:bodyPr lIns="91439" tIns="45719" rIns="91439" bIns="45719" anchor="t">
            <a:noAutofit/>
          </a:bodyPr>
          <a:lstStyle/>
          <a:p>
            <a:endParaRPr/>
          </a:p>
        </p:txBody>
      </p:sp>
      <p:sp>
        <p:nvSpPr>
          <p:cNvPr id="2986" name="Picture Placeholder 76"/>
          <p:cNvSpPr>
            <a:spLocks noGrp="1"/>
          </p:cNvSpPr>
          <p:nvPr>
            <p:ph type="pic" sz="quarter" idx="43"/>
          </p:nvPr>
        </p:nvSpPr>
        <p:spPr>
          <a:xfrm>
            <a:off x="3071371" y="4376181"/>
            <a:ext cx="1530880" cy="404845"/>
          </a:xfrm>
          <a:prstGeom prst="rect">
            <a:avLst/>
          </a:prstGeom>
          <a:noFill/>
          <a:ln w="12700">
            <a:noFill/>
            <a:miter lim="400000"/>
          </a:ln>
        </p:spPr>
        <p:txBody>
          <a:bodyPr lIns="91439" tIns="45719" rIns="91439" bIns="45719" anchor="t">
            <a:noAutofit/>
          </a:bodyPr>
          <a:lstStyle/>
          <a:p>
            <a:endParaRPr/>
          </a:p>
        </p:txBody>
      </p:sp>
      <p:sp>
        <p:nvSpPr>
          <p:cNvPr id="2987" name="Picture Placeholder 76"/>
          <p:cNvSpPr>
            <a:spLocks noGrp="1"/>
          </p:cNvSpPr>
          <p:nvPr>
            <p:ph type="pic" sz="quarter" idx="44"/>
          </p:nvPr>
        </p:nvSpPr>
        <p:spPr>
          <a:xfrm>
            <a:off x="5322812" y="4376181"/>
            <a:ext cx="1530880" cy="404845"/>
          </a:xfrm>
          <a:prstGeom prst="rect">
            <a:avLst/>
          </a:prstGeom>
          <a:noFill/>
          <a:ln w="12700">
            <a:noFill/>
            <a:miter lim="400000"/>
          </a:ln>
        </p:spPr>
        <p:txBody>
          <a:bodyPr lIns="91439" tIns="45719" rIns="91439" bIns="45719" anchor="t">
            <a:noAutofit/>
          </a:bodyPr>
          <a:lstStyle/>
          <a:p>
            <a:endParaRPr/>
          </a:p>
        </p:txBody>
      </p:sp>
      <p:sp>
        <p:nvSpPr>
          <p:cNvPr id="2988" name="Picture Placeholder 76"/>
          <p:cNvSpPr>
            <a:spLocks noGrp="1"/>
          </p:cNvSpPr>
          <p:nvPr>
            <p:ph type="pic" sz="quarter" idx="45"/>
          </p:nvPr>
        </p:nvSpPr>
        <p:spPr>
          <a:xfrm>
            <a:off x="7574252" y="4376181"/>
            <a:ext cx="1530880" cy="404845"/>
          </a:xfrm>
          <a:prstGeom prst="rect">
            <a:avLst/>
          </a:prstGeom>
          <a:noFill/>
          <a:ln w="12700">
            <a:noFill/>
            <a:miter lim="400000"/>
          </a:ln>
        </p:spPr>
        <p:txBody>
          <a:bodyPr lIns="91439" tIns="45719" rIns="91439" bIns="45719" anchor="t">
            <a:noAutofit/>
          </a:bodyPr>
          <a:lstStyle/>
          <a:p>
            <a:endParaRPr/>
          </a:p>
        </p:txBody>
      </p:sp>
      <p:sp>
        <p:nvSpPr>
          <p:cNvPr id="2989" name="Picture Placeholder 76"/>
          <p:cNvSpPr>
            <a:spLocks noGrp="1"/>
          </p:cNvSpPr>
          <p:nvPr>
            <p:ph type="pic" sz="quarter" idx="46"/>
          </p:nvPr>
        </p:nvSpPr>
        <p:spPr>
          <a:xfrm>
            <a:off x="9825692" y="4376181"/>
            <a:ext cx="1530880" cy="404845"/>
          </a:xfrm>
          <a:prstGeom prst="rect">
            <a:avLst/>
          </a:prstGeom>
          <a:noFill/>
          <a:ln w="12700">
            <a:noFill/>
            <a:miter lim="400000"/>
          </a:ln>
        </p:spPr>
        <p:txBody>
          <a:bodyPr lIns="91439" tIns="45719" rIns="91439" bIns="45719" anchor="t">
            <a:noAutofit/>
          </a:bodyPr>
          <a:lstStyle/>
          <a:p>
            <a:endParaRPr/>
          </a:p>
        </p:txBody>
      </p:sp>
      <p:sp>
        <p:nvSpPr>
          <p:cNvPr id="2990" name="Picture Placeholder 76"/>
          <p:cNvSpPr>
            <a:spLocks noGrp="1"/>
          </p:cNvSpPr>
          <p:nvPr>
            <p:ph type="pic" sz="quarter" idx="47"/>
          </p:nvPr>
        </p:nvSpPr>
        <p:spPr>
          <a:xfrm>
            <a:off x="819932" y="5099464"/>
            <a:ext cx="1530880" cy="404845"/>
          </a:xfrm>
          <a:prstGeom prst="rect">
            <a:avLst/>
          </a:prstGeom>
          <a:noFill/>
          <a:ln w="12700">
            <a:noFill/>
            <a:miter lim="400000"/>
          </a:ln>
        </p:spPr>
        <p:txBody>
          <a:bodyPr lIns="91439" tIns="45719" rIns="91439" bIns="45719" anchor="t">
            <a:noAutofit/>
          </a:bodyPr>
          <a:lstStyle/>
          <a:p>
            <a:endParaRPr/>
          </a:p>
        </p:txBody>
      </p:sp>
      <p:sp>
        <p:nvSpPr>
          <p:cNvPr id="2991" name="Picture Placeholder 76"/>
          <p:cNvSpPr>
            <a:spLocks noGrp="1"/>
          </p:cNvSpPr>
          <p:nvPr>
            <p:ph type="pic" sz="quarter" idx="48"/>
          </p:nvPr>
        </p:nvSpPr>
        <p:spPr>
          <a:xfrm>
            <a:off x="3071371" y="5099464"/>
            <a:ext cx="1530880" cy="404845"/>
          </a:xfrm>
          <a:prstGeom prst="rect">
            <a:avLst/>
          </a:prstGeom>
          <a:noFill/>
          <a:ln w="12700">
            <a:noFill/>
            <a:miter lim="400000"/>
          </a:ln>
        </p:spPr>
        <p:txBody>
          <a:bodyPr lIns="91439" tIns="45719" rIns="91439" bIns="45719" anchor="t">
            <a:noAutofit/>
          </a:bodyPr>
          <a:lstStyle/>
          <a:p>
            <a:endParaRPr/>
          </a:p>
        </p:txBody>
      </p:sp>
      <p:sp>
        <p:nvSpPr>
          <p:cNvPr id="2992" name="Picture Placeholder 76"/>
          <p:cNvSpPr>
            <a:spLocks noGrp="1"/>
          </p:cNvSpPr>
          <p:nvPr>
            <p:ph type="pic" sz="quarter" idx="49"/>
          </p:nvPr>
        </p:nvSpPr>
        <p:spPr>
          <a:xfrm>
            <a:off x="5322812" y="5099464"/>
            <a:ext cx="1530880" cy="404845"/>
          </a:xfrm>
          <a:prstGeom prst="rect">
            <a:avLst/>
          </a:prstGeom>
          <a:noFill/>
          <a:ln w="12700">
            <a:noFill/>
            <a:miter lim="400000"/>
          </a:ln>
        </p:spPr>
        <p:txBody>
          <a:bodyPr lIns="91439" tIns="45719" rIns="91439" bIns="45719" anchor="t">
            <a:noAutofit/>
          </a:bodyPr>
          <a:lstStyle/>
          <a:p>
            <a:endParaRPr/>
          </a:p>
        </p:txBody>
      </p:sp>
      <p:sp>
        <p:nvSpPr>
          <p:cNvPr id="2993" name="Picture Placeholder 76"/>
          <p:cNvSpPr>
            <a:spLocks noGrp="1"/>
          </p:cNvSpPr>
          <p:nvPr>
            <p:ph type="pic" sz="quarter" idx="50"/>
          </p:nvPr>
        </p:nvSpPr>
        <p:spPr>
          <a:xfrm>
            <a:off x="7574252" y="5099464"/>
            <a:ext cx="1530880" cy="404845"/>
          </a:xfrm>
          <a:prstGeom prst="rect">
            <a:avLst/>
          </a:prstGeom>
          <a:noFill/>
          <a:ln w="12700">
            <a:noFill/>
            <a:miter lim="400000"/>
          </a:ln>
        </p:spPr>
        <p:txBody>
          <a:bodyPr lIns="91439" tIns="45719" rIns="91439" bIns="45719" anchor="t">
            <a:noAutofit/>
          </a:bodyPr>
          <a:lstStyle/>
          <a:p>
            <a:endParaRPr/>
          </a:p>
        </p:txBody>
      </p:sp>
      <p:sp>
        <p:nvSpPr>
          <p:cNvPr id="2994" name="Picture Placeholder 76"/>
          <p:cNvSpPr>
            <a:spLocks noGrp="1"/>
          </p:cNvSpPr>
          <p:nvPr>
            <p:ph type="pic" sz="quarter" idx="51"/>
          </p:nvPr>
        </p:nvSpPr>
        <p:spPr>
          <a:xfrm>
            <a:off x="9825692" y="5099464"/>
            <a:ext cx="1530880" cy="404845"/>
          </a:xfrm>
          <a:prstGeom prst="rect">
            <a:avLst/>
          </a:prstGeom>
          <a:noFill/>
          <a:ln w="12700">
            <a:noFill/>
            <a:miter lim="400000"/>
          </a:ln>
        </p:spPr>
        <p:txBody>
          <a:bodyPr lIns="91439" tIns="45719" rIns="91439" bIns="45719" anchor="t">
            <a:noAutofit/>
          </a:bodyPr>
          <a:lstStyle/>
          <a:p>
            <a:endParaRPr/>
          </a:p>
        </p:txBody>
      </p:sp>
      <p:sp>
        <p:nvSpPr>
          <p:cNvPr id="2995" name="Text Placeholder 14"/>
          <p:cNvSpPr>
            <a:spLocks noGrp="1"/>
          </p:cNvSpPr>
          <p:nvPr>
            <p:ph type="body" sz="quarter" idx="52" hasCustomPrompt="1"/>
          </p:nvPr>
        </p:nvSpPr>
        <p:spPr>
          <a:xfrm>
            <a:off x="406400" y="5972373"/>
            <a:ext cx="5689600" cy="295350"/>
          </a:xfrm>
          <a:prstGeom prst="rect">
            <a:avLst/>
          </a:prstGeom>
          <a:noFill/>
          <a:ln w="12700">
            <a:noFill/>
            <a:miter lim="400000"/>
          </a:ln>
        </p:spPr>
        <p:txBody>
          <a:bodyPr lIns="0" tIns="0" rIns="0" bIns="0" anchor="b"/>
          <a:lstStyle>
            <a:lvl1pPr defTabSz="457200">
              <a:defRPr sz="800">
                <a:solidFill>
                  <a:srgbClr val="D0D0D0"/>
                </a:solidFill>
              </a:defRPr>
            </a:lvl1pPr>
          </a:lstStyle>
          <a:p>
            <a:r>
              <a:t>Click to edit footnote</a:t>
            </a:r>
          </a:p>
        </p:txBody>
      </p:sp>
    </p:spTree>
    <p:extLst>
      <p:ext uri="{BB962C8B-B14F-4D97-AF65-F5344CB8AC3E}">
        <p14:creationId xmlns:p14="http://schemas.microsoft.com/office/powerpoint/2010/main" val="2941477"/>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x">
  <p:cSld name="Back Cover - Dark">
    <p:spTree>
      <p:nvGrpSpPr>
        <p:cNvPr id="1" name=""/>
        <p:cNvGrpSpPr/>
        <p:nvPr/>
      </p:nvGrpSpPr>
      <p:grpSpPr>
        <a:xfrm>
          <a:off x="0" y="0"/>
          <a:ext cx="0" cy="0"/>
          <a:chOff x="0" y="0"/>
          <a:chExt cx="0" cy="0"/>
        </a:xfrm>
      </p:grpSpPr>
      <p:pic>
        <p:nvPicPr>
          <p:cNvPr id="3002" name="Picture 11" descr="Picture 11"/>
          <p:cNvPicPr>
            <a:picLocks noChangeAspect="1"/>
          </p:cNvPicPr>
          <p:nvPr/>
        </p:nvPicPr>
        <p:blipFill>
          <a:blip r:embed="rId2">
            <a:alphaModFix amt="52999"/>
          </a:blip>
          <a:stretch>
            <a:fillRect/>
          </a:stretch>
        </p:blipFill>
        <p:spPr>
          <a:xfrm rot="10800000">
            <a:off x="11413524" y="4351694"/>
            <a:ext cx="778476" cy="1490699"/>
          </a:xfrm>
          <a:prstGeom prst="rect">
            <a:avLst/>
          </a:prstGeom>
          <a:ln w="12700">
            <a:miter lim="400000"/>
          </a:ln>
        </p:spPr>
      </p:pic>
      <p:pic>
        <p:nvPicPr>
          <p:cNvPr id="3003" name="Picture 14" descr="Picture 14"/>
          <p:cNvPicPr>
            <a:picLocks noChangeAspect="1"/>
          </p:cNvPicPr>
          <p:nvPr/>
        </p:nvPicPr>
        <p:blipFill>
          <a:blip r:embed="rId3"/>
          <a:stretch>
            <a:fillRect/>
          </a:stretch>
        </p:blipFill>
        <p:spPr>
          <a:xfrm>
            <a:off x="-1" y="1"/>
            <a:ext cx="12192002" cy="6858000"/>
          </a:xfrm>
          <a:prstGeom prst="rect">
            <a:avLst/>
          </a:prstGeom>
          <a:ln w="12700">
            <a:miter lim="400000"/>
          </a:ln>
        </p:spPr>
      </p:pic>
      <p:sp>
        <p:nvSpPr>
          <p:cNvPr id="3004" name="Freeform 9"/>
          <p:cNvSpPr/>
          <p:nvPr/>
        </p:nvSpPr>
        <p:spPr>
          <a:xfrm rot="10800000" flipH="1">
            <a:off x="-1" y="-1"/>
            <a:ext cx="12192002" cy="6858000"/>
          </a:xfrm>
          <a:prstGeom prst="rect">
            <a:avLst/>
          </a:prstGeom>
          <a:gradFill>
            <a:gsLst>
              <a:gs pos="0">
                <a:schemeClr val="accent6">
                  <a:alpha val="41227"/>
                </a:schemeClr>
              </a:gs>
              <a:gs pos="28000">
                <a:schemeClr val="accent1">
                  <a:alpha val="36742"/>
                </a:schemeClr>
              </a:gs>
              <a:gs pos="70000">
                <a:schemeClr val="accent2">
                  <a:alpha val="0"/>
                </a:schemeClr>
              </a:gs>
              <a:gs pos="100000">
                <a:schemeClr val="accent1">
                  <a:alpha val="27311"/>
                </a:schemeClr>
              </a:gs>
            </a:gsLst>
            <a:path path="circle">
              <a:fillToRect l="62278" t="119636" r="37721" b="-19636"/>
            </a:path>
          </a:gradFill>
          <a:ln w="12700">
            <a:miter lim="400000"/>
          </a:ln>
        </p:spPr>
        <p:txBody>
          <a:bodyPr lIns="0" tIns="0" rIns="0" bIns="0" anchor="b"/>
          <a:lstStyle/>
          <a:p>
            <a:pPr>
              <a:defRPr sz="4000"/>
            </a:pPr>
            <a:endParaRPr sz="2000"/>
          </a:p>
        </p:txBody>
      </p:sp>
      <p:pic>
        <p:nvPicPr>
          <p:cNvPr id="3005" name="Picture 13" descr="Picture 13"/>
          <p:cNvPicPr>
            <a:picLocks noChangeAspect="1"/>
          </p:cNvPicPr>
          <p:nvPr/>
        </p:nvPicPr>
        <p:blipFill>
          <a:blip r:embed="rId4"/>
          <a:stretch>
            <a:fillRect/>
          </a:stretch>
        </p:blipFill>
        <p:spPr>
          <a:xfrm rot="16200000">
            <a:off x="1369302" y="-305684"/>
            <a:ext cx="744273" cy="1355640"/>
          </a:xfrm>
          <a:prstGeom prst="rect">
            <a:avLst/>
          </a:prstGeom>
          <a:ln w="12700">
            <a:miter lim="400000"/>
          </a:ln>
        </p:spPr>
      </p:pic>
      <p:pic>
        <p:nvPicPr>
          <p:cNvPr id="3006" name="Picture 15" descr="Picture 15"/>
          <p:cNvPicPr>
            <a:picLocks noChangeAspect="1"/>
          </p:cNvPicPr>
          <p:nvPr/>
        </p:nvPicPr>
        <p:blipFill>
          <a:blip r:embed="rId5"/>
          <a:stretch>
            <a:fillRect/>
          </a:stretch>
        </p:blipFill>
        <p:spPr>
          <a:xfrm>
            <a:off x="417593" y="6336805"/>
            <a:ext cx="1355641" cy="263788"/>
          </a:xfrm>
          <a:prstGeom prst="rect">
            <a:avLst/>
          </a:prstGeom>
          <a:ln w="12700">
            <a:miter lim="400000"/>
          </a:ln>
        </p:spPr>
      </p:pic>
      <p:sp>
        <p:nvSpPr>
          <p:cNvPr id="3007" name="TextBox 2"/>
          <p:cNvSpPr txBox="1"/>
          <p:nvPr/>
        </p:nvSpPr>
        <p:spPr>
          <a:xfrm>
            <a:off x="3254375" y="1741668"/>
            <a:ext cx="5683250" cy="13849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defRPr sz="18000" b="1" spc="-1000">
                <a:gradFill flip="none" rotWithShape="1">
                  <a:gsLst>
                    <a:gs pos="0">
                      <a:schemeClr val="accent6"/>
                    </a:gs>
                    <a:gs pos="100000">
                      <a:schemeClr val="accent1"/>
                    </a:gs>
                  </a:gsLst>
                  <a:lin ang="10800000" scaled="0"/>
                </a:gradFill>
                <a:latin typeface="Avenir Next LT Pro Demi"/>
                <a:ea typeface="Avenir Next LT Pro Demi"/>
                <a:cs typeface="Avenir Next LT Pro Demi"/>
                <a:sym typeface="Avenir Next LT Pro Demi"/>
              </a:defRPr>
            </a:pPr>
            <a:r>
              <a:rPr sz="9000"/>
              <a:t>T</a:t>
            </a:r>
            <a:r>
              <a:rPr sz="100"/>
              <a:t> </a:t>
            </a:r>
            <a:r>
              <a:rPr sz="9000"/>
              <a:t>hank You</a:t>
            </a:r>
          </a:p>
        </p:txBody>
      </p:sp>
      <p:sp>
        <p:nvSpPr>
          <p:cNvPr id="3008" name="Slide Number"/>
          <p:cNvSpPr txBox="1">
            <a:spLocks noGrp="1"/>
          </p:cNvSpPr>
          <p:nvPr>
            <p:ph type="sldNum" sz="quarter" idx="2"/>
          </p:nvPr>
        </p:nvSpPr>
        <p:spPr>
          <a:xfrm>
            <a:off x="8586918" y="6202463"/>
            <a:ext cx="150682" cy="153888"/>
          </a:xfrm>
          <a:prstGeom prst="rect">
            <a:avLst/>
          </a:prstGeom>
        </p:spPr>
        <p:txBody>
          <a:bodyPr/>
          <a:lstStyle>
            <a:lvl1pPr>
              <a:defRPr>
                <a:solidFill>
                  <a:srgbClr val="808080"/>
                </a:solidFill>
              </a:defRPr>
            </a:lvl1pPr>
          </a:lstStyle>
          <a:p>
            <a:fld id="{86CB4B4D-7CA3-9044-876B-883B54F8677D}" type="slidenum">
              <a:t>‹#›</a:t>
            </a:fld>
            <a:endParaRPr/>
          </a:p>
        </p:txBody>
      </p:sp>
    </p:spTree>
    <p:extLst>
      <p:ext uri="{BB962C8B-B14F-4D97-AF65-F5344CB8AC3E}">
        <p14:creationId xmlns:p14="http://schemas.microsoft.com/office/powerpoint/2010/main" val="3377802524"/>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tx">
  <p:cSld name="Back Cover - Light">
    <p:bg>
      <p:bgPr>
        <a:solidFill>
          <a:srgbClr val="FFFFFF"/>
        </a:solidFill>
        <a:effectLst/>
      </p:bgPr>
    </p:bg>
    <p:spTree>
      <p:nvGrpSpPr>
        <p:cNvPr id="1" name=""/>
        <p:cNvGrpSpPr/>
        <p:nvPr/>
      </p:nvGrpSpPr>
      <p:grpSpPr>
        <a:xfrm>
          <a:off x="0" y="0"/>
          <a:ext cx="0" cy="0"/>
          <a:chOff x="0" y="0"/>
          <a:chExt cx="0" cy="0"/>
        </a:xfrm>
      </p:grpSpPr>
      <p:pic>
        <p:nvPicPr>
          <p:cNvPr id="3015" name="Picture 11" descr="Picture 11"/>
          <p:cNvPicPr>
            <a:picLocks noChangeAspect="1"/>
          </p:cNvPicPr>
          <p:nvPr/>
        </p:nvPicPr>
        <p:blipFill>
          <a:blip r:embed="rId2">
            <a:alphaModFix amt="23000"/>
          </a:blip>
          <a:stretch>
            <a:fillRect/>
          </a:stretch>
        </p:blipFill>
        <p:spPr>
          <a:xfrm rot="10800000">
            <a:off x="11413524" y="4351694"/>
            <a:ext cx="778476" cy="1490699"/>
          </a:xfrm>
          <a:prstGeom prst="rect">
            <a:avLst/>
          </a:prstGeom>
          <a:ln w="12700">
            <a:miter lim="400000"/>
          </a:ln>
        </p:spPr>
      </p:pic>
      <p:pic>
        <p:nvPicPr>
          <p:cNvPr id="3016" name="Picture 5" descr="Picture 5"/>
          <p:cNvPicPr>
            <a:picLocks noChangeAspect="1"/>
          </p:cNvPicPr>
          <p:nvPr/>
        </p:nvPicPr>
        <p:blipFill>
          <a:blip r:embed="rId3"/>
          <a:stretch>
            <a:fillRect/>
          </a:stretch>
        </p:blipFill>
        <p:spPr>
          <a:xfrm>
            <a:off x="-1" y="-2"/>
            <a:ext cx="12192002" cy="6858001"/>
          </a:xfrm>
          <a:prstGeom prst="rect">
            <a:avLst/>
          </a:prstGeom>
          <a:ln w="12700">
            <a:miter lim="400000"/>
          </a:ln>
        </p:spPr>
      </p:pic>
      <p:pic>
        <p:nvPicPr>
          <p:cNvPr id="3017" name="Picture 13" descr="Picture 13"/>
          <p:cNvPicPr>
            <a:picLocks noChangeAspect="1"/>
          </p:cNvPicPr>
          <p:nvPr/>
        </p:nvPicPr>
        <p:blipFill>
          <a:blip r:embed="rId4">
            <a:alphaModFix amt="42000"/>
          </a:blip>
          <a:stretch>
            <a:fillRect/>
          </a:stretch>
        </p:blipFill>
        <p:spPr>
          <a:xfrm rot="16200000">
            <a:off x="1369302" y="-305684"/>
            <a:ext cx="744273" cy="1355640"/>
          </a:xfrm>
          <a:prstGeom prst="rect">
            <a:avLst/>
          </a:prstGeom>
          <a:ln w="12700">
            <a:miter lim="400000"/>
          </a:ln>
        </p:spPr>
      </p:pic>
      <p:pic>
        <p:nvPicPr>
          <p:cNvPr id="3018" name="Picture 9" descr="Picture 9"/>
          <p:cNvPicPr>
            <a:picLocks noChangeAspect="1"/>
          </p:cNvPicPr>
          <p:nvPr/>
        </p:nvPicPr>
        <p:blipFill>
          <a:blip r:embed="rId5"/>
          <a:stretch>
            <a:fillRect/>
          </a:stretch>
        </p:blipFill>
        <p:spPr>
          <a:xfrm>
            <a:off x="417593" y="6337142"/>
            <a:ext cx="1355401" cy="263452"/>
          </a:xfrm>
          <a:prstGeom prst="rect">
            <a:avLst/>
          </a:prstGeom>
          <a:ln w="12700">
            <a:miter lim="400000"/>
          </a:ln>
        </p:spPr>
      </p:pic>
      <p:sp>
        <p:nvSpPr>
          <p:cNvPr id="3019" name="TextBox 1"/>
          <p:cNvSpPr txBox="1"/>
          <p:nvPr/>
        </p:nvSpPr>
        <p:spPr>
          <a:xfrm>
            <a:off x="3402842" y="1741667"/>
            <a:ext cx="5386317" cy="13849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defRPr sz="18000" b="1" spc="-1000">
                <a:latin typeface="Avenir Next LT Pro Demi"/>
                <a:ea typeface="Avenir Next LT Pro Demi"/>
                <a:cs typeface="Avenir Next LT Pro Demi"/>
                <a:sym typeface="Avenir Next LT Pro Demi"/>
              </a:defRPr>
            </a:pPr>
            <a:r>
              <a:rPr sz="9000"/>
              <a:t>T</a:t>
            </a:r>
            <a:r>
              <a:rPr sz="100"/>
              <a:t> </a:t>
            </a:r>
            <a:r>
              <a:rPr sz="9000"/>
              <a:t>hank You</a:t>
            </a:r>
          </a:p>
        </p:txBody>
      </p:sp>
      <p:sp>
        <p:nvSpPr>
          <p:cNvPr id="3020" name="Slide Number"/>
          <p:cNvSpPr txBox="1">
            <a:spLocks noGrp="1"/>
          </p:cNvSpPr>
          <p:nvPr>
            <p:ph type="sldNum" sz="quarter" idx="2"/>
          </p:nvPr>
        </p:nvSpPr>
        <p:spPr>
          <a:xfrm>
            <a:off x="8586918" y="6202463"/>
            <a:ext cx="150682" cy="153888"/>
          </a:xfrm>
          <a:prstGeom prst="rect">
            <a:avLst/>
          </a:prstGeom>
        </p:spPr>
        <p:txBody>
          <a:bodyPr/>
          <a:lstStyle>
            <a:lvl1pPr>
              <a:defRPr>
                <a:solidFill>
                  <a:srgbClr val="808080"/>
                </a:solidFill>
              </a:defRPr>
            </a:lvl1pPr>
          </a:lstStyle>
          <a:p>
            <a:fld id="{86CB4B4D-7CA3-9044-876B-883B54F8677D}" type="slidenum">
              <a:t>‹#›</a:t>
            </a:fld>
            <a:endParaRPr/>
          </a:p>
        </p:txBody>
      </p:sp>
    </p:spTree>
    <p:extLst>
      <p:ext uri="{BB962C8B-B14F-4D97-AF65-F5344CB8AC3E}">
        <p14:creationId xmlns:p14="http://schemas.microsoft.com/office/powerpoint/2010/main" val="1699317445"/>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tx">
  <p:cSld name="Graphic elements">
    <p:bg>
      <p:bgPr>
        <a:solidFill>
          <a:srgbClr val="FFFFFF"/>
        </a:solidFill>
        <a:effectLst/>
      </p:bgPr>
    </p:bg>
    <p:spTree>
      <p:nvGrpSpPr>
        <p:cNvPr id="1" name=""/>
        <p:cNvGrpSpPr/>
        <p:nvPr/>
      </p:nvGrpSpPr>
      <p:grpSpPr>
        <a:xfrm>
          <a:off x="0" y="0"/>
          <a:ext cx="0" cy="0"/>
          <a:chOff x="0" y="0"/>
          <a:chExt cx="0" cy="0"/>
        </a:xfrm>
      </p:grpSpPr>
      <p:pic>
        <p:nvPicPr>
          <p:cNvPr id="3027"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3028" name="Body Level One…"/>
          <p:cNvSpPr txBox="1">
            <a:spLocks noGrp="1"/>
          </p:cNvSpPr>
          <p:nvPr>
            <p:ph type="body" sz="quarter" idx="1" hasCustomPrompt="1"/>
          </p:nvPr>
        </p:nvSpPr>
        <p:spPr>
          <a:xfrm>
            <a:off x="3280569" y="5504531"/>
            <a:ext cx="498601" cy="498601"/>
          </a:xfrm>
          <a:prstGeom prst="rect">
            <a:avLst/>
          </a:prstGeom>
          <a:solidFill>
            <a:srgbClr val="F2F2F2"/>
          </a:solidFill>
          <a:ln w="12700">
            <a:noFill/>
            <a:miter lim="400000"/>
          </a:ln>
        </p:spPr>
        <p:txBody>
          <a:bodyPr lIns="0" tIns="0" rIns="0" bIns="0"/>
          <a:lstStyle>
            <a:lvl1pPr algn="ctr" defTabSz="457200">
              <a:spcBef>
                <a:spcPts val="900"/>
              </a:spcBef>
            </a:lvl1pPr>
            <a:lvl2pPr marL="0" indent="495000" algn="ctr" defTabSz="457200">
              <a:spcBef>
                <a:spcPts val="900"/>
              </a:spcBef>
              <a:buSzTx/>
              <a:buNone/>
            </a:lvl2pPr>
            <a:lvl3pPr marL="0" indent="1026000" algn="ctr" defTabSz="457200">
              <a:spcBef>
                <a:spcPts val="900"/>
              </a:spcBef>
              <a:buSzTx/>
              <a:buNone/>
            </a:lvl3pPr>
            <a:lvl4pPr marL="0" indent="1476000" algn="ctr" defTabSz="457200">
              <a:spcBef>
                <a:spcPts val="900"/>
              </a:spcBef>
              <a:buSzTx/>
              <a:buNone/>
            </a:lvl4pPr>
            <a:lvl5pPr marL="0" indent="1926000" algn="ctr" defTabSz="457200">
              <a:spcBef>
                <a:spcPts val="900"/>
              </a:spcBef>
              <a:buSzTx/>
              <a:buNone/>
            </a:lvl5pPr>
          </a:lstStyle>
          <a:p>
            <a:r>
              <a:t>.</a:t>
            </a:r>
          </a:p>
          <a:p>
            <a:pPr lvl="1"/>
            <a:endParaRPr/>
          </a:p>
          <a:p>
            <a:pPr lvl="2"/>
            <a:endParaRPr/>
          </a:p>
          <a:p>
            <a:pPr lvl="3"/>
            <a:endParaRPr/>
          </a:p>
          <a:p>
            <a:pPr lvl="4"/>
            <a:endParaRPr/>
          </a:p>
        </p:txBody>
      </p:sp>
      <p:sp>
        <p:nvSpPr>
          <p:cNvPr id="3029" name="Slide Number"/>
          <p:cNvSpPr txBox="1">
            <a:spLocks noGrp="1"/>
          </p:cNvSpPr>
          <p:nvPr>
            <p:ph type="sldNum" sz="quarter" idx="2"/>
          </p:nvPr>
        </p:nvSpPr>
        <p:spPr>
          <a:xfrm>
            <a:off x="11667984" y="6448839"/>
            <a:ext cx="150682" cy="153888"/>
          </a:xfrm>
          <a:prstGeom prst="rect">
            <a:avLst/>
          </a:prstGeom>
        </p:spPr>
        <p:txBody>
          <a:bodyPr/>
          <a:lstStyle>
            <a:lvl1pPr>
              <a:defRPr>
                <a:solidFill>
                  <a:srgbClr val="808080"/>
                </a:solidFill>
              </a:defRPr>
            </a:lvl1pPr>
          </a:lstStyle>
          <a:p>
            <a:fld id="{86CB4B4D-7CA3-9044-876B-883B54F8677D}" type="slidenum">
              <a:t>‹#›</a:t>
            </a:fld>
            <a:endParaRPr/>
          </a:p>
        </p:txBody>
      </p:sp>
      <p:sp>
        <p:nvSpPr>
          <p:cNvPr id="3030" name="Text Placeholder 21"/>
          <p:cNvSpPr>
            <a:spLocks noGrp="1"/>
          </p:cNvSpPr>
          <p:nvPr>
            <p:ph type="body" sz="quarter" idx="21" hasCustomPrompt="1"/>
          </p:nvPr>
        </p:nvSpPr>
        <p:spPr>
          <a:xfrm>
            <a:off x="8682631" y="557570"/>
            <a:ext cx="664871" cy="156209"/>
          </a:xfrm>
          <a:prstGeom prst="rect">
            <a:avLst/>
          </a:prstGeom>
          <a:noFill/>
          <a:ln>
            <a:solidFill>
              <a:srgbClr val="D9D9D9"/>
            </a:solidFill>
            <a:round/>
          </a:ln>
        </p:spPr>
        <p:txBody>
          <a:bodyPr lIns="0" tIns="0" rIns="0" bIns="0"/>
          <a:lstStyle>
            <a:lvl1pPr defTabSz="457200">
              <a:spcBef>
                <a:spcPts val="900"/>
              </a:spcBef>
              <a:defRPr sz="800">
                <a:solidFill>
                  <a:srgbClr val="000000"/>
                </a:solidFill>
                <a:latin typeface="Avenir Next LT Pro Demi"/>
                <a:ea typeface="Avenir Next LT Pro Demi"/>
                <a:cs typeface="Avenir Next LT Pro Demi"/>
                <a:sym typeface="Avenir Next LT Pro Demi"/>
              </a:defRPr>
            </a:lvl1pPr>
          </a:lstStyle>
          <a:p>
            <a:r>
              <a:t>On track</a:t>
            </a:r>
          </a:p>
        </p:txBody>
      </p:sp>
      <p:sp>
        <p:nvSpPr>
          <p:cNvPr id="3031" name="Text Placeholder 23"/>
          <p:cNvSpPr>
            <a:spLocks noGrp="1"/>
          </p:cNvSpPr>
          <p:nvPr>
            <p:ph type="body" sz="quarter" idx="22" hasCustomPrompt="1"/>
          </p:nvPr>
        </p:nvSpPr>
        <p:spPr>
          <a:xfrm>
            <a:off x="8728738" y="597490"/>
            <a:ext cx="76513" cy="76369"/>
          </a:xfrm>
          <a:prstGeom prst="rect">
            <a:avLst/>
          </a:prstGeom>
          <a:solidFill>
            <a:srgbClr val="5FBFFF"/>
          </a:solidFill>
          <a:ln w="12700">
            <a:noFill/>
            <a:miter lim="400000"/>
          </a:ln>
        </p:spPr>
        <p:txBody>
          <a:bodyPr lIns="0" tIns="0" rIns="0" bIns="0" anchor="t"/>
          <a:lstStyle>
            <a:lvl1pPr defTabSz="457200">
              <a:spcBef>
                <a:spcPts val="900"/>
              </a:spcBef>
              <a:defRPr>
                <a:solidFill>
                  <a:srgbClr val="000000"/>
                </a:solidFill>
              </a:defRPr>
            </a:lvl1pPr>
          </a:lstStyle>
          <a:p>
            <a:r>
              <a:t>.</a:t>
            </a:r>
          </a:p>
        </p:txBody>
      </p:sp>
      <p:sp>
        <p:nvSpPr>
          <p:cNvPr id="3032" name="Text Placeholder 21"/>
          <p:cNvSpPr>
            <a:spLocks noGrp="1"/>
          </p:cNvSpPr>
          <p:nvPr>
            <p:ph type="body" sz="quarter" idx="23" hasCustomPrompt="1"/>
          </p:nvPr>
        </p:nvSpPr>
        <p:spPr>
          <a:xfrm>
            <a:off x="9491523" y="557570"/>
            <a:ext cx="664871" cy="156209"/>
          </a:xfrm>
          <a:prstGeom prst="rect">
            <a:avLst/>
          </a:prstGeom>
          <a:noFill/>
          <a:ln>
            <a:solidFill>
              <a:srgbClr val="D9D9D9"/>
            </a:solidFill>
            <a:round/>
          </a:ln>
        </p:spPr>
        <p:txBody>
          <a:bodyPr lIns="0" tIns="0" rIns="0" bIns="0"/>
          <a:lstStyle>
            <a:lvl1pPr defTabSz="457200">
              <a:spcBef>
                <a:spcPts val="900"/>
              </a:spcBef>
              <a:defRPr sz="800">
                <a:solidFill>
                  <a:srgbClr val="000000"/>
                </a:solidFill>
                <a:latin typeface="Avenir Next LT Pro Demi"/>
                <a:ea typeface="Avenir Next LT Pro Demi"/>
                <a:cs typeface="Avenir Next LT Pro Demi"/>
                <a:sym typeface="Avenir Next LT Pro Demi"/>
              </a:defRPr>
            </a:lvl1pPr>
          </a:lstStyle>
          <a:p>
            <a:r>
              <a:t>Low risk</a:t>
            </a:r>
          </a:p>
        </p:txBody>
      </p:sp>
      <p:sp>
        <p:nvSpPr>
          <p:cNvPr id="3033" name="Text Placeholder 23"/>
          <p:cNvSpPr>
            <a:spLocks noGrp="1"/>
          </p:cNvSpPr>
          <p:nvPr>
            <p:ph type="body" sz="quarter" idx="24" hasCustomPrompt="1"/>
          </p:nvPr>
        </p:nvSpPr>
        <p:spPr>
          <a:xfrm>
            <a:off x="9537629" y="597490"/>
            <a:ext cx="76513" cy="76369"/>
          </a:xfrm>
          <a:prstGeom prst="rect">
            <a:avLst/>
          </a:prstGeom>
          <a:solidFill>
            <a:srgbClr val="78EBB7"/>
          </a:solidFill>
          <a:ln w="12700">
            <a:noFill/>
            <a:miter lim="400000"/>
          </a:ln>
        </p:spPr>
        <p:txBody>
          <a:bodyPr lIns="0" tIns="0" rIns="0" bIns="0" anchor="t"/>
          <a:lstStyle>
            <a:lvl1pPr defTabSz="457200">
              <a:spcBef>
                <a:spcPts val="900"/>
              </a:spcBef>
              <a:defRPr>
                <a:solidFill>
                  <a:srgbClr val="000000"/>
                </a:solidFill>
              </a:defRPr>
            </a:lvl1pPr>
          </a:lstStyle>
          <a:p>
            <a:r>
              <a:t>.</a:t>
            </a:r>
          </a:p>
        </p:txBody>
      </p:sp>
      <p:sp>
        <p:nvSpPr>
          <p:cNvPr id="3034" name="Text Placeholder 21"/>
          <p:cNvSpPr>
            <a:spLocks noGrp="1"/>
          </p:cNvSpPr>
          <p:nvPr>
            <p:ph type="body" sz="quarter" idx="25" hasCustomPrompt="1"/>
          </p:nvPr>
        </p:nvSpPr>
        <p:spPr>
          <a:xfrm>
            <a:off x="10305439" y="557570"/>
            <a:ext cx="664871" cy="156209"/>
          </a:xfrm>
          <a:prstGeom prst="rect">
            <a:avLst/>
          </a:prstGeom>
          <a:noFill/>
          <a:ln>
            <a:solidFill>
              <a:srgbClr val="D9D9D9"/>
            </a:solidFill>
            <a:round/>
          </a:ln>
        </p:spPr>
        <p:txBody>
          <a:bodyPr lIns="0" tIns="0" rIns="0" bIns="0"/>
          <a:lstStyle>
            <a:lvl1pPr defTabSz="457200">
              <a:spcBef>
                <a:spcPts val="900"/>
              </a:spcBef>
              <a:defRPr sz="800">
                <a:solidFill>
                  <a:srgbClr val="000000"/>
                </a:solidFill>
                <a:latin typeface="Avenir Next LT Pro Demi"/>
                <a:ea typeface="Avenir Next LT Pro Demi"/>
                <a:cs typeface="Avenir Next LT Pro Demi"/>
                <a:sym typeface="Avenir Next LT Pro Demi"/>
              </a:defRPr>
            </a:lvl1pPr>
          </a:lstStyle>
          <a:p>
            <a:r>
              <a:t>Mid risk</a:t>
            </a:r>
          </a:p>
        </p:txBody>
      </p:sp>
      <p:sp>
        <p:nvSpPr>
          <p:cNvPr id="3035" name="Text Placeholder 23"/>
          <p:cNvSpPr>
            <a:spLocks noGrp="1"/>
          </p:cNvSpPr>
          <p:nvPr>
            <p:ph type="body" sz="quarter" idx="26" hasCustomPrompt="1"/>
          </p:nvPr>
        </p:nvSpPr>
        <p:spPr>
          <a:xfrm>
            <a:off x="10351546" y="597490"/>
            <a:ext cx="76513" cy="76369"/>
          </a:xfrm>
          <a:prstGeom prst="rect">
            <a:avLst/>
          </a:prstGeom>
          <a:solidFill>
            <a:srgbClr val="FFE832"/>
          </a:solidFill>
          <a:ln w="12700">
            <a:noFill/>
            <a:miter lim="400000"/>
          </a:ln>
        </p:spPr>
        <p:txBody>
          <a:bodyPr lIns="0" tIns="0" rIns="0" bIns="0" anchor="t"/>
          <a:lstStyle>
            <a:lvl1pPr defTabSz="457200">
              <a:spcBef>
                <a:spcPts val="900"/>
              </a:spcBef>
              <a:defRPr>
                <a:solidFill>
                  <a:srgbClr val="000000"/>
                </a:solidFill>
              </a:defRPr>
            </a:lvl1pPr>
          </a:lstStyle>
          <a:p>
            <a:r>
              <a:t>.</a:t>
            </a:r>
          </a:p>
        </p:txBody>
      </p:sp>
      <p:sp>
        <p:nvSpPr>
          <p:cNvPr id="3036" name="Text Placeholder 21"/>
          <p:cNvSpPr>
            <a:spLocks noGrp="1"/>
          </p:cNvSpPr>
          <p:nvPr>
            <p:ph type="body" sz="quarter" idx="27" hasCustomPrompt="1"/>
          </p:nvPr>
        </p:nvSpPr>
        <p:spPr>
          <a:xfrm>
            <a:off x="11117824" y="557570"/>
            <a:ext cx="664871" cy="156209"/>
          </a:xfrm>
          <a:prstGeom prst="rect">
            <a:avLst/>
          </a:prstGeom>
          <a:noFill/>
          <a:ln>
            <a:solidFill>
              <a:srgbClr val="D9D9D9"/>
            </a:solidFill>
            <a:round/>
          </a:ln>
        </p:spPr>
        <p:txBody>
          <a:bodyPr lIns="0" tIns="0" rIns="0" bIns="0"/>
          <a:lstStyle>
            <a:lvl1pPr defTabSz="457200">
              <a:spcBef>
                <a:spcPts val="900"/>
              </a:spcBef>
              <a:defRPr sz="800">
                <a:solidFill>
                  <a:srgbClr val="000000"/>
                </a:solidFill>
                <a:latin typeface="Avenir Next LT Pro Demi"/>
                <a:ea typeface="Avenir Next LT Pro Demi"/>
                <a:cs typeface="Avenir Next LT Pro Demi"/>
                <a:sym typeface="Avenir Next LT Pro Demi"/>
              </a:defRPr>
            </a:lvl1pPr>
          </a:lstStyle>
          <a:p>
            <a:r>
              <a:t>High risk</a:t>
            </a:r>
          </a:p>
        </p:txBody>
      </p:sp>
      <p:sp>
        <p:nvSpPr>
          <p:cNvPr id="3037" name="Text Placeholder 23"/>
          <p:cNvSpPr>
            <a:spLocks noGrp="1"/>
          </p:cNvSpPr>
          <p:nvPr>
            <p:ph type="body" sz="quarter" idx="28" hasCustomPrompt="1"/>
          </p:nvPr>
        </p:nvSpPr>
        <p:spPr>
          <a:xfrm>
            <a:off x="11163930" y="597490"/>
            <a:ext cx="76513" cy="76369"/>
          </a:xfrm>
          <a:prstGeom prst="rect">
            <a:avLst/>
          </a:prstGeom>
          <a:solidFill>
            <a:srgbClr val="FF9166"/>
          </a:solidFill>
          <a:ln w="12700">
            <a:noFill/>
            <a:miter lim="400000"/>
          </a:ln>
        </p:spPr>
        <p:txBody>
          <a:bodyPr lIns="0" tIns="0" rIns="0" bIns="0" anchor="t"/>
          <a:lstStyle>
            <a:lvl1pPr defTabSz="457200">
              <a:spcBef>
                <a:spcPts val="900"/>
              </a:spcBef>
              <a:defRPr>
                <a:solidFill>
                  <a:srgbClr val="000000"/>
                </a:solidFill>
              </a:defRPr>
            </a:lvl1pPr>
          </a:lstStyle>
          <a:p>
            <a:r>
              <a:t>.</a:t>
            </a:r>
          </a:p>
        </p:txBody>
      </p:sp>
      <p:sp>
        <p:nvSpPr>
          <p:cNvPr id="3038" name="Text Placeholder 6"/>
          <p:cNvSpPr>
            <a:spLocks noGrp="1"/>
          </p:cNvSpPr>
          <p:nvPr>
            <p:ph type="body" sz="quarter" idx="29" hasCustomPrompt="1"/>
          </p:nvPr>
        </p:nvSpPr>
        <p:spPr>
          <a:xfrm>
            <a:off x="6118901" y="2457133"/>
            <a:ext cx="1861461" cy="503875"/>
          </a:xfrm>
          <a:prstGeom prst="rect">
            <a:avLst/>
          </a:prstGeom>
          <a:noFill/>
          <a:ln w="12700">
            <a:noFill/>
            <a:miter lim="400000"/>
          </a:ln>
        </p:spPr>
        <p:txBody>
          <a:bodyPr lIns="0" tIns="0" rIns="0" bIns="0" anchor="t"/>
          <a:lstStyle>
            <a:lvl1pPr defTabSz="388620">
              <a:defRPr sz="3315" spc="-127">
                <a:solidFill>
                  <a:srgbClr val="000000"/>
                </a:solidFill>
                <a:latin typeface="Avenir Next LT Pro Demi"/>
                <a:ea typeface="Avenir Next LT Pro Demi"/>
                <a:cs typeface="Avenir Next LT Pro Demi"/>
                <a:sym typeface="Avenir Next LT Pro Demi"/>
              </a:defRPr>
            </a:lvl1pPr>
          </a:lstStyle>
          <a:p>
            <a:r>
              <a:t>$X.XB</a:t>
            </a:r>
          </a:p>
        </p:txBody>
      </p:sp>
      <p:sp>
        <p:nvSpPr>
          <p:cNvPr id="3039" name="Text Placeholder 16"/>
          <p:cNvSpPr>
            <a:spLocks noGrp="1"/>
          </p:cNvSpPr>
          <p:nvPr>
            <p:ph type="body" sz="quarter" idx="30" hasCustomPrompt="1"/>
          </p:nvPr>
        </p:nvSpPr>
        <p:spPr>
          <a:xfrm>
            <a:off x="6149975" y="3050120"/>
            <a:ext cx="1830388" cy="1142867"/>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Donec nec justo eget felis facilisis fermentum. Aliquam porttitor mauris sit amet orci. </a:t>
            </a:r>
          </a:p>
        </p:txBody>
      </p:sp>
      <p:sp>
        <p:nvSpPr>
          <p:cNvPr id="3040" name="Text Placeholder 6"/>
          <p:cNvSpPr>
            <a:spLocks noGrp="1"/>
          </p:cNvSpPr>
          <p:nvPr>
            <p:ph type="body" sz="quarter" idx="31" hasCustomPrompt="1"/>
          </p:nvPr>
        </p:nvSpPr>
        <p:spPr>
          <a:xfrm>
            <a:off x="6149975" y="4495159"/>
            <a:ext cx="1830387" cy="503875"/>
          </a:xfrm>
          <a:prstGeom prst="rect">
            <a:avLst/>
          </a:prstGeom>
          <a:noFill/>
          <a:ln w="12700">
            <a:noFill/>
            <a:miter lim="400000"/>
          </a:ln>
        </p:spPr>
        <p:txBody>
          <a:bodyPr lIns="0" tIns="0" rIns="0" bIns="0" anchor="t"/>
          <a:lstStyle>
            <a:lvl1pPr defTabSz="388620">
              <a:defRPr sz="3315" spc="-127">
                <a:solidFill>
                  <a:srgbClr val="000000"/>
                </a:solidFill>
                <a:latin typeface="Avenir Next LT Pro Demi"/>
                <a:ea typeface="Avenir Next LT Pro Demi"/>
                <a:cs typeface="Avenir Next LT Pro Demi"/>
                <a:sym typeface="Avenir Next LT Pro Demi"/>
              </a:defRPr>
            </a:lvl1pPr>
          </a:lstStyle>
          <a:p>
            <a:r>
              <a:t>XX%</a:t>
            </a:r>
          </a:p>
        </p:txBody>
      </p:sp>
      <p:sp>
        <p:nvSpPr>
          <p:cNvPr id="3041" name="Text Placeholder 16"/>
          <p:cNvSpPr>
            <a:spLocks noGrp="1"/>
          </p:cNvSpPr>
          <p:nvPr>
            <p:ph type="body" sz="quarter" idx="32" hasCustomPrompt="1"/>
          </p:nvPr>
        </p:nvSpPr>
        <p:spPr>
          <a:xfrm>
            <a:off x="6149975" y="5088147"/>
            <a:ext cx="1830388" cy="708303"/>
          </a:xfrm>
          <a:prstGeom prst="rect">
            <a:avLst/>
          </a:prstGeom>
          <a:noFill/>
          <a:ln w="12700">
            <a:noFill/>
            <a:miter lim="400000"/>
          </a:ln>
        </p:spPr>
        <p:txBody>
          <a:bodyPr lIns="0" tIns="0" rIns="0" bIns="0" anchor="t"/>
          <a:lstStyle>
            <a:lvl1pPr defTabSz="457200">
              <a:spcBef>
                <a:spcPts val="900"/>
              </a:spcBef>
              <a:defRPr sz="1500">
                <a:solidFill>
                  <a:srgbClr val="000000"/>
                </a:solidFill>
              </a:defRPr>
            </a:lvl1pPr>
          </a:lstStyle>
          <a:p>
            <a:r>
              <a:t>Donec nec justo eget felis facilisis fermentum. </a:t>
            </a:r>
          </a:p>
        </p:txBody>
      </p:sp>
      <p:sp>
        <p:nvSpPr>
          <p:cNvPr id="3042" name="Text Placeholder 16"/>
          <p:cNvSpPr>
            <a:spLocks noGrp="1"/>
          </p:cNvSpPr>
          <p:nvPr>
            <p:ph type="body" sz="quarter" idx="33" hasCustomPrompt="1"/>
          </p:nvPr>
        </p:nvSpPr>
        <p:spPr>
          <a:xfrm>
            <a:off x="9006506" y="2510658"/>
            <a:ext cx="2795764" cy="676160"/>
          </a:xfrm>
          <a:prstGeom prst="rect">
            <a:avLst/>
          </a:prstGeom>
          <a:noFill/>
          <a:ln w="12700">
            <a:noFill/>
            <a:miter lim="400000"/>
          </a:ln>
        </p:spPr>
        <p:txBody>
          <a:bodyPr lIns="0" tIns="0" rIns="0" bIns="0" anchor="t"/>
          <a:lstStyle>
            <a:lvl1pPr defTabSz="457200">
              <a:spcBef>
                <a:spcPts val="900"/>
              </a:spcBef>
              <a:defRPr sz="20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3043" name="Text Placeholder 16"/>
          <p:cNvSpPr>
            <a:spLocks noGrp="1"/>
          </p:cNvSpPr>
          <p:nvPr>
            <p:ph type="body" sz="quarter" idx="34" hasCustomPrompt="1"/>
          </p:nvPr>
        </p:nvSpPr>
        <p:spPr>
          <a:xfrm>
            <a:off x="9020175" y="3050120"/>
            <a:ext cx="2782094" cy="2493845"/>
          </a:xfrm>
          <a:prstGeom prst="rect">
            <a:avLst/>
          </a:prstGeom>
          <a:noFill/>
          <a:ln w="12700">
            <a:noFill/>
            <a:miter lim="400000"/>
          </a:ln>
        </p:spPr>
        <p:txBody>
          <a:bodyPr lIns="0" tIns="0" rIns="0" bIns="0" anchor="t"/>
          <a:lstStyle>
            <a:lvl1pPr marL="228600" indent="-228600" defTabSz="457200">
              <a:spcBef>
                <a:spcPts val="900"/>
              </a:spcBef>
              <a:buSzPct val="100000"/>
              <a:buFont typeface="Arial"/>
              <a:buChar char="•"/>
              <a:defRPr sz="1500">
                <a:solidFill>
                  <a:srgbClr val="000000"/>
                </a:solidFill>
              </a:defRPr>
            </a:lvl1pPr>
          </a:lstStyle>
          <a:p>
            <a:r>
              <a:t>Donec nec justo eget felis facilisis fermentum.
Lorem ipsum dolor sit amet, consectetuer adipiscing elit.
Fusce pellentesque suscipit nibh.
Fusce lacinia arcu et nulla. Nulla vitae mauris non felis mollis faucibus.</a:t>
            </a:r>
          </a:p>
        </p:txBody>
      </p:sp>
      <p:sp>
        <p:nvSpPr>
          <p:cNvPr id="3044" name="Text Placeholder 23"/>
          <p:cNvSpPr>
            <a:spLocks noGrp="1"/>
          </p:cNvSpPr>
          <p:nvPr>
            <p:ph type="body" sz="quarter" idx="35" hasCustomPrompt="1"/>
          </p:nvPr>
        </p:nvSpPr>
        <p:spPr>
          <a:xfrm>
            <a:off x="2968205" y="2802337"/>
            <a:ext cx="142822" cy="142554"/>
          </a:xfrm>
          <a:prstGeom prst="rect">
            <a:avLst/>
          </a:prstGeom>
          <a:gradFill>
            <a:gsLst>
              <a:gs pos="0">
                <a:schemeClr val="accent6">
                  <a:alpha val="16000"/>
                </a:schemeClr>
              </a:gs>
              <a:gs pos="100000">
                <a:schemeClr val="accent1">
                  <a:alpha val="69038"/>
                </a:schemeClr>
              </a:gs>
            </a:gsLst>
            <a:lin ang="2700000"/>
          </a:gradFill>
          <a:ln w="12700">
            <a:noFill/>
            <a:miter lim="400000"/>
          </a:ln>
          <a:effectLst>
            <a:outerShdw blurRad="254000" dist="38100" dir="5400000" rotWithShape="0">
              <a:srgbClr val="000000">
                <a:alpha val="6578"/>
              </a:srgbClr>
            </a:outerShdw>
          </a:effectLst>
        </p:spPr>
        <p:txBody>
          <a:bodyPr lIns="0" tIns="0" rIns="0" bIns="0"/>
          <a:lstStyle>
            <a:lvl1pPr algn="ctr" defTabSz="457189"/>
          </a:lstStyle>
          <a:p>
            <a:r>
              <a:t>.</a:t>
            </a:r>
          </a:p>
        </p:txBody>
      </p:sp>
      <p:sp>
        <p:nvSpPr>
          <p:cNvPr id="3045" name="Text Placeholder 23"/>
          <p:cNvSpPr>
            <a:spLocks noGrp="1"/>
          </p:cNvSpPr>
          <p:nvPr>
            <p:ph type="body" sz="quarter" idx="36" hasCustomPrompt="1"/>
          </p:nvPr>
        </p:nvSpPr>
        <p:spPr>
          <a:xfrm>
            <a:off x="3004613" y="2838678"/>
            <a:ext cx="70005" cy="69872"/>
          </a:xfrm>
          <a:prstGeom prst="rect">
            <a:avLst/>
          </a:prstGeom>
          <a:solidFill>
            <a:srgbClr val="FFFFFF"/>
          </a:solidFill>
          <a:ln w="12700">
            <a:noFill/>
            <a:miter lim="400000"/>
          </a:ln>
          <a:effectLst>
            <a:outerShdw blurRad="241300" dist="38100" dir="5400000" rotWithShape="0">
              <a:srgbClr val="000000">
                <a:alpha val="7000"/>
              </a:srgbClr>
            </a:outerShdw>
          </a:effectLst>
        </p:spPr>
        <p:txBody>
          <a:bodyPr lIns="0" tIns="0" rIns="0" bIns="0" anchor="t"/>
          <a:lstStyle>
            <a:lvl1pPr defTabSz="457200">
              <a:spcBef>
                <a:spcPts val="900"/>
              </a:spcBef>
              <a:defRPr>
                <a:solidFill>
                  <a:srgbClr val="000000"/>
                </a:solidFill>
              </a:defRPr>
            </a:lvl1pPr>
          </a:lstStyle>
          <a:p>
            <a:r>
              <a:t>.</a:t>
            </a:r>
          </a:p>
        </p:txBody>
      </p:sp>
      <p:sp>
        <p:nvSpPr>
          <p:cNvPr id="3046" name="Text Placeholder 84"/>
          <p:cNvSpPr>
            <a:spLocks noGrp="1"/>
          </p:cNvSpPr>
          <p:nvPr>
            <p:ph type="body" sz="quarter" idx="37" hasCustomPrompt="1"/>
          </p:nvPr>
        </p:nvSpPr>
        <p:spPr>
          <a:xfrm>
            <a:off x="3140605" y="2869113"/>
            <a:ext cx="1049338" cy="9001"/>
          </a:xfrm>
          <a:prstGeom prst="rect">
            <a:avLst/>
          </a:prstGeom>
          <a:solidFill>
            <a:srgbClr val="808080"/>
          </a:solidFill>
          <a:ln w="12700">
            <a:noFill/>
            <a:miter lim="400000"/>
          </a:ln>
        </p:spPr>
        <p:txBody>
          <a:bodyPr lIns="0" tIns="0" rIns="0" bIns="0" anchor="t"/>
          <a:lstStyle>
            <a:lvl1pPr marL="225000" indent="-225000" defTabSz="457200">
              <a:spcBef>
                <a:spcPts val="900"/>
              </a:spcBef>
              <a:buSzPct val="100000"/>
              <a:buFont typeface="Helvetica"/>
              <a:buChar char="•"/>
              <a:defRPr>
                <a:solidFill>
                  <a:srgbClr val="000000"/>
                </a:solidFill>
              </a:defRPr>
            </a:lvl1pPr>
          </a:lstStyle>
          <a:p>
            <a:r>
              <a:t>.t.</a:t>
            </a:r>
          </a:p>
        </p:txBody>
      </p:sp>
      <p:sp>
        <p:nvSpPr>
          <p:cNvPr id="3047" name="Text Placeholder 16"/>
          <p:cNvSpPr>
            <a:spLocks noGrp="1"/>
          </p:cNvSpPr>
          <p:nvPr>
            <p:ph type="body" sz="quarter" idx="38" hasCustomPrompt="1"/>
          </p:nvPr>
        </p:nvSpPr>
        <p:spPr>
          <a:xfrm>
            <a:off x="3270074" y="2536058"/>
            <a:ext cx="1840089" cy="676160"/>
          </a:xfrm>
          <a:prstGeom prst="rect">
            <a:avLst/>
          </a:prstGeom>
          <a:noFill/>
          <a:ln w="12700">
            <a:noFill/>
            <a:miter lim="400000"/>
          </a:ln>
        </p:spPr>
        <p:txBody>
          <a:bodyPr lIns="0" tIns="0" rIns="0" bIns="0" anchor="t"/>
          <a:lstStyle>
            <a:lvl1pPr defTabSz="457200">
              <a:spcBef>
                <a:spcPts val="900"/>
              </a:spcBef>
              <a:defRPr sz="1500">
                <a:solidFill>
                  <a:srgbClr val="000000"/>
                </a:solidFill>
                <a:latin typeface="Avenir Next LT Pro Demi"/>
                <a:ea typeface="Avenir Next LT Pro Demi"/>
                <a:cs typeface="Avenir Next LT Pro Demi"/>
                <a:sym typeface="Avenir Next LT Pro Demi"/>
              </a:defRPr>
            </a:lvl1pPr>
          </a:lstStyle>
          <a:p>
            <a:r>
              <a:t>Click to edit text</a:t>
            </a:r>
          </a:p>
        </p:txBody>
      </p:sp>
      <p:sp>
        <p:nvSpPr>
          <p:cNvPr id="3048" name="Text Placeholder 16"/>
          <p:cNvSpPr>
            <a:spLocks noGrp="1"/>
          </p:cNvSpPr>
          <p:nvPr>
            <p:ph type="body" sz="quarter" idx="39" hasCustomPrompt="1"/>
          </p:nvPr>
        </p:nvSpPr>
        <p:spPr>
          <a:xfrm>
            <a:off x="3279775" y="3009183"/>
            <a:ext cx="1830388" cy="995352"/>
          </a:xfrm>
          <a:prstGeom prst="rect">
            <a:avLst/>
          </a:prstGeom>
          <a:noFill/>
          <a:ln w="12700">
            <a:noFill/>
            <a:miter lim="400000"/>
          </a:ln>
        </p:spPr>
        <p:txBody>
          <a:bodyPr lIns="0" tIns="0" rIns="0" bIns="0" anchor="t"/>
          <a:lstStyle>
            <a:lvl1pPr marL="171450" indent="-171450" defTabSz="457200">
              <a:spcBef>
                <a:spcPts val="900"/>
              </a:spcBef>
              <a:buSzPct val="100000"/>
              <a:buFont typeface="Arial"/>
              <a:buChar char="•"/>
              <a:defRPr sz="1200">
                <a:solidFill>
                  <a:srgbClr val="000000"/>
                </a:solidFill>
              </a:defRPr>
            </a:lvl1pPr>
          </a:lstStyle>
          <a:p>
            <a:r>
              <a:t>Donec nec justo eget felis facilisis fermentum. 
Aliquam porttitor mauris sit amet orci. </a:t>
            </a:r>
          </a:p>
        </p:txBody>
      </p:sp>
      <p:sp>
        <p:nvSpPr>
          <p:cNvPr id="3049" name="Text Placeholder 115"/>
          <p:cNvSpPr>
            <a:spLocks noGrp="1"/>
          </p:cNvSpPr>
          <p:nvPr>
            <p:ph type="body" sz="quarter" idx="40" hasCustomPrompt="1"/>
          </p:nvPr>
        </p:nvSpPr>
        <p:spPr>
          <a:xfrm>
            <a:off x="3420428" y="5644757"/>
            <a:ext cx="218884" cy="218883"/>
          </a:xfrm>
          <a:prstGeom prst="rect">
            <a:avLst/>
          </a:prstGeom>
          <a:solidFill>
            <a:srgbClr val="808080"/>
          </a:solidFill>
          <a:ln w="12700">
            <a:noFill/>
            <a:miter lim="400000"/>
          </a:ln>
        </p:spPr>
        <p:txBody>
          <a:bodyPr lIns="0" tIns="0" rIns="0" bIns="0"/>
          <a:lstStyle>
            <a:lvl1pPr algn="r" defTabSz="457200">
              <a:spcBef>
                <a:spcPts val="900"/>
              </a:spcBef>
            </a:lvl1pPr>
          </a:lstStyle>
          <a:p>
            <a:r>
              <a:t>..</a:t>
            </a:r>
          </a:p>
        </p:txBody>
      </p:sp>
      <p:sp>
        <p:nvSpPr>
          <p:cNvPr id="3050" name="Text Placeholder 118"/>
          <p:cNvSpPr>
            <a:spLocks noGrp="1"/>
          </p:cNvSpPr>
          <p:nvPr>
            <p:ph type="body" sz="quarter" idx="41" hasCustomPrompt="1"/>
          </p:nvPr>
        </p:nvSpPr>
        <p:spPr>
          <a:xfrm>
            <a:off x="4311643" y="5577550"/>
            <a:ext cx="352564" cy="352564"/>
          </a:xfrm>
          <a:prstGeom prst="rect">
            <a:avLst/>
          </a:prstGeom>
          <a:solidFill>
            <a:srgbClr val="F2F2F2"/>
          </a:solidFill>
          <a:ln w="12700">
            <a:noFill/>
            <a:miter lim="400000"/>
          </a:ln>
        </p:spPr>
        <p:txBody>
          <a:bodyPr lIns="0" tIns="0" rIns="0" bIns="0"/>
          <a:lstStyle>
            <a:lvl1pPr algn="ctr" defTabSz="434340">
              <a:spcBef>
                <a:spcPts val="850"/>
              </a:spcBef>
              <a:defRPr sz="100"/>
            </a:lvl1pPr>
          </a:lstStyle>
          <a:p>
            <a:r>
              <a:t>.
Third level
Fourth level
Fifth level</a:t>
            </a:r>
          </a:p>
        </p:txBody>
      </p:sp>
      <p:sp>
        <p:nvSpPr>
          <p:cNvPr id="3051" name="Text Placeholder 122"/>
          <p:cNvSpPr>
            <a:spLocks noGrp="1"/>
          </p:cNvSpPr>
          <p:nvPr>
            <p:ph type="body" sz="quarter" idx="42" hasCustomPrompt="1"/>
          </p:nvPr>
        </p:nvSpPr>
        <p:spPr>
          <a:xfrm>
            <a:off x="4373625" y="5753464"/>
            <a:ext cx="228601" cy="21601"/>
          </a:xfrm>
          <a:prstGeom prst="rect">
            <a:avLst/>
          </a:prstGeom>
          <a:solidFill>
            <a:srgbClr val="808080"/>
          </a:solidFill>
          <a:ln w="12700">
            <a:noFill/>
            <a:miter lim="400000"/>
          </a:ln>
        </p:spPr>
        <p:txBody>
          <a:bodyPr lIns="0" tIns="0" rIns="0" bIns="0"/>
          <a:lstStyle/>
          <a:p>
            <a:pPr marL="0" lvl="4" indent="1926000" algn="ctr" defTabSz="457200">
              <a:spcBef>
                <a:spcPts val="450"/>
              </a:spcBef>
              <a:buSzTx/>
              <a:buNone/>
            </a:pPr>
            <a:r>
              <a:t>.</a:t>
            </a:r>
          </a:p>
        </p:txBody>
      </p:sp>
      <p:sp>
        <p:nvSpPr>
          <p:cNvPr id="3052" name="Text Placeholder 21"/>
          <p:cNvSpPr>
            <a:spLocks noGrp="1"/>
          </p:cNvSpPr>
          <p:nvPr>
            <p:ph type="body" sz="quarter" idx="43" hasCustomPrompt="1"/>
          </p:nvPr>
        </p:nvSpPr>
        <p:spPr>
          <a:xfrm>
            <a:off x="5002376" y="557570"/>
            <a:ext cx="664871" cy="156209"/>
          </a:xfrm>
          <a:prstGeom prst="rect">
            <a:avLst/>
          </a:prstGeom>
          <a:noFill/>
          <a:ln>
            <a:solidFill>
              <a:srgbClr val="D9D9D9"/>
            </a:solidFill>
            <a:round/>
          </a:ln>
        </p:spPr>
        <p:txBody>
          <a:bodyPr lIns="0" tIns="0" rIns="0" bIns="0"/>
          <a:lstStyle>
            <a:lvl1pPr defTabSz="457200">
              <a:spcBef>
                <a:spcPts val="900"/>
              </a:spcBef>
              <a:defRPr sz="800">
                <a:solidFill>
                  <a:srgbClr val="000000"/>
                </a:solidFill>
                <a:latin typeface="Avenir Next LT Pro Demi"/>
                <a:ea typeface="Avenir Next LT Pro Demi"/>
                <a:cs typeface="Avenir Next LT Pro Demi"/>
                <a:sym typeface="Avenir Next LT Pro Demi"/>
              </a:defRPr>
            </a:lvl1pPr>
          </a:lstStyle>
          <a:p>
            <a:r>
              <a:t>&gt; = 90%</a:t>
            </a:r>
          </a:p>
        </p:txBody>
      </p:sp>
      <p:sp>
        <p:nvSpPr>
          <p:cNvPr id="3053" name="Text Placeholder 23"/>
          <p:cNvSpPr>
            <a:spLocks noGrp="1"/>
          </p:cNvSpPr>
          <p:nvPr>
            <p:ph type="body" sz="quarter" idx="44" hasCustomPrompt="1"/>
          </p:nvPr>
        </p:nvSpPr>
        <p:spPr>
          <a:xfrm>
            <a:off x="5048483" y="597490"/>
            <a:ext cx="76513" cy="76369"/>
          </a:xfrm>
          <a:prstGeom prst="rect">
            <a:avLst/>
          </a:prstGeom>
          <a:solidFill>
            <a:srgbClr val="78EBB7"/>
          </a:solidFill>
          <a:ln w="12700">
            <a:noFill/>
            <a:miter lim="400000"/>
          </a:ln>
        </p:spPr>
        <p:txBody>
          <a:bodyPr lIns="0" tIns="0" rIns="0" bIns="0" anchor="t"/>
          <a:lstStyle>
            <a:lvl1pPr defTabSz="457200">
              <a:spcBef>
                <a:spcPts val="900"/>
              </a:spcBef>
              <a:defRPr>
                <a:solidFill>
                  <a:srgbClr val="000000"/>
                </a:solidFill>
              </a:defRPr>
            </a:lvl1pPr>
          </a:lstStyle>
          <a:p>
            <a:r>
              <a:t>.</a:t>
            </a:r>
          </a:p>
        </p:txBody>
      </p:sp>
      <p:sp>
        <p:nvSpPr>
          <p:cNvPr id="3054" name="Text Placeholder 21"/>
          <p:cNvSpPr>
            <a:spLocks noGrp="1"/>
          </p:cNvSpPr>
          <p:nvPr>
            <p:ph type="body" sz="quarter" idx="45" hasCustomPrompt="1"/>
          </p:nvPr>
        </p:nvSpPr>
        <p:spPr>
          <a:xfrm>
            <a:off x="5778231" y="557570"/>
            <a:ext cx="989697" cy="156209"/>
          </a:xfrm>
          <a:prstGeom prst="rect">
            <a:avLst/>
          </a:prstGeom>
          <a:noFill/>
          <a:ln>
            <a:solidFill>
              <a:srgbClr val="D9D9D9"/>
            </a:solidFill>
            <a:round/>
          </a:ln>
        </p:spPr>
        <p:txBody>
          <a:bodyPr lIns="0" tIns="0" rIns="0" bIns="0"/>
          <a:lstStyle>
            <a:lvl1pPr defTabSz="457200">
              <a:spcBef>
                <a:spcPts val="900"/>
              </a:spcBef>
              <a:defRPr sz="800">
                <a:solidFill>
                  <a:srgbClr val="000000"/>
                </a:solidFill>
                <a:latin typeface="Avenir Next LT Pro Demi"/>
                <a:ea typeface="Avenir Next LT Pro Demi"/>
                <a:cs typeface="Avenir Next LT Pro Demi"/>
                <a:sym typeface="Avenir Next LT Pro Demi"/>
              </a:defRPr>
            </a:lvl1pPr>
          </a:lstStyle>
          <a:p>
            <a:r>
              <a:t>90% &gt; X &gt; 70%</a:t>
            </a:r>
          </a:p>
        </p:txBody>
      </p:sp>
      <p:sp>
        <p:nvSpPr>
          <p:cNvPr id="3055" name="Text Placeholder 23"/>
          <p:cNvSpPr>
            <a:spLocks noGrp="1"/>
          </p:cNvSpPr>
          <p:nvPr>
            <p:ph type="body" sz="quarter" idx="46" hasCustomPrompt="1"/>
          </p:nvPr>
        </p:nvSpPr>
        <p:spPr>
          <a:xfrm>
            <a:off x="5824338" y="597490"/>
            <a:ext cx="76513" cy="76369"/>
          </a:xfrm>
          <a:prstGeom prst="rect">
            <a:avLst/>
          </a:prstGeom>
          <a:solidFill>
            <a:srgbClr val="FFE832"/>
          </a:solidFill>
          <a:ln w="12700">
            <a:noFill/>
            <a:miter lim="400000"/>
          </a:ln>
        </p:spPr>
        <p:txBody>
          <a:bodyPr lIns="0" tIns="0" rIns="0" bIns="0" anchor="t"/>
          <a:lstStyle>
            <a:lvl1pPr defTabSz="457200">
              <a:spcBef>
                <a:spcPts val="900"/>
              </a:spcBef>
              <a:defRPr>
                <a:solidFill>
                  <a:srgbClr val="000000"/>
                </a:solidFill>
              </a:defRPr>
            </a:lvl1pPr>
          </a:lstStyle>
          <a:p>
            <a:r>
              <a:t>.</a:t>
            </a:r>
          </a:p>
        </p:txBody>
      </p:sp>
      <p:sp>
        <p:nvSpPr>
          <p:cNvPr id="3056" name="Text Placeholder 21"/>
          <p:cNvSpPr>
            <a:spLocks noGrp="1"/>
          </p:cNvSpPr>
          <p:nvPr>
            <p:ph type="body" sz="quarter" idx="47" hasCustomPrompt="1"/>
          </p:nvPr>
        </p:nvSpPr>
        <p:spPr>
          <a:xfrm>
            <a:off x="6878912" y="557570"/>
            <a:ext cx="566532" cy="156209"/>
          </a:xfrm>
          <a:prstGeom prst="rect">
            <a:avLst/>
          </a:prstGeom>
          <a:noFill/>
          <a:ln>
            <a:solidFill>
              <a:srgbClr val="D9D9D9"/>
            </a:solidFill>
            <a:round/>
          </a:ln>
        </p:spPr>
        <p:txBody>
          <a:bodyPr lIns="0" tIns="0" rIns="0" bIns="0"/>
          <a:lstStyle>
            <a:lvl1pPr defTabSz="457200">
              <a:spcBef>
                <a:spcPts val="900"/>
              </a:spcBef>
              <a:defRPr sz="800">
                <a:solidFill>
                  <a:srgbClr val="000000"/>
                </a:solidFill>
                <a:latin typeface="Avenir Next LT Pro Demi"/>
                <a:ea typeface="Avenir Next LT Pro Demi"/>
                <a:cs typeface="Avenir Next LT Pro Demi"/>
                <a:sym typeface="Avenir Next LT Pro Demi"/>
              </a:defRPr>
            </a:lvl1pPr>
          </a:lstStyle>
          <a:p>
            <a:r>
              <a:t>&lt; 70%</a:t>
            </a:r>
          </a:p>
        </p:txBody>
      </p:sp>
      <p:sp>
        <p:nvSpPr>
          <p:cNvPr id="3057" name="Text Placeholder 23"/>
          <p:cNvSpPr>
            <a:spLocks noGrp="1"/>
          </p:cNvSpPr>
          <p:nvPr>
            <p:ph type="body" sz="quarter" idx="48" hasCustomPrompt="1"/>
          </p:nvPr>
        </p:nvSpPr>
        <p:spPr>
          <a:xfrm>
            <a:off x="6925018" y="597490"/>
            <a:ext cx="76513" cy="76369"/>
          </a:xfrm>
          <a:prstGeom prst="rect">
            <a:avLst/>
          </a:prstGeom>
          <a:solidFill>
            <a:srgbClr val="FF9166"/>
          </a:solidFill>
          <a:ln w="12700">
            <a:noFill/>
            <a:miter lim="400000"/>
          </a:ln>
        </p:spPr>
        <p:txBody>
          <a:bodyPr lIns="0" tIns="0" rIns="0" bIns="0" anchor="t"/>
          <a:lstStyle>
            <a:lvl1pPr defTabSz="457200">
              <a:spcBef>
                <a:spcPts val="900"/>
              </a:spcBef>
              <a:defRPr>
                <a:solidFill>
                  <a:srgbClr val="000000"/>
                </a:solidFill>
              </a:defRPr>
            </a:lvl1pPr>
          </a:lstStyle>
          <a:p>
            <a:r>
              <a:t>.</a:t>
            </a:r>
          </a:p>
        </p:txBody>
      </p:sp>
      <p:sp>
        <p:nvSpPr>
          <p:cNvPr id="3058" name="Text Placeholder 118"/>
          <p:cNvSpPr>
            <a:spLocks noGrp="1"/>
          </p:cNvSpPr>
          <p:nvPr>
            <p:ph type="body" sz="quarter" idx="49" hasCustomPrompt="1"/>
          </p:nvPr>
        </p:nvSpPr>
        <p:spPr>
          <a:xfrm>
            <a:off x="2397912" y="5577550"/>
            <a:ext cx="352564" cy="352564"/>
          </a:xfrm>
          <a:prstGeom prst="rect">
            <a:avLst/>
          </a:prstGeom>
          <a:solidFill>
            <a:srgbClr val="F2F2F2"/>
          </a:solidFill>
          <a:ln w="12700">
            <a:noFill/>
            <a:miter lim="400000"/>
          </a:ln>
        </p:spPr>
        <p:txBody>
          <a:bodyPr lIns="0" tIns="0" rIns="0" bIns="0"/>
          <a:lstStyle>
            <a:lvl1pPr algn="ctr" defTabSz="434340">
              <a:spcBef>
                <a:spcPts val="850"/>
              </a:spcBef>
              <a:defRPr sz="100"/>
            </a:lvl1pPr>
          </a:lstStyle>
          <a:p>
            <a:r>
              <a:t>.
Third level
Fourth level
Fifth level</a:t>
            </a:r>
          </a:p>
        </p:txBody>
      </p:sp>
      <p:sp>
        <p:nvSpPr>
          <p:cNvPr id="3059" name="Text Placeholder 115"/>
          <p:cNvSpPr>
            <a:spLocks noGrp="1"/>
          </p:cNvSpPr>
          <p:nvPr>
            <p:ph type="body" sz="quarter" idx="50" hasCustomPrompt="1"/>
          </p:nvPr>
        </p:nvSpPr>
        <p:spPr>
          <a:xfrm>
            <a:off x="2450188" y="5745152"/>
            <a:ext cx="248013" cy="18093"/>
          </a:xfrm>
          <a:prstGeom prst="rect">
            <a:avLst/>
          </a:prstGeom>
          <a:solidFill>
            <a:srgbClr val="808080"/>
          </a:solidFill>
          <a:ln w="12700">
            <a:noFill/>
            <a:miter lim="400000"/>
          </a:ln>
        </p:spPr>
        <p:txBody>
          <a:bodyPr lIns="0" tIns="0" rIns="0" bIns="0"/>
          <a:lstStyle>
            <a:lvl1pPr algn="r" defTabSz="457200">
              <a:spcBef>
                <a:spcPts val="900"/>
              </a:spcBef>
            </a:lvl1pPr>
          </a:lstStyle>
          <a:p>
            <a:r>
              <a:t>.</a:t>
            </a:r>
          </a:p>
        </p:txBody>
      </p:sp>
      <p:sp>
        <p:nvSpPr>
          <p:cNvPr id="3060" name="Text Placeholder 49"/>
          <p:cNvSpPr>
            <a:spLocks noGrp="1"/>
          </p:cNvSpPr>
          <p:nvPr>
            <p:ph type="body" sz="quarter" idx="51"/>
          </p:nvPr>
        </p:nvSpPr>
        <p:spPr>
          <a:xfrm>
            <a:off x="2789319" y="1179303"/>
            <a:ext cx="513453" cy="378453"/>
          </a:xfrm>
          <a:prstGeom prst="rect">
            <a:avLst/>
          </a:prstGeom>
          <a:solidFill>
            <a:srgbClr val="F2F2F2"/>
          </a:solidFill>
          <a:ln w="12700">
            <a:noFill/>
            <a:miter lim="400000"/>
          </a:ln>
        </p:spPr>
        <p:txBody>
          <a:bodyPr lIns="0" tIns="0" rIns="0" bIns="0" anchor="t"/>
          <a:lstStyle>
            <a:lvl1pPr defTabSz="457200">
              <a:spcBef>
                <a:spcPts val="900"/>
              </a:spcBef>
              <a:defRPr/>
            </a:lvl1pPr>
          </a:lstStyle>
          <a:p>
            <a:pPr defTabSz="914400">
              <a:spcBef>
                <a:spcPts val="1800"/>
              </a:spcBef>
            </a:pPr>
            <a:endParaRPr/>
          </a:p>
        </p:txBody>
      </p:sp>
      <p:sp>
        <p:nvSpPr>
          <p:cNvPr id="3061" name="Picture Placeholder 52"/>
          <p:cNvSpPr>
            <a:spLocks noGrp="1"/>
          </p:cNvSpPr>
          <p:nvPr>
            <p:ph type="pic" sz="quarter" idx="52"/>
          </p:nvPr>
        </p:nvSpPr>
        <p:spPr>
          <a:xfrm>
            <a:off x="2836418" y="1225728"/>
            <a:ext cx="182837" cy="183601"/>
          </a:xfrm>
          <a:prstGeom prst="rect">
            <a:avLst/>
          </a:prstGeom>
          <a:noFill/>
          <a:ln w="12700">
            <a:noFill/>
            <a:miter lim="400000"/>
          </a:ln>
        </p:spPr>
        <p:txBody>
          <a:bodyPr lIns="91439" tIns="45719" rIns="91439" bIns="45719" anchor="t">
            <a:noAutofit/>
          </a:bodyPr>
          <a:lstStyle/>
          <a:p>
            <a:endParaRPr/>
          </a:p>
        </p:txBody>
      </p:sp>
      <p:sp>
        <p:nvSpPr>
          <p:cNvPr id="3062" name="Picture Placeholder 52"/>
          <p:cNvSpPr>
            <a:spLocks noGrp="1"/>
          </p:cNvSpPr>
          <p:nvPr>
            <p:ph type="pic" sz="quarter" idx="53"/>
          </p:nvPr>
        </p:nvSpPr>
        <p:spPr>
          <a:xfrm>
            <a:off x="3073831" y="1225728"/>
            <a:ext cx="182837" cy="183601"/>
          </a:xfrm>
          <a:prstGeom prst="rect">
            <a:avLst/>
          </a:prstGeom>
          <a:noFill/>
          <a:ln w="12700">
            <a:noFill/>
            <a:miter lim="400000"/>
          </a:ln>
        </p:spPr>
        <p:txBody>
          <a:bodyPr lIns="91439" tIns="45719" rIns="91439" bIns="45719" anchor="t">
            <a:noAutofit/>
          </a:bodyPr>
          <a:lstStyle/>
          <a:p>
            <a:endParaRPr/>
          </a:p>
        </p:txBody>
      </p:sp>
      <p:sp>
        <p:nvSpPr>
          <p:cNvPr id="3063" name="Text Placeholder 57"/>
          <p:cNvSpPr>
            <a:spLocks noGrp="1"/>
          </p:cNvSpPr>
          <p:nvPr>
            <p:ph type="body" sz="quarter" idx="54" hasCustomPrompt="1"/>
          </p:nvPr>
        </p:nvSpPr>
        <p:spPr>
          <a:xfrm>
            <a:off x="2836418" y="1416653"/>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64" name="Text Placeholder 57"/>
          <p:cNvSpPr>
            <a:spLocks noGrp="1"/>
          </p:cNvSpPr>
          <p:nvPr>
            <p:ph type="body" sz="quarter" idx="55" hasCustomPrompt="1"/>
          </p:nvPr>
        </p:nvSpPr>
        <p:spPr>
          <a:xfrm>
            <a:off x="3074788" y="1416653"/>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65" name="Text Placeholder 61"/>
          <p:cNvSpPr>
            <a:spLocks noGrp="1"/>
          </p:cNvSpPr>
          <p:nvPr>
            <p:ph type="body" sz="quarter" idx="56"/>
          </p:nvPr>
        </p:nvSpPr>
        <p:spPr>
          <a:xfrm>
            <a:off x="2624167" y="525219"/>
            <a:ext cx="843756" cy="577851"/>
          </a:xfrm>
          <a:prstGeom prst="rect">
            <a:avLst/>
          </a:prstGeom>
          <a:noFill/>
          <a:ln w="12700">
            <a:noFill/>
            <a:miter lim="400000"/>
          </a:ln>
        </p:spPr>
        <p:txBody>
          <a:bodyPr lIns="0" tIns="0" rIns="0" bIns="0" anchor="t"/>
          <a:lstStyle>
            <a:lvl1pPr algn="ctr" defTabSz="457200">
              <a:defRPr sz="2400">
                <a:solidFill>
                  <a:srgbClr val="000000"/>
                </a:solidFill>
              </a:defRPr>
            </a:lvl1pPr>
          </a:lstStyle>
          <a:p>
            <a:pPr algn="ctr" defTabSz="914400">
              <a:defRPr sz="2400">
                <a:solidFill>
                  <a:srgbClr val="000000"/>
                </a:solidFill>
              </a:defRPr>
            </a:pPr>
            <a:endParaRPr/>
          </a:p>
        </p:txBody>
      </p:sp>
      <p:sp>
        <p:nvSpPr>
          <p:cNvPr id="3066" name="Text Placeholder 49"/>
          <p:cNvSpPr>
            <a:spLocks noGrp="1"/>
          </p:cNvSpPr>
          <p:nvPr>
            <p:ph type="body" sz="quarter" idx="57"/>
          </p:nvPr>
        </p:nvSpPr>
        <p:spPr>
          <a:xfrm>
            <a:off x="1716589" y="1179303"/>
            <a:ext cx="751054" cy="378453"/>
          </a:xfrm>
          <a:prstGeom prst="rect">
            <a:avLst/>
          </a:prstGeom>
          <a:solidFill>
            <a:srgbClr val="F2F2F2"/>
          </a:solidFill>
          <a:ln w="12700">
            <a:noFill/>
            <a:miter lim="400000"/>
          </a:ln>
        </p:spPr>
        <p:txBody>
          <a:bodyPr lIns="0" tIns="0" rIns="0" bIns="0" anchor="t"/>
          <a:lstStyle>
            <a:lvl1pPr defTabSz="457200">
              <a:spcBef>
                <a:spcPts val="900"/>
              </a:spcBef>
              <a:defRPr/>
            </a:lvl1pPr>
          </a:lstStyle>
          <a:p>
            <a:pPr defTabSz="914400">
              <a:spcBef>
                <a:spcPts val="1800"/>
              </a:spcBef>
            </a:pPr>
            <a:endParaRPr/>
          </a:p>
        </p:txBody>
      </p:sp>
      <p:sp>
        <p:nvSpPr>
          <p:cNvPr id="3067" name="Picture Placeholder 52"/>
          <p:cNvSpPr>
            <a:spLocks noGrp="1"/>
          </p:cNvSpPr>
          <p:nvPr>
            <p:ph type="pic" sz="quarter" idx="58"/>
          </p:nvPr>
        </p:nvSpPr>
        <p:spPr>
          <a:xfrm>
            <a:off x="2000697" y="1225728"/>
            <a:ext cx="182837" cy="183601"/>
          </a:xfrm>
          <a:prstGeom prst="rect">
            <a:avLst/>
          </a:prstGeom>
          <a:noFill/>
          <a:ln w="12700">
            <a:noFill/>
            <a:miter lim="400000"/>
          </a:ln>
        </p:spPr>
        <p:txBody>
          <a:bodyPr lIns="91439" tIns="45719" rIns="91439" bIns="45719" anchor="t">
            <a:noAutofit/>
          </a:bodyPr>
          <a:lstStyle/>
          <a:p>
            <a:endParaRPr/>
          </a:p>
        </p:txBody>
      </p:sp>
      <p:sp>
        <p:nvSpPr>
          <p:cNvPr id="3068" name="Picture Placeholder 52"/>
          <p:cNvSpPr>
            <a:spLocks noGrp="1"/>
          </p:cNvSpPr>
          <p:nvPr>
            <p:ph type="pic" sz="quarter" idx="59"/>
          </p:nvPr>
        </p:nvSpPr>
        <p:spPr>
          <a:xfrm>
            <a:off x="2238111" y="1225728"/>
            <a:ext cx="182837" cy="183601"/>
          </a:xfrm>
          <a:prstGeom prst="rect">
            <a:avLst/>
          </a:prstGeom>
          <a:noFill/>
          <a:ln w="12700">
            <a:noFill/>
            <a:miter lim="400000"/>
          </a:ln>
        </p:spPr>
        <p:txBody>
          <a:bodyPr lIns="91439" tIns="45719" rIns="91439" bIns="45719" anchor="t">
            <a:noAutofit/>
          </a:bodyPr>
          <a:lstStyle/>
          <a:p>
            <a:endParaRPr/>
          </a:p>
        </p:txBody>
      </p:sp>
      <p:sp>
        <p:nvSpPr>
          <p:cNvPr id="3069" name="Text Placeholder 57"/>
          <p:cNvSpPr>
            <a:spLocks noGrp="1"/>
          </p:cNvSpPr>
          <p:nvPr>
            <p:ph type="body" sz="quarter" idx="60" hasCustomPrompt="1"/>
          </p:nvPr>
        </p:nvSpPr>
        <p:spPr>
          <a:xfrm>
            <a:off x="2000697" y="1416653"/>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70" name="Text Placeholder 57"/>
          <p:cNvSpPr>
            <a:spLocks noGrp="1"/>
          </p:cNvSpPr>
          <p:nvPr>
            <p:ph type="body" sz="quarter" idx="61" hasCustomPrompt="1"/>
          </p:nvPr>
        </p:nvSpPr>
        <p:spPr>
          <a:xfrm>
            <a:off x="2239067" y="1416653"/>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71" name="Text Placeholder 61"/>
          <p:cNvSpPr>
            <a:spLocks noGrp="1"/>
          </p:cNvSpPr>
          <p:nvPr>
            <p:ph type="body" sz="quarter" idx="62"/>
          </p:nvPr>
        </p:nvSpPr>
        <p:spPr>
          <a:xfrm>
            <a:off x="1670237" y="525219"/>
            <a:ext cx="843756" cy="577851"/>
          </a:xfrm>
          <a:prstGeom prst="rect">
            <a:avLst/>
          </a:prstGeom>
          <a:noFill/>
          <a:ln w="12700">
            <a:noFill/>
            <a:miter lim="400000"/>
          </a:ln>
        </p:spPr>
        <p:txBody>
          <a:bodyPr lIns="0" tIns="0" rIns="0" bIns="0" anchor="t"/>
          <a:lstStyle>
            <a:lvl1pPr algn="ctr" defTabSz="457200">
              <a:defRPr sz="2400">
                <a:solidFill>
                  <a:srgbClr val="000000"/>
                </a:solidFill>
              </a:defRPr>
            </a:lvl1pPr>
          </a:lstStyle>
          <a:p>
            <a:pPr algn="ctr" defTabSz="914400">
              <a:defRPr sz="2400">
                <a:solidFill>
                  <a:srgbClr val="000000"/>
                </a:solidFill>
              </a:defRPr>
            </a:pPr>
            <a:endParaRPr/>
          </a:p>
        </p:txBody>
      </p:sp>
      <p:sp>
        <p:nvSpPr>
          <p:cNvPr id="3072" name="Picture Placeholder 52"/>
          <p:cNvSpPr>
            <a:spLocks noGrp="1"/>
          </p:cNvSpPr>
          <p:nvPr>
            <p:ph type="pic" sz="quarter" idx="63"/>
          </p:nvPr>
        </p:nvSpPr>
        <p:spPr>
          <a:xfrm>
            <a:off x="1763990" y="1225728"/>
            <a:ext cx="182837" cy="183601"/>
          </a:xfrm>
          <a:prstGeom prst="rect">
            <a:avLst/>
          </a:prstGeom>
          <a:noFill/>
          <a:ln w="12700">
            <a:noFill/>
            <a:miter lim="400000"/>
          </a:ln>
        </p:spPr>
        <p:txBody>
          <a:bodyPr lIns="91439" tIns="45719" rIns="91439" bIns="45719" anchor="t">
            <a:noAutofit/>
          </a:bodyPr>
          <a:lstStyle/>
          <a:p>
            <a:endParaRPr/>
          </a:p>
        </p:txBody>
      </p:sp>
      <p:sp>
        <p:nvSpPr>
          <p:cNvPr id="3073" name="Text Placeholder 57"/>
          <p:cNvSpPr>
            <a:spLocks noGrp="1"/>
          </p:cNvSpPr>
          <p:nvPr>
            <p:ph type="body" sz="quarter" idx="64" hasCustomPrompt="1"/>
          </p:nvPr>
        </p:nvSpPr>
        <p:spPr>
          <a:xfrm>
            <a:off x="1763990" y="1416653"/>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74" name="Text Placeholder 49"/>
          <p:cNvSpPr>
            <a:spLocks noGrp="1"/>
          </p:cNvSpPr>
          <p:nvPr>
            <p:ph type="body" sz="quarter" idx="65"/>
          </p:nvPr>
        </p:nvSpPr>
        <p:spPr>
          <a:xfrm>
            <a:off x="667186" y="1196701"/>
            <a:ext cx="716258" cy="700057"/>
          </a:xfrm>
          <a:prstGeom prst="rect">
            <a:avLst/>
          </a:prstGeom>
          <a:solidFill>
            <a:srgbClr val="F2F2F2"/>
          </a:solidFill>
          <a:ln w="12700">
            <a:noFill/>
            <a:miter lim="400000"/>
          </a:ln>
        </p:spPr>
        <p:txBody>
          <a:bodyPr lIns="0" tIns="0" rIns="0" bIns="0" anchor="t"/>
          <a:lstStyle>
            <a:lvl1pPr defTabSz="457200">
              <a:spcBef>
                <a:spcPts val="900"/>
              </a:spcBef>
              <a:defRPr/>
            </a:lvl1pPr>
          </a:lstStyle>
          <a:p>
            <a:pPr defTabSz="914400">
              <a:spcBef>
                <a:spcPts val="1800"/>
              </a:spcBef>
            </a:pPr>
            <a:endParaRPr/>
          </a:p>
        </p:txBody>
      </p:sp>
      <p:sp>
        <p:nvSpPr>
          <p:cNvPr id="3075" name="Picture Placeholder 52"/>
          <p:cNvSpPr>
            <a:spLocks noGrp="1"/>
          </p:cNvSpPr>
          <p:nvPr>
            <p:ph type="pic" sz="quarter" idx="66"/>
          </p:nvPr>
        </p:nvSpPr>
        <p:spPr>
          <a:xfrm>
            <a:off x="933897" y="1225728"/>
            <a:ext cx="182837" cy="183601"/>
          </a:xfrm>
          <a:prstGeom prst="rect">
            <a:avLst/>
          </a:prstGeom>
          <a:noFill/>
          <a:ln w="12700">
            <a:noFill/>
            <a:miter lim="400000"/>
          </a:ln>
        </p:spPr>
        <p:txBody>
          <a:bodyPr lIns="91439" tIns="45719" rIns="91439" bIns="45719" anchor="t">
            <a:noAutofit/>
          </a:bodyPr>
          <a:lstStyle/>
          <a:p>
            <a:endParaRPr/>
          </a:p>
        </p:txBody>
      </p:sp>
      <p:sp>
        <p:nvSpPr>
          <p:cNvPr id="3076" name="Picture Placeholder 52"/>
          <p:cNvSpPr>
            <a:spLocks noGrp="1"/>
          </p:cNvSpPr>
          <p:nvPr>
            <p:ph type="pic" sz="quarter" idx="67"/>
          </p:nvPr>
        </p:nvSpPr>
        <p:spPr>
          <a:xfrm>
            <a:off x="1171311" y="1225728"/>
            <a:ext cx="182837" cy="183601"/>
          </a:xfrm>
          <a:prstGeom prst="rect">
            <a:avLst/>
          </a:prstGeom>
          <a:noFill/>
          <a:ln w="12700">
            <a:noFill/>
            <a:miter lim="400000"/>
          </a:ln>
        </p:spPr>
        <p:txBody>
          <a:bodyPr lIns="91439" tIns="45719" rIns="91439" bIns="45719" anchor="t">
            <a:noAutofit/>
          </a:bodyPr>
          <a:lstStyle/>
          <a:p>
            <a:endParaRPr/>
          </a:p>
        </p:txBody>
      </p:sp>
      <p:sp>
        <p:nvSpPr>
          <p:cNvPr id="3077" name="Text Placeholder 57"/>
          <p:cNvSpPr>
            <a:spLocks noGrp="1"/>
          </p:cNvSpPr>
          <p:nvPr>
            <p:ph type="body" sz="quarter" idx="68" hasCustomPrompt="1"/>
          </p:nvPr>
        </p:nvSpPr>
        <p:spPr>
          <a:xfrm>
            <a:off x="933897" y="1416653"/>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78" name="Text Placeholder 57"/>
          <p:cNvSpPr>
            <a:spLocks noGrp="1"/>
          </p:cNvSpPr>
          <p:nvPr>
            <p:ph type="body" sz="quarter" idx="69" hasCustomPrompt="1"/>
          </p:nvPr>
        </p:nvSpPr>
        <p:spPr>
          <a:xfrm>
            <a:off x="1172267" y="1416653"/>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79" name="Text Placeholder 61"/>
          <p:cNvSpPr>
            <a:spLocks noGrp="1"/>
          </p:cNvSpPr>
          <p:nvPr>
            <p:ph type="body" sz="quarter" idx="70"/>
          </p:nvPr>
        </p:nvSpPr>
        <p:spPr>
          <a:xfrm>
            <a:off x="603437" y="525219"/>
            <a:ext cx="843756" cy="577851"/>
          </a:xfrm>
          <a:prstGeom prst="rect">
            <a:avLst/>
          </a:prstGeom>
          <a:noFill/>
          <a:ln w="12700">
            <a:noFill/>
            <a:miter lim="400000"/>
          </a:ln>
        </p:spPr>
        <p:txBody>
          <a:bodyPr lIns="0" tIns="0" rIns="0" bIns="0" anchor="t"/>
          <a:lstStyle>
            <a:lvl1pPr algn="ctr" defTabSz="457200">
              <a:defRPr sz="2400">
                <a:solidFill>
                  <a:srgbClr val="000000"/>
                </a:solidFill>
              </a:defRPr>
            </a:lvl1pPr>
          </a:lstStyle>
          <a:p>
            <a:pPr algn="ctr" defTabSz="914400">
              <a:defRPr sz="2400">
                <a:solidFill>
                  <a:srgbClr val="000000"/>
                </a:solidFill>
              </a:defRPr>
            </a:pPr>
            <a:endParaRPr/>
          </a:p>
        </p:txBody>
      </p:sp>
      <p:sp>
        <p:nvSpPr>
          <p:cNvPr id="3080" name="Picture Placeholder 52"/>
          <p:cNvSpPr>
            <a:spLocks noGrp="1"/>
          </p:cNvSpPr>
          <p:nvPr>
            <p:ph type="pic" sz="quarter" idx="71"/>
          </p:nvPr>
        </p:nvSpPr>
        <p:spPr>
          <a:xfrm>
            <a:off x="697191" y="1225728"/>
            <a:ext cx="182837" cy="183601"/>
          </a:xfrm>
          <a:prstGeom prst="rect">
            <a:avLst/>
          </a:prstGeom>
          <a:noFill/>
          <a:ln w="12700">
            <a:noFill/>
            <a:miter lim="400000"/>
          </a:ln>
        </p:spPr>
        <p:txBody>
          <a:bodyPr lIns="91439" tIns="45719" rIns="91439" bIns="45719" anchor="t">
            <a:noAutofit/>
          </a:bodyPr>
          <a:lstStyle/>
          <a:p>
            <a:endParaRPr/>
          </a:p>
        </p:txBody>
      </p:sp>
      <p:sp>
        <p:nvSpPr>
          <p:cNvPr id="3081" name="Text Placeholder 57"/>
          <p:cNvSpPr>
            <a:spLocks noGrp="1"/>
          </p:cNvSpPr>
          <p:nvPr>
            <p:ph type="body" sz="quarter" idx="72" hasCustomPrompt="1"/>
          </p:nvPr>
        </p:nvSpPr>
        <p:spPr>
          <a:xfrm>
            <a:off x="697191" y="1416653"/>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82" name="Picture Placeholder 52"/>
          <p:cNvSpPr>
            <a:spLocks noGrp="1"/>
          </p:cNvSpPr>
          <p:nvPr>
            <p:ph type="pic" sz="quarter" idx="73"/>
          </p:nvPr>
        </p:nvSpPr>
        <p:spPr>
          <a:xfrm>
            <a:off x="933897" y="1576194"/>
            <a:ext cx="182837" cy="183601"/>
          </a:xfrm>
          <a:prstGeom prst="rect">
            <a:avLst/>
          </a:prstGeom>
          <a:noFill/>
          <a:ln w="12700">
            <a:noFill/>
            <a:miter lim="400000"/>
          </a:ln>
        </p:spPr>
        <p:txBody>
          <a:bodyPr lIns="91439" tIns="45719" rIns="91439" bIns="45719" anchor="t">
            <a:noAutofit/>
          </a:bodyPr>
          <a:lstStyle/>
          <a:p>
            <a:endParaRPr/>
          </a:p>
        </p:txBody>
      </p:sp>
      <p:sp>
        <p:nvSpPr>
          <p:cNvPr id="3083" name="Picture Placeholder 52"/>
          <p:cNvSpPr>
            <a:spLocks noGrp="1"/>
          </p:cNvSpPr>
          <p:nvPr>
            <p:ph type="pic" sz="quarter" idx="74"/>
          </p:nvPr>
        </p:nvSpPr>
        <p:spPr>
          <a:xfrm>
            <a:off x="1171311" y="1576194"/>
            <a:ext cx="182837" cy="183601"/>
          </a:xfrm>
          <a:prstGeom prst="rect">
            <a:avLst/>
          </a:prstGeom>
          <a:noFill/>
          <a:ln w="12700">
            <a:noFill/>
            <a:miter lim="400000"/>
          </a:ln>
        </p:spPr>
        <p:txBody>
          <a:bodyPr lIns="91439" tIns="45719" rIns="91439" bIns="45719" anchor="t">
            <a:noAutofit/>
          </a:bodyPr>
          <a:lstStyle/>
          <a:p>
            <a:endParaRPr/>
          </a:p>
        </p:txBody>
      </p:sp>
      <p:sp>
        <p:nvSpPr>
          <p:cNvPr id="3084" name="Text Placeholder 57"/>
          <p:cNvSpPr>
            <a:spLocks noGrp="1"/>
          </p:cNvSpPr>
          <p:nvPr>
            <p:ph type="body" sz="quarter" idx="75" hasCustomPrompt="1"/>
          </p:nvPr>
        </p:nvSpPr>
        <p:spPr>
          <a:xfrm>
            <a:off x="933897" y="1767119"/>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85" name="Text Placeholder 57"/>
          <p:cNvSpPr>
            <a:spLocks noGrp="1"/>
          </p:cNvSpPr>
          <p:nvPr>
            <p:ph type="body" sz="quarter" idx="76" hasCustomPrompt="1"/>
          </p:nvPr>
        </p:nvSpPr>
        <p:spPr>
          <a:xfrm>
            <a:off x="1172267" y="1767119"/>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
        <p:nvSpPr>
          <p:cNvPr id="3086" name="Picture Placeholder 52"/>
          <p:cNvSpPr>
            <a:spLocks noGrp="1"/>
          </p:cNvSpPr>
          <p:nvPr>
            <p:ph type="pic" sz="quarter" idx="77"/>
          </p:nvPr>
        </p:nvSpPr>
        <p:spPr>
          <a:xfrm>
            <a:off x="697191" y="1576194"/>
            <a:ext cx="182837" cy="183601"/>
          </a:xfrm>
          <a:prstGeom prst="rect">
            <a:avLst/>
          </a:prstGeom>
          <a:noFill/>
          <a:ln w="12700">
            <a:noFill/>
            <a:miter lim="400000"/>
          </a:ln>
        </p:spPr>
        <p:txBody>
          <a:bodyPr lIns="91439" tIns="45719" rIns="91439" bIns="45719" anchor="t">
            <a:noAutofit/>
          </a:bodyPr>
          <a:lstStyle/>
          <a:p>
            <a:endParaRPr/>
          </a:p>
        </p:txBody>
      </p:sp>
      <p:sp>
        <p:nvSpPr>
          <p:cNvPr id="3087" name="Text Placeholder 57"/>
          <p:cNvSpPr>
            <a:spLocks noGrp="1"/>
          </p:cNvSpPr>
          <p:nvPr>
            <p:ph type="body" sz="quarter" idx="78" hasCustomPrompt="1"/>
          </p:nvPr>
        </p:nvSpPr>
        <p:spPr>
          <a:xfrm>
            <a:off x="697191" y="1767119"/>
            <a:ext cx="182837" cy="112957"/>
          </a:xfrm>
          <a:prstGeom prst="rect">
            <a:avLst/>
          </a:prstGeom>
          <a:noFill/>
          <a:ln w="12700">
            <a:noFill/>
            <a:miter lim="400000"/>
          </a:ln>
        </p:spPr>
        <p:txBody>
          <a:bodyPr lIns="0" tIns="0" rIns="0" bIns="0" anchor="t"/>
          <a:lstStyle>
            <a:lvl1pPr algn="ctr" defTabSz="457200">
              <a:spcBef>
                <a:spcPts val="900"/>
              </a:spcBef>
              <a:defRPr sz="700" b="1" spc="-50">
                <a:solidFill>
                  <a:srgbClr val="000000"/>
                </a:solidFill>
              </a:defRPr>
            </a:lvl1pPr>
          </a:lstStyle>
          <a:p>
            <a:r>
              <a:t>XX</a:t>
            </a:r>
          </a:p>
        </p:txBody>
      </p:sp>
    </p:spTree>
    <p:extLst>
      <p:ext uri="{BB962C8B-B14F-4D97-AF65-F5344CB8AC3E}">
        <p14:creationId xmlns:p14="http://schemas.microsoft.com/office/powerpoint/2010/main" val="2992871480"/>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tx">
  <p:cSld name="1_Title only">
    <p:bg>
      <p:bgPr>
        <a:solidFill>
          <a:srgbClr val="FFFFFF"/>
        </a:solidFill>
        <a:effectLst/>
      </p:bgPr>
    </p:bg>
    <p:spTree>
      <p:nvGrpSpPr>
        <p:cNvPr id="1" name=""/>
        <p:cNvGrpSpPr/>
        <p:nvPr/>
      </p:nvGrpSpPr>
      <p:grpSpPr>
        <a:xfrm>
          <a:off x="0" y="0"/>
          <a:ext cx="0" cy="0"/>
          <a:chOff x="0" y="0"/>
          <a:chExt cx="0" cy="0"/>
        </a:xfrm>
      </p:grpSpPr>
      <p:pic>
        <p:nvPicPr>
          <p:cNvPr id="3094"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3095"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3096" name="Slide Number"/>
          <p:cNvSpPr txBox="1">
            <a:spLocks noGrp="1"/>
          </p:cNvSpPr>
          <p:nvPr>
            <p:ph type="sldNum" sz="quarter" idx="2"/>
          </p:nvPr>
        </p:nvSpPr>
        <p:spPr>
          <a:xfrm>
            <a:off x="11664364" y="6448839"/>
            <a:ext cx="150682" cy="153888"/>
          </a:xfrm>
          <a:prstGeom prst="rect">
            <a:avLst/>
          </a:prstGeom>
        </p:spPr>
        <p:txBody>
          <a:bodyPr/>
          <a:lstStyle>
            <a:lvl1pPr>
              <a:defRPr>
                <a:solidFill>
                  <a:srgbClr val="808080"/>
                </a:solidFill>
                <a:latin typeface="Avenir Roman"/>
                <a:ea typeface="Avenir Roman"/>
                <a:cs typeface="Avenir Roman"/>
                <a:sym typeface="Avenir Roman"/>
              </a:defRPr>
            </a:lvl1pPr>
          </a:lstStyle>
          <a:p>
            <a:fld id="{86CB4B4D-7CA3-9044-876B-883B54F8677D}" type="slidenum">
              <a:t>‹#›</a:t>
            </a:fld>
            <a:endParaRPr/>
          </a:p>
        </p:txBody>
      </p:sp>
      <p:sp>
        <p:nvSpPr>
          <p:cNvPr id="3097" name="Body Level One…"/>
          <p:cNvSpPr txBox="1">
            <a:spLocks noGrp="1"/>
          </p:cNvSpPr>
          <p:nvPr>
            <p:ph type="body" sz="quarter" idx="1"/>
          </p:nvPr>
        </p:nvSpPr>
        <p:spPr>
          <a:xfrm>
            <a:off x="9284713" y="6314725"/>
            <a:ext cx="2087355" cy="288001"/>
          </a:xfrm>
          <a:prstGeom prst="rect">
            <a:avLst/>
          </a:prstGeom>
          <a:noFill/>
          <a:ln w="12700">
            <a:noFill/>
            <a:miter lim="400000"/>
          </a:ln>
        </p:spPr>
        <p:txBody>
          <a:bodyPr lIns="0" tIns="0" rIns="0" bIns="0" anchor="b"/>
          <a:lstStyle>
            <a:lvl1pPr marL="114300" algn="r" defTabSz="457200">
              <a:defRPr sz="1000">
                <a:solidFill>
                  <a:srgbClr val="808080"/>
                </a:solidFill>
                <a:latin typeface="Avenir Roman"/>
                <a:ea typeface="Avenir Roman"/>
                <a:cs typeface="Avenir Roman"/>
                <a:sym typeface="Avenir Roman"/>
              </a:defRPr>
            </a:lvl1pPr>
            <a:lvl2pPr marL="114300" indent="228600" algn="r" defTabSz="457200">
              <a:buSzTx/>
              <a:buNone/>
              <a:defRPr sz="1000">
                <a:solidFill>
                  <a:srgbClr val="808080"/>
                </a:solidFill>
                <a:latin typeface="Avenir Roman"/>
                <a:ea typeface="Avenir Roman"/>
                <a:cs typeface="Avenir Roman"/>
                <a:sym typeface="Avenir Roman"/>
              </a:defRPr>
            </a:lvl2pPr>
            <a:lvl3pPr marL="114300" indent="457200" algn="r" defTabSz="457200">
              <a:buSzTx/>
              <a:buNone/>
              <a:defRPr sz="1000">
                <a:solidFill>
                  <a:srgbClr val="808080"/>
                </a:solidFill>
                <a:latin typeface="Avenir Roman"/>
                <a:ea typeface="Avenir Roman"/>
                <a:cs typeface="Avenir Roman"/>
                <a:sym typeface="Avenir Roman"/>
              </a:defRPr>
            </a:lvl3pPr>
            <a:lvl4pPr marL="114300" indent="685800" algn="r" defTabSz="457200">
              <a:buSzTx/>
              <a:buNone/>
              <a:defRPr sz="1000">
                <a:solidFill>
                  <a:srgbClr val="808080"/>
                </a:solidFill>
                <a:latin typeface="Avenir Roman"/>
                <a:ea typeface="Avenir Roman"/>
                <a:cs typeface="Avenir Roman"/>
                <a:sym typeface="Avenir Roman"/>
              </a:defRPr>
            </a:lvl4pPr>
            <a:lvl5pPr marL="114300" indent="914400" algn="r" defTabSz="457200">
              <a:buSzTx/>
              <a:buNone/>
              <a:defRPr sz="1000">
                <a:solidFill>
                  <a:srgbClr val="808080"/>
                </a:solidFill>
                <a:latin typeface="Avenir Roman"/>
                <a:ea typeface="Avenir Roman"/>
                <a:cs typeface="Avenir Roman"/>
                <a:sym typeface="Avenir Roman"/>
              </a:defRPr>
            </a:lvl5pPr>
          </a:lstStyle>
          <a:p>
            <a:r>
              <a:t>Body Level One</a:t>
            </a:r>
          </a:p>
          <a:p>
            <a:pPr lvl="1"/>
            <a:r>
              <a:t>Body Level Two</a:t>
            </a:r>
          </a:p>
          <a:p>
            <a:pPr lvl="2"/>
            <a:r>
              <a:t>Body Level Three</a:t>
            </a:r>
          </a:p>
          <a:p>
            <a:pPr lvl="3"/>
            <a:r>
              <a:t>Body Level Four</a:t>
            </a:r>
          </a:p>
          <a:p>
            <a:pPr lvl="4"/>
            <a:r>
              <a:t>Body Level Five</a:t>
            </a:r>
          </a:p>
        </p:txBody>
      </p:sp>
      <p:sp>
        <p:nvSpPr>
          <p:cNvPr id="3098" name="Google Shape;500;p113"/>
          <p:cNvSpPr txBox="1">
            <a:spLocks noGrp="1"/>
          </p:cNvSpPr>
          <p:nvPr>
            <p:ph type="body" sz="quarter" idx="21"/>
          </p:nvPr>
        </p:nvSpPr>
        <p:spPr>
          <a:xfrm>
            <a:off x="406400" y="5972373"/>
            <a:ext cx="5689600" cy="295350"/>
          </a:xfrm>
          <a:prstGeom prst="rect">
            <a:avLst/>
          </a:prstGeom>
          <a:noFill/>
          <a:ln w="12700">
            <a:noFill/>
            <a:miter lim="400000"/>
          </a:ln>
        </p:spPr>
        <p:txBody>
          <a:bodyPr lIns="0" tIns="0" rIns="0" bIns="0" anchor="b"/>
          <a:lstStyle>
            <a:lvl1pPr marL="228600" indent="-165100" defTabSz="457200">
              <a:buClr>
                <a:srgbClr val="CFCFCF"/>
              </a:buClr>
              <a:buSzPts val="1600"/>
              <a:buFont typeface="Helvetica"/>
              <a:buChar char="•"/>
              <a:defRPr sz="1600">
                <a:solidFill>
                  <a:srgbClr val="CFCFCF"/>
                </a:solidFill>
                <a:latin typeface="Avenir Roman"/>
                <a:sym typeface="Avenir Roman"/>
              </a:defRPr>
            </a:lvl1pPr>
          </a:lstStyle>
          <a:p>
            <a:pPr marL="457200" indent="-330200" defTabSz="914400">
              <a:buClr>
                <a:srgbClr val="CFCFCF"/>
              </a:buClr>
              <a:buSzPts val="1600"/>
              <a:buFont typeface="Helvetica"/>
              <a:buChar char="•"/>
              <a:defRPr sz="1600">
                <a:solidFill>
                  <a:srgbClr val="CFCFCF"/>
                </a:solidFill>
                <a:latin typeface="Avenir Roman"/>
                <a:ea typeface="Avenir Roman"/>
                <a:cs typeface="Avenir Roman"/>
                <a:sym typeface="Avenir Roman"/>
              </a:defRPr>
            </a:pPr>
            <a:endParaRPr/>
          </a:p>
        </p:txBody>
      </p:sp>
      <p:sp>
        <p:nvSpPr>
          <p:cNvPr id="3099" name="Google Shape;501;p113"/>
          <p:cNvSpPr txBox="1">
            <a:spLocks noGrp="1"/>
          </p:cNvSpPr>
          <p:nvPr>
            <p:ph type="body" sz="quarter" idx="22"/>
          </p:nvPr>
        </p:nvSpPr>
        <p:spPr>
          <a:xfrm>
            <a:off x="380085" y="855222"/>
            <a:ext cx="11407727" cy="222251"/>
          </a:xfrm>
          <a:prstGeom prst="rect">
            <a:avLst/>
          </a:prstGeom>
          <a:noFill/>
          <a:ln w="12700">
            <a:noFill/>
            <a:miter lim="400000"/>
          </a:ln>
        </p:spPr>
        <p:txBody>
          <a:bodyPr lIns="0" tIns="0" rIns="0" bIns="0" anchor="t"/>
          <a:lstStyle>
            <a:lvl1pPr marL="114300" defTabSz="457200">
              <a:defRPr sz="4000">
                <a:solidFill>
                  <a:srgbClr val="7F7F7F"/>
                </a:solidFill>
              </a:defRPr>
            </a:lvl1pPr>
          </a:lstStyle>
          <a:p>
            <a:pPr marL="228600" defTabSz="914400">
              <a:defRPr sz="4000">
                <a:solidFill>
                  <a:srgbClr val="7F7F7F"/>
                </a:solidFill>
              </a:defRPr>
            </a:pPr>
            <a:endParaRPr/>
          </a:p>
        </p:txBody>
      </p:sp>
    </p:spTree>
    <p:extLst>
      <p:ext uri="{BB962C8B-B14F-4D97-AF65-F5344CB8AC3E}">
        <p14:creationId xmlns:p14="http://schemas.microsoft.com/office/powerpoint/2010/main" val="757408359"/>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tx">
  <p:cSld name="1_Titles and Content A">
    <p:bg>
      <p:bgPr>
        <a:solidFill>
          <a:srgbClr val="FFFFFF"/>
        </a:solidFill>
        <a:effectLst/>
      </p:bgPr>
    </p:bg>
    <p:spTree>
      <p:nvGrpSpPr>
        <p:cNvPr id="1" name=""/>
        <p:cNvGrpSpPr/>
        <p:nvPr/>
      </p:nvGrpSpPr>
      <p:grpSpPr>
        <a:xfrm>
          <a:off x="0" y="0"/>
          <a:ext cx="0" cy="0"/>
          <a:chOff x="0" y="0"/>
          <a:chExt cx="0" cy="0"/>
        </a:xfrm>
      </p:grpSpPr>
      <p:pic>
        <p:nvPicPr>
          <p:cNvPr id="3106" name="Picture 7" descr="Picture 7"/>
          <p:cNvPicPr>
            <a:picLocks noChangeAspect="1"/>
          </p:cNvPicPr>
          <p:nvPr/>
        </p:nvPicPr>
        <p:blipFill>
          <a:blip r:embed="rId2"/>
          <a:stretch>
            <a:fillRect/>
          </a:stretch>
        </p:blipFill>
        <p:spPr>
          <a:xfrm>
            <a:off x="406450" y="6399000"/>
            <a:ext cx="1057001" cy="205451"/>
          </a:xfrm>
          <a:prstGeom prst="rect">
            <a:avLst/>
          </a:prstGeom>
          <a:ln w="12700">
            <a:miter lim="400000"/>
          </a:ln>
        </p:spPr>
      </p:pic>
      <p:sp>
        <p:nvSpPr>
          <p:cNvPr id="3107" name="Title Text"/>
          <p:cNvSpPr txBox="1">
            <a:spLocks noGrp="1"/>
          </p:cNvSpPr>
          <p:nvPr>
            <p:ph type="title"/>
          </p:nvPr>
        </p:nvSpPr>
        <p:spPr>
          <a:prstGeom prst="rect">
            <a:avLst/>
          </a:prstGeom>
        </p:spPr>
        <p:txBody>
          <a:bodyPr/>
          <a:lstStyle>
            <a:lvl1pPr>
              <a:defRPr>
                <a:solidFill>
                  <a:srgbClr val="000000"/>
                </a:solidFill>
              </a:defRPr>
            </a:lvl1pPr>
          </a:lstStyle>
          <a:p>
            <a:r>
              <a:t>Title Text</a:t>
            </a:r>
          </a:p>
        </p:txBody>
      </p:sp>
      <p:sp>
        <p:nvSpPr>
          <p:cNvPr id="3108" name="Slide Number"/>
          <p:cNvSpPr txBox="1">
            <a:spLocks noGrp="1"/>
          </p:cNvSpPr>
          <p:nvPr>
            <p:ph type="sldNum" sz="quarter" idx="2"/>
          </p:nvPr>
        </p:nvSpPr>
        <p:spPr>
          <a:xfrm>
            <a:off x="11664364" y="6448839"/>
            <a:ext cx="150682" cy="153888"/>
          </a:xfrm>
          <a:prstGeom prst="rect">
            <a:avLst/>
          </a:prstGeom>
        </p:spPr>
        <p:txBody>
          <a:bodyPr/>
          <a:lstStyle>
            <a:lvl1pPr>
              <a:defRPr>
                <a:solidFill>
                  <a:srgbClr val="808080"/>
                </a:solidFill>
                <a:latin typeface="Avenir Roman"/>
                <a:ea typeface="Avenir Roman"/>
                <a:cs typeface="Avenir Roman"/>
                <a:sym typeface="Avenir Roman"/>
              </a:defRPr>
            </a:lvl1pPr>
          </a:lstStyle>
          <a:p>
            <a:fld id="{86CB4B4D-7CA3-9044-876B-883B54F8677D}" type="slidenum">
              <a:t>‹#›</a:t>
            </a:fld>
            <a:endParaRPr/>
          </a:p>
        </p:txBody>
      </p:sp>
      <p:sp>
        <p:nvSpPr>
          <p:cNvPr id="3109" name="Body Level One…"/>
          <p:cNvSpPr txBox="1">
            <a:spLocks noGrp="1"/>
          </p:cNvSpPr>
          <p:nvPr>
            <p:ph type="body" idx="1"/>
          </p:nvPr>
        </p:nvSpPr>
        <p:spPr>
          <a:xfrm>
            <a:off x="393337" y="1286669"/>
            <a:ext cx="11408933" cy="4716463"/>
          </a:xfrm>
          <a:prstGeom prst="rect">
            <a:avLst/>
          </a:prstGeom>
          <a:noFill/>
          <a:ln w="12700">
            <a:noFill/>
            <a:miter lim="400000"/>
          </a:ln>
        </p:spPr>
        <p:txBody>
          <a:bodyPr lIns="0" tIns="0" rIns="0" bIns="0" anchor="t"/>
          <a:lstStyle>
            <a:lvl1pPr marL="228600" indent="-241300" defTabSz="457200">
              <a:buClr>
                <a:srgbClr val="000000"/>
              </a:buClr>
              <a:buSzPts val="4000"/>
              <a:buFont typeface="Helvetica"/>
              <a:buChar char="•"/>
              <a:defRPr sz="2000">
                <a:solidFill>
                  <a:srgbClr val="000000"/>
                </a:solidFill>
                <a:latin typeface="Avenir Roman"/>
                <a:ea typeface="Avenir Roman"/>
                <a:cs typeface="Avenir Roman"/>
                <a:sym typeface="Avenir Roman"/>
              </a:defRPr>
            </a:lvl1pPr>
            <a:lvl2pPr marL="527050" indent="-279400" defTabSz="457200">
              <a:buClr>
                <a:srgbClr val="000000"/>
              </a:buClr>
              <a:buSzPts val="4000"/>
              <a:buFont typeface="Helvetica"/>
              <a:defRPr sz="2000">
                <a:solidFill>
                  <a:srgbClr val="000000"/>
                </a:solidFill>
                <a:latin typeface="Avenir Roman"/>
                <a:ea typeface="Avenir Roman"/>
                <a:cs typeface="Avenir Roman"/>
                <a:sym typeface="Avenir Roman"/>
              </a:defRPr>
            </a:lvl2pPr>
            <a:lvl3pPr marL="812800" indent="-317500" defTabSz="457200">
              <a:buClr>
                <a:srgbClr val="000000"/>
              </a:buClr>
              <a:buSzPts val="4000"/>
              <a:buFont typeface="Helvetica"/>
              <a:defRPr sz="2000">
                <a:solidFill>
                  <a:srgbClr val="000000"/>
                </a:solidFill>
                <a:latin typeface="Avenir Roman"/>
                <a:ea typeface="Avenir Roman"/>
                <a:cs typeface="Avenir Roman"/>
                <a:sym typeface="Avenir Roman"/>
              </a:defRPr>
            </a:lvl3pPr>
            <a:lvl4pPr marL="1041400" indent="-317500" defTabSz="457200">
              <a:buClr>
                <a:srgbClr val="000000"/>
              </a:buClr>
              <a:buSzPts val="4000"/>
              <a:buFont typeface="Helvetica"/>
              <a:defRPr sz="2000">
                <a:solidFill>
                  <a:srgbClr val="000000"/>
                </a:solidFill>
                <a:latin typeface="Avenir Roman"/>
                <a:ea typeface="Avenir Roman"/>
                <a:cs typeface="Avenir Roman"/>
                <a:sym typeface="Avenir Roman"/>
              </a:defRPr>
            </a:lvl4pPr>
            <a:lvl5pPr marL="1270000" indent="-317500" defTabSz="457200">
              <a:buClr>
                <a:srgbClr val="000000"/>
              </a:buClr>
              <a:buSzPts val="4000"/>
              <a:buFont typeface="Helvetica"/>
              <a:defRPr sz="2000">
                <a:solidFill>
                  <a:srgbClr val="000000"/>
                </a:solidFill>
                <a:latin typeface="Avenir Roman"/>
                <a:ea typeface="Avenir Roman"/>
                <a:cs typeface="Avenir Roman"/>
                <a:sym typeface="Avenir Roman"/>
              </a:defRPr>
            </a:lvl5pPr>
          </a:lstStyle>
          <a:p>
            <a:r>
              <a:t>Body Level One</a:t>
            </a:r>
          </a:p>
          <a:p>
            <a:pPr lvl="1"/>
            <a:r>
              <a:t>Body Level Two</a:t>
            </a:r>
          </a:p>
          <a:p>
            <a:pPr lvl="2"/>
            <a:r>
              <a:t>Body Level Three</a:t>
            </a:r>
          </a:p>
          <a:p>
            <a:pPr lvl="3"/>
            <a:r>
              <a:t>Body Level Four</a:t>
            </a:r>
          </a:p>
          <a:p>
            <a:pPr lvl="4"/>
            <a:r>
              <a:t>Body Level Five</a:t>
            </a:r>
          </a:p>
        </p:txBody>
      </p:sp>
      <p:sp>
        <p:nvSpPr>
          <p:cNvPr id="3110" name="Google Shape;126;p91"/>
          <p:cNvSpPr txBox="1">
            <a:spLocks noGrp="1"/>
          </p:cNvSpPr>
          <p:nvPr>
            <p:ph type="body" sz="quarter" idx="21"/>
          </p:nvPr>
        </p:nvSpPr>
        <p:spPr>
          <a:xfrm>
            <a:off x="9284713" y="6314725"/>
            <a:ext cx="2087355" cy="288001"/>
          </a:xfrm>
          <a:prstGeom prst="rect">
            <a:avLst/>
          </a:prstGeom>
          <a:noFill/>
          <a:ln w="12700">
            <a:noFill/>
            <a:miter lim="400000"/>
          </a:ln>
        </p:spPr>
        <p:txBody>
          <a:bodyPr lIns="0" tIns="0" rIns="0" bIns="0" anchor="b"/>
          <a:lstStyle>
            <a:lvl1pPr marL="114300" algn="r" defTabSz="457200">
              <a:defRPr sz="2000">
                <a:solidFill>
                  <a:srgbClr val="808080"/>
                </a:solidFill>
                <a:latin typeface="Avenir Roman"/>
                <a:sym typeface="Avenir Roman"/>
              </a:defRPr>
            </a:lvl1pPr>
          </a:lstStyle>
          <a:p>
            <a:pPr marL="228600" algn="r" defTabSz="914400">
              <a:defRPr sz="2000">
                <a:solidFill>
                  <a:srgbClr val="808080"/>
                </a:solidFill>
                <a:latin typeface="Avenir Roman"/>
                <a:ea typeface="Avenir Roman"/>
                <a:cs typeface="Avenir Roman"/>
                <a:sym typeface="Avenir Roman"/>
              </a:defRPr>
            </a:pPr>
            <a:endParaRPr/>
          </a:p>
        </p:txBody>
      </p:sp>
      <p:sp>
        <p:nvSpPr>
          <p:cNvPr id="3111" name="Google Shape;127;p91"/>
          <p:cNvSpPr txBox="1">
            <a:spLocks noGrp="1"/>
          </p:cNvSpPr>
          <p:nvPr>
            <p:ph type="body" sz="quarter" idx="22"/>
          </p:nvPr>
        </p:nvSpPr>
        <p:spPr>
          <a:xfrm>
            <a:off x="406400" y="5972373"/>
            <a:ext cx="5689600" cy="295350"/>
          </a:xfrm>
          <a:prstGeom prst="rect">
            <a:avLst/>
          </a:prstGeom>
          <a:noFill/>
          <a:ln w="12700">
            <a:noFill/>
            <a:miter lim="400000"/>
          </a:ln>
        </p:spPr>
        <p:txBody>
          <a:bodyPr lIns="0" tIns="0" rIns="0" bIns="0" anchor="b"/>
          <a:lstStyle>
            <a:lvl1pPr marL="228600" indent="-165100" defTabSz="457200">
              <a:buClr>
                <a:srgbClr val="CFCFCF"/>
              </a:buClr>
              <a:buSzPts val="1600"/>
              <a:buFont typeface="Helvetica"/>
              <a:buChar char="•"/>
              <a:defRPr sz="1600">
                <a:solidFill>
                  <a:srgbClr val="CFCFCF"/>
                </a:solidFill>
                <a:latin typeface="Avenir Roman"/>
                <a:sym typeface="Avenir Roman"/>
              </a:defRPr>
            </a:lvl1pPr>
          </a:lstStyle>
          <a:p>
            <a:pPr marL="457200" indent="-330200" defTabSz="914400">
              <a:buClr>
                <a:srgbClr val="CFCFCF"/>
              </a:buClr>
              <a:buSzPts val="1600"/>
              <a:buFont typeface="Helvetica"/>
              <a:buChar char="•"/>
              <a:defRPr sz="1600">
                <a:solidFill>
                  <a:srgbClr val="CFCFCF"/>
                </a:solidFill>
                <a:latin typeface="Avenir Roman"/>
                <a:ea typeface="Avenir Roman"/>
                <a:cs typeface="Avenir Roman"/>
                <a:sym typeface="Avenir Roman"/>
              </a:defRPr>
            </a:pPr>
            <a:endParaRPr/>
          </a:p>
        </p:txBody>
      </p:sp>
      <p:sp>
        <p:nvSpPr>
          <p:cNvPr id="3112" name="Google Shape;128;p91"/>
          <p:cNvSpPr txBox="1">
            <a:spLocks noGrp="1"/>
          </p:cNvSpPr>
          <p:nvPr>
            <p:ph type="body" sz="quarter" idx="23"/>
          </p:nvPr>
        </p:nvSpPr>
        <p:spPr>
          <a:xfrm>
            <a:off x="380085" y="855222"/>
            <a:ext cx="11407727" cy="222251"/>
          </a:xfrm>
          <a:prstGeom prst="rect">
            <a:avLst/>
          </a:prstGeom>
          <a:noFill/>
          <a:ln w="12700">
            <a:noFill/>
            <a:miter lim="400000"/>
          </a:ln>
        </p:spPr>
        <p:txBody>
          <a:bodyPr lIns="0" tIns="0" rIns="0" bIns="0" anchor="t"/>
          <a:lstStyle>
            <a:lvl1pPr marL="114300" defTabSz="457200">
              <a:defRPr sz="4000">
                <a:solidFill>
                  <a:srgbClr val="7F7F7F"/>
                </a:solidFill>
              </a:defRPr>
            </a:lvl1pPr>
          </a:lstStyle>
          <a:p>
            <a:pPr marL="228600" defTabSz="914400">
              <a:defRPr sz="4000">
                <a:solidFill>
                  <a:srgbClr val="7F7F7F"/>
                </a:solidFill>
              </a:defRPr>
            </a:pPr>
            <a:endParaRPr/>
          </a:p>
        </p:txBody>
      </p:sp>
    </p:spTree>
    <p:extLst>
      <p:ext uri="{BB962C8B-B14F-4D97-AF65-F5344CB8AC3E}">
        <p14:creationId xmlns:p14="http://schemas.microsoft.com/office/powerpoint/2010/main" val="78503498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0.xml"/><Relationship Id="rId117" Type="http://schemas.openxmlformats.org/officeDocument/2006/relationships/theme" Target="../theme/theme2.xml"/><Relationship Id="rId21" Type="http://schemas.openxmlformats.org/officeDocument/2006/relationships/slideLayout" Target="../slideLayouts/slideLayout25.xml"/><Relationship Id="rId42" Type="http://schemas.openxmlformats.org/officeDocument/2006/relationships/slideLayout" Target="../slideLayouts/slideLayout46.xml"/><Relationship Id="rId47" Type="http://schemas.openxmlformats.org/officeDocument/2006/relationships/slideLayout" Target="../slideLayouts/slideLayout51.xml"/><Relationship Id="rId63" Type="http://schemas.openxmlformats.org/officeDocument/2006/relationships/slideLayout" Target="../slideLayouts/slideLayout67.xml"/><Relationship Id="rId68" Type="http://schemas.openxmlformats.org/officeDocument/2006/relationships/slideLayout" Target="../slideLayouts/slideLayout72.xml"/><Relationship Id="rId84" Type="http://schemas.openxmlformats.org/officeDocument/2006/relationships/slideLayout" Target="../slideLayouts/slideLayout88.xml"/><Relationship Id="rId89" Type="http://schemas.openxmlformats.org/officeDocument/2006/relationships/slideLayout" Target="../slideLayouts/slideLayout93.xml"/><Relationship Id="rId112" Type="http://schemas.openxmlformats.org/officeDocument/2006/relationships/slideLayout" Target="../slideLayouts/slideLayout116.xml"/><Relationship Id="rId16" Type="http://schemas.openxmlformats.org/officeDocument/2006/relationships/slideLayout" Target="../slideLayouts/slideLayout20.xml"/><Relationship Id="rId107" Type="http://schemas.openxmlformats.org/officeDocument/2006/relationships/slideLayout" Target="../slideLayouts/slideLayout111.xml"/><Relationship Id="rId11" Type="http://schemas.openxmlformats.org/officeDocument/2006/relationships/slideLayout" Target="../slideLayouts/slideLayout15.xml"/><Relationship Id="rId32" Type="http://schemas.openxmlformats.org/officeDocument/2006/relationships/slideLayout" Target="../slideLayouts/slideLayout36.xml"/><Relationship Id="rId37" Type="http://schemas.openxmlformats.org/officeDocument/2006/relationships/slideLayout" Target="../slideLayouts/slideLayout41.xml"/><Relationship Id="rId53" Type="http://schemas.openxmlformats.org/officeDocument/2006/relationships/slideLayout" Target="../slideLayouts/slideLayout57.xml"/><Relationship Id="rId58" Type="http://schemas.openxmlformats.org/officeDocument/2006/relationships/slideLayout" Target="../slideLayouts/slideLayout62.xml"/><Relationship Id="rId74" Type="http://schemas.openxmlformats.org/officeDocument/2006/relationships/slideLayout" Target="../slideLayouts/slideLayout78.xml"/><Relationship Id="rId79" Type="http://schemas.openxmlformats.org/officeDocument/2006/relationships/slideLayout" Target="../slideLayouts/slideLayout83.xml"/><Relationship Id="rId102" Type="http://schemas.openxmlformats.org/officeDocument/2006/relationships/slideLayout" Target="../slideLayouts/slideLayout106.xml"/><Relationship Id="rId5" Type="http://schemas.openxmlformats.org/officeDocument/2006/relationships/slideLayout" Target="../slideLayouts/slideLayout9.xml"/><Relationship Id="rId90" Type="http://schemas.openxmlformats.org/officeDocument/2006/relationships/slideLayout" Target="../slideLayouts/slideLayout94.xml"/><Relationship Id="rId95" Type="http://schemas.openxmlformats.org/officeDocument/2006/relationships/slideLayout" Target="../slideLayouts/slideLayout99.xml"/><Relationship Id="rId22" Type="http://schemas.openxmlformats.org/officeDocument/2006/relationships/slideLayout" Target="../slideLayouts/slideLayout26.xml"/><Relationship Id="rId27" Type="http://schemas.openxmlformats.org/officeDocument/2006/relationships/slideLayout" Target="../slideLayouts/slideLayout31.xml"/><Relationship Id="rId43" Type="http://schemas.openxmlformats.org/officeDocument/2006/relationships/slideLayout" Target="../slideLayouts/slideLayout47.xml"/><Relationship Id="rId48" Type="http://schemas.openxmlformats.org/officeDocument/2006/relationships/slideLayout" Target="../slideLayouts/slideLayout52.xml"/><Relationship Id="rId64" Type="http://schemas.openxmlformats.org/officeDocument/2006/relationships/slideLayout" Target="../slideLayouts/slideLayout68.xml"/><Relationship Id="rId69" Type="http://schemas.openxmlformats.org/officeDocument/2006/relationships/slideLayout" Target="../slideLayouts/slideLayout73.xml"/><Relationship Id="rId113" Type="http://schemas.openxmlformats.org/officeDocument/2006/relationships/slideLayout" Target="../slideLayouts/slideLayout117.xml"/><Relationship Id="rId118" Type="http://schemas.openxmlformats.org/officeDocument/2006/relationships/image" Target="../media/image4.png"/><Relationship Id="rId80" Type="http://schemas.openxmlformats.org/officeDocument/2006/relationships/slideLayout" Target="../slideLayouts/slideLayout84.xml"/><Relationship Id="rId85" Type="http://schemas.openxmlformats.org/officeDocument/2006/relationships/slideLayout" Target="../slideLayouts/slideLayout89.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33" Type="http://schemas.openxmlformats.org/officeDocument/2006/relationships/slideLayout" Target="../slideLayouts/slideLayout37.xml"/><Relationship Id="rId38" Type="http://schemas.openxmlformats.org/officeDocument/2006/relationships/slideLayout" Target="../slideLayouts/slideLayout42.xml"/><Relationship Id="rId59" Type="http://schemas.openxmlformats.org/officeDocument/2006/relationships/slideLayout" Target="../slideLayouts/slideLayout63.xml"/><Relationship Id="rId103" Type="http://schemas.openxmlformats.org/officeDocument/2006/relationships/slideLayout" Target="../slideLayouts/slideLayout107.xml"/><Relationship Id="rId108" Type="http://schemas.openxmlformats.org/officeDocument/2006/relationships/slideLayout" Target="../slideLayouts/slideLayout112.xml"/><Relationship Id="rId54" Type="http://schemas.openxmlformats.org/officeDocument/2006/relationships/slideLayout" Target="../slideLayouts/slideLayout58.xml"/><Relationship Id="rId70" Type="http://schemas.openxmlformats.org/officeDocument/2006/relationships/slideLayout" Target="../slideLayouts/slideLayout74.xml"/><Relationship Id="rId75" Type="http://schemas.openxmlformats.org/officeDocument/2006/relationships/slideLayout" Target="../slideLayouts/slideLayout79.xml"/><Relationship Id="rId91" Type="http://schemas.openxmlformats.org/officeDocument/2006/relationships/slideLayout" Target="../slideLayouts/slideLayout95.xml"/><Relationship Id="rId96" Type="http://schemas.openxmlformats.org/officeDocument/2006/relationships/slideLayout" Target="../slideLayouts/slideLayout100.xml"/><Relationship Id="rId1" Type="http://schemas.openxmlformats.org/officeDocument/2006/relationships/slideLayout" Target="../slideLayouts/slideLayout5.xml"/><Relationship Id="rId6" Type="http://schemas.openxmlformats.org/officeDocument/2006/relationships/slideLayout" Target="../slideLayouts/slideLayout10.xml"/><Relationship Id="rId23" Type="http://schemas.openxmlformats.org/officeDocument/2006/relationships/slideLayout" Target="../slideLayouts/slideLayout27.xml"/><Relationship Id="rId28" Type="http://schemas.openxmlformats.org/officeDocument/2006/relationships/slideLayout" Target="../slideLayouts/slideLayout32.xml"/><Relationship Id="rId49" Type="http://schemas.openxmlformats.org/officeDocument/2006/relationships/slideLayout" Target="../slideLayouts/slideLayout53.xml"/><Relationship Id="rId114" Type="http://schemas.openxmlformats.org/officeDocument/2006/relationships/slideLayout" Target="../slideLayouts/slideLayout118.xml"/><Relationship Id="rId119" Type="http://schemas.openxmlformats.org/officeDocument/2006/relationships/image" Target="../media/image5.png"/><Relationship Id="rId10" Type="http://schemas.openxmlformats.org/officeDocument/2006/relationships/slideLayout" Target="../slideLayouts/slideLayout14.xml"/><Relationship Id="rId31" Type="http://schemas.openxmlformats.org/officeDocument/2006/relationships/slideLayout" Target="../slideLayouts/slideLayout35.xml"/><Relationship Id="rId44" Type="http://schemas.openxmlformats.org/officeDocument/2006/relationships/slideLayout" Target="../slideLayouts/slideLayout48.xml"/><Relationship Id="rId52" Type="http://schemas.openxmlformats.org/officeDocument/2006/relationships/slideLayout" Target="../slideLayouts/slideLayout56.xml"/><Relationship Id="rId60" Type="http://schemas.openxmlformats.org/officeDocument/2006/relationships/slideLayout" Target="../slideLayouts/slideLayout64.xml"/><Relationship Id="rId65" Type="http://schemas.openxmlformats.org/officeDocument/2006/relationships/slideLayout" Target="../slideLayouts/slideLayout69.xml"/><Relationship Id="rId73" Type="http://schemas.openxmlformats.org/officeDocument/2006/relationships/slideLayout" Target="../slideLayouts/slideLayout77.xml"/><Relationship Id="rId78" Type="http://schemas.openxmlformats.org/officeDocument/2006/relationships/slideLayout" Target="../slideLayouts/slideLayout82.xml"/><Relationship Id="rId81" Type="http://schemas.openxmlformats.org/officeDocument/2006/relationships/slideLayout" Target="../slideLayouts/slideLayout85.xml"/><Relationship Id="rId86" Type="http://schemas.openxmlformats.org/officeDocument/2006/relationships/slideLayout" Target="../slideLayouts/slideLayout90.xml"/><Relationship Id="rId94" Type="http://schemas.openxmlformats.org/officeDocument/2006/relationships/slideLayout" Target="../slideLayouts/slideLayout98.xml"/><Relationship Id="rId99" Type="http://schemas.openxmlformats.org/officeDocument/2006/relationships/slideLayout" Target="../slideLayouts/slideLayout103.xml"/><Relationship Id="rId101" Type="http://schemas.openxmlformats.org/officeDocument/2006/relationships/slideLayout" Target="../slideLayouts/slideLayout105.xml"/><Relationship Id="rId4" Type="http://schemas.openxmlformats.org/officeDocument/2006/relationships/slideLayout" Target="../slideLayouts/slideLayout8.xml"/><Relationship Id="rId9" Type="http://schemas.openxmlformats.org/officeDocument/2006/relationships/slideLayout" Target="../slideLayouts/slideLayout13.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9" Type="http://schemas.openxmlformats.org/officeDocument/2006/relationships/slideLayout" Target="../slideLayouts/slideLayout43.xml"/><Relationship Id="rId109" Type="http://schemas.openxmlformats.org/officeDocument/2006/relationships/slideLayout" Target="../slideLayouts/slideLayout113.xml"/><Relationship Id="rId34" Type="http://schemas.openxmlformats.org/officeDocument/2006/relationships/slideLayout" Target="../slideLayouts/slideLayout38.xml"/><Relationship Id="rId50" Type="http://schemas.openxmlformats.org/officeDocument/2006/relationships/slideLayout" Target="../slideLayouts/slideLayout54.xml"/><Relationship Id="rId55" Type="http://schemas.openxmlformats.org/officeDocument/2006/relationships/slideLayout" Target="../slideLayouts/slideLayout59.xml"/><Relationship Id="rId76" Type="http://schemas.openxmlformats.org/officeDocument/2006/relationships/slideLayout" Target="../slideLayouts/slideLayout80.xml"/><Relationship Id="rId97" Type="http://schemas.openxmlformats.org/officeDocument/2006/relationships/slideLayout" Target="../slideLayouts/slideLayout101.xml"/><Relationship Id="rId104" Type="http://schemas.openxmlformats.org/officeDocument/2006/relationships/slideLayout" Target="../slideLayouts/slideLayout108.xml"/><Relationship Id="rId120" Type="http://schemas.openxmlformats.org/officeDocument/2006/relationships/image" Target="../media/image6.png"/><Relationship Id="rId7" Type="http://schemas.openxmlformats.org/officeDocument/2006/relationships/slideLayout" Target="../slideLayouts/slideLayout11.xml"/><Relationship Id="rId71" Type="http://schemas.openxmlformats.org/officeDocument/2006/relationships/slideLayout" Target="../slideLayouts/slideLayout75.xml"/><Relationship Id="rId92" Type="http://schemas.openxmlformats.org/officeDocument/2006/relationships/slideLayout" Target="../slideLayouts/slideLayout96.xml"/><Relationship Id="rId2" Type="http://schemas.openxmlformats.org/officeDocument/2006/relationships/slideLayout" Target="../slideLayouts/slideLayout6.xml"/><Relationship Id="rId29" Type="http://schemas.openxmlformats.org/officeDocument/2006/relationships/slideLayout" Target="../slideLayouts/slideLayout33.xml"/><Relationship Id="rId24" Type="http://schemas.openxmlformats.org/officeDocument/2006/relationships/slideLayout" Target="../slideLayouts/slideLayout28.xml"/><Relationship Id="rId40" Type="http://schemas.openxmlformats.org/officeDocument/2006/relationships/slideLayout" Target="../slideLayouts/slideLayout44.xml"/><Relationship Id="rId45" Type="http://schemas.openxmlformats.org/officeDocument/2006/relationships/slideLayout" Target="../slideLayouts/slideLayout49.xml"/><Relationship Id="rId66" Type="http://schemas.openxmlformats.org/officeDocument/2006/relationships/slideLayout" Target="../slideLayouts/slideLayout70.xml"/><Relationship Id="rId87" Type="http://schemas.openxmlformats.org/officeDocument/2006/relationships/slideLayout" Target="../slideLayouts/slideLayout91.xml"/><Relationship Id="rId110" Type="http://schemas.openxmlformats.org/officeDocument/2006/relationships/slideLayout" Target="../slideLayouts/slideLayout114.xml"/><Relationship Id="rId115" Type="http://schemas.openxmlformats.org/officeDocument/2006/relationships/slideLayout" Target="../slideLayouts/slideLayout119.xml"/><Relationship Id="rId61" Type="http://schemas.openxmlformats.org/officeDocument/2006/relationships/slideLayout" Target="../slideLayouts/slideLayout65.xml"/><Relationship Id="rId82" Type="http://schemas.openxmlformats.org/officeDocument/2006/relationships/slideLayout" Target="../slideLayouts/slideLayout86.xml"/><Relationship Id="rId19" Type="http://schemas.openxmlformats.org/officeDocument/2006/relationships/slideLayout" Target="../slideLayouts/slideLayout23.xml"/><Relationship Id="rId14" Type="http://schemas.openxmlformats.org/officeDocument/2006/relationships/slideLayout" Target="../slideLayouts/slideLayout18.xml"/><Relationship Id="rId30" Type="http://schemas.openxmlformats.org/officeDocument/2006/relationships/slideLayout" Target="../slideLayouts/slideLayout34.xml"/><Relationship Id="rId35" Type="http://schemas.openxmlformats.org/officeDocument/2006/relationships/slideLayout" Target="../slideLayouts/slideLayout39.xml"/><Relationship Id="rId56" Type="http://schemas.openxmlformats.org/officeDocument/2006/relationships/slideLayout" Target="../slideLayouts/slideLayout60.xml"/><Relationship Id="rId77" Type="http://schemas.openxmlformats.org/officeDocument/2006/relationships/slideLayout" Target="../slideLayouts/slideLayout81.xml"/><Relationship Id="rId100" Type="http://schemas.openxmlformats.org/officeDocument/2006/relationships/slideLayout" Target="../slideLayouts/slideLayout104.xml"/><Relationship Id="rId105" Type="http://schemas.openxmlformats.org/officeDocument/2006/relationships/slideLayout" Target="../slideLayouts/slideLayout109.xml"/><Relationship Id="rId8" Type="http://schemas.openxmlformats.org/officeDocument/2006/relationships/slideLayout" Target="../slideLayouts/slideLayout12.xml"/><Relationship Id="rId51" Type="http://schemas.openxmlformats.org/officeDocument/2006/relationships/slideLayout" Target="../slideLayouts/slideLayout55.xml"/><Relationship Id="rId72" Type="http://schemas.openxmlformats.org/officeDocument/2006/relationships/slideLayout" Target="../slideLayouts/slideLayout76.xml"/><Relationship Id="rId93" Type="http://schemas.openxmlformats.org/officeDocument/2006/relationships/slideLayout" Target="../slideLayouts/slideLayout97.xml"/><Relationship Id="rId98" Type="http://schemas.openxmlformats.org/officeDocument/2006/relationships/slideLayout" Target="../slideLayouts/slideLayout102.xml"/><Relationship Id="rId3" Type="http://schemas.openxmlformats.org/officeDocument/2006/relationships/slideLayout" Target="../slideLayouts/slideLayout7.xml"/><Relationship Id="rId25" Type="http://schemas.openxmlformats.org/officeDocument/2006/relationships/slideLayout" Target="../slideLayouts/slideLayout29.xml"/><Relationship Id="rId46" Type="http://schemas.openxmlformats.org/officeDocument/2006/relationships/slideLayout" Target="../slideLayouts/slideLayout50.xml"/><Relationship Id="rId67" Type="http://schemas.openxmlformats.org/officeDocument/2006/relationships/slideLayout" Target="../slideLayouts/slideLayout71.xml"/><Relationship Id="rId116" Type="http://schemas.openxmlformats.org/officeDocument/2006/relationships/slideLayout" Target="../slideLayouts/slideLayout120.xml"/><Relationship Id="rId20" Type="http://schemas.openxmlformats.org/officeDocument/2006/relationships/slideLayout" Target="../slideLayouts/slideLayout24.xml"/><Relationship Id="rId41" Type="http://schemas.openxmlformats.org/officeDocument/2006/relationships/slideLayout" Target="../slideLayouts/slideLayout45.xml"/><Relationship Id="rId62" Type="http://schemas.openxmlformats.org/officeDocument/2006/relationships/slideLayout" Target="../slideLayouts/slideLayout66.xml"/><Relationship Id="rId83" Type="http://schemas.openxmlformats.org/officeDocument/2006/relationships/slideLayout" Target="../slideLayouts/slideLayout87.xml"/><Relationship Id="rId88" Type="http://schemas.openxmlformats.org/officeDocument/2006/relationships/slideLayout" Target="../slideLayouts/slideLayout92.xml"/><Relationship Id="rId111" Type="http://schemas.openxmlformats.org/officeDocument/2006/relationships/slideLayout" Target="../slideLayouts/slideLayout115.xml"/><Relationship Id="rId15" Type="http://schemas.openxmlformats.org/officeDocument/2006/relationships/slideLayout" Target="../slideLayouts/slideLayout19.xml"/><Relationship Id="rId36" Type="http://schemas.openxmlformats.org/officeDocument/2006/relationships/slideLayout" Target="../slideLayouts/slideLayout40.xml"/><Relationship Id="rId57" Type="http://schemas.openxmlformats.org/officeDocument/2006/relationships/slideLayout" Target="../slideLayouts/slideLayout61.xml"/><Relationship Id="rId106" Type="http://schemas.openxmlformats.org/officeDocument/2006/relationships/slideLayout" Target="../slideLayouts/slideLayout1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380DB3E-A77D-5699-F28B-3999E3A5ADE5}"/>
              </a:ext>
            </a:extLst>
          </p:cNvPr>
          <p:cNvGraphicFramePr>
            <a:graphicFrameLocks noChangeAspect="1"/>
          </p:cNvGraphicFramePr>
          <p:nvPr userDrawn="1">
            <p:custDataLst>
              <p:tags r:id="rId6"/>
            </p:custDataLst>
            <p:extLst>
              <p:ext uri="{D42A27DB-BD31-4B8C-83A1-F6EECF244321}">
                <p14:modId xmlns:p14="http://schemas.microsoft.com/office/powerpoint/2010/main" val="1241596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06" imgH="306" progId="TCLayout.ActiveDocument.1">
                  <p:embed/>
                </p:oleObj>
              </mc:Choice>
              <mc:Fallback>
                <p:oleObj name="think-cell Slide" r:id="rId7" imgW="306" imgH="306" progId="TCLayout.ActiveDocument.1">
                  <p:embed/>
                  <p:pic>
                    <p:nvPicPr>
                      <p:cNvPr id="5" name="think-cell data - do not delete" hidden="1">
                        <a:extLst>
                          <a:ext uri="{FF2B5EF4-FFF2-40B4-BE49-F238E27FC236}">
                            <a16:creationId xmlns:a16="http://schemas.microsoft.com/office/drawing/2014/main" id="{9380DB3E-A77D-5699-F28B-3999E3A5ADE5}"/>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630000" y="512676"/>
            <a:ext cx="11010536" cy="747325"/>
          </a:xfrm>
          <a:prstGeom prst="rect">
            <a:avLst/>
          </a:prstGeom>
        </p:spPr>
        <p:txBody>
          <a:bodyPr vert="horz" lIns="0" tIns="0" rIns="0" bIns="0" rtlCol="0" anchor="t" anchorCtr="0">
            <a:noAutofit/>
          </a:bodyPr>
          <a:lstStyle/>
          <a:p>
            <a:r>
              <a:rPr lang="en-US" noProof="0"/>
              <a:t>Click to edit Master title style</a:t>
            </a:r>
            <a:endParaRPr lang="en-GB" noProof="0"/>
          </a:p>
        </p:txBody>
      </p:sp>
      <p:sp>
        <p:nvSpPr>
          <p:cNvPr id="3" name="Text Placeholder 2"/>
          <p:cNvSpPr>
            <a:spLocks noGrp="1"/>
          </p:cNvSpPr>
          <p:nvPr>
            <p:ph type="body" idx="1"/>
          </p:nvPr>
        </p:nvSpPr>
        <p:spPr>
          <a:xfrm>
            <a:off x="630000" y="1566000"/>
            <a:ext cx="11010536" cy="4383209"/>
          </a:xfrm>
          <a:prstGeom prst="rect">
            <a:avLst/>
          </a:prstGeom>
        </p:spPr>
        <p:txBody>
          <a:bodyPr vert="horz" lIns="0" tIns="0" rIns="0" bIns="0" rtlCol="0" anchor="t" anchorCtr="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Slide Number Placeholder 5"/>
          <p:cNvSpPr>
            <a:spLocks noGrp="1"/>
          </p:cNvSpPr>
          <p:nvPr>
            <p:ph type="sldNum" sz="quarter" idx="4"/>
          </p:nvPr>
        </p:nvSpPr>
        <p:spPr>
          <a:xfrm>
            <a:off x="10920536" y="6309320"/>
            <a:ext cx="720000" cy="288000"/>
          </a:xfrm>
          <a:prstGeom prst="rect">
            <a:avLst/>
          </a:prstGeom>
        </p:spPr>
        <p:txBody>
          <a:bodyPr vert="horz" lIns="0" tIns="0" rIns="0" bIns="0" rtlCol="0" anchor="b" anchorCtr="0">
            <a:noAutofit/>
          </a:bodyPr>
          <a:lstStyle>
            <a:lvl1pPr algn="r">
              <a:defRPr sz="1000">
                <a:solidFill>
                  <a:schemeClr val="tx1"/>
                </a:solidFill>
              </a:defRPr>
            </a:lvl1pPr>
          </a:lstStyle>
          <a:p>
            <a:fld id="{0B868178-02AE-42FC-958D-6B8F13B60175}" type="slidenum">
              <a:rPr lang="en-GB" smtClean="0"/>
              <a:pPr/>
              <a:t>‹#›</a:t>
            </a:fld>
            <a:endParaRPr lang="en-GB"/>
          </a:p>
        </p:txBody>
      </p:sp>
      <p:pic>
        <p:nvPicPr>
          <p:cNvPr id="8" name="Picture 7" descr="Logo&#10;&#10;Description automatically generated">
            <a:extLst>
              <a:ext uri="{FF2B5EF4-FFF2-40B4-BE49-F238E27FC236}">
                <a16:creationId xmlns:a16="http://schemas.microsoft.com/office/drawing/2014/main" id="{7B5D1841-16B6-438B-ABE6-C8CBC46629CE}"/>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635400" y="6399000"/>
            <a:ext cx="1052355" cy="205451"/>
          </a:xfrm>
          <a:prstGeom prst="rect">
            <a:avLst/>
          </a:prstGeom>
        </p:spPr>
      </p:pic>
    </p:spTree>
    <p:extLst>
      <p:ext uri="{BB962C8B-B14F-4D97-AF65-F5344CB8AC3E}">
        <p14:creationId xmlns:p14="http://schemas.microsoft.com/office/powerpoint/2010/main" val="3354359981"/>
      </p:ext>
    </p:extLst>
  </p:cSld>
  <p:clrMap bg1="lt1" tx1="dk1" bg2="lt2" tx2="dk2" accent1="accent1" accent2="accent2" accent3="accent3" accent4="accent4" accent5="accent5" accent6="accent6" hlink="hlink" folHlink="folHlink"/>
  <p:sldLayoutIdLst>
    <p:sldLayoutId id="2147483680" r:id="rId1"/>
    <p:sldLayoutId id="2147483682" r:id="rId2"/>
    <p:sldLayoutId id="2147483684" r:id="rId3"/>
    <p:sldLayoutId id="2147483702" r:id="rId4"/>
  </p:sldLayoutIdLst>
  <p:hf hdr="0" ftr="0" dt="0"/>
  <p:txStyles>
    <p:titleStyle>
      <a:lvl1pPr algn="l" defTabSz="457200" rtl="0" eaLnBrk="1" latinLnBrk="0" hangingPunct="1">
        <a:spcBef>
          <a:spcPct val="0"/>
        </a:spcBef>
        <a:buNone/>
        <a:defRPr sz="4000" b="0" kern="1200" spc="50" baseline="0">
          <a:solidFill>
            <a:schemeClr val="tx1"/>
          </a:solidFill>
          <a:latin typeface="Avenir Next LT Pro Demi" panose="020B0704020202020204" pitchFamily="34" charset="0"/>
          <a:ea typeface="+mj-ea"/>
          <a:cs typeface="+mj-cs"/>
        </a:defRPr>
      </a:lvl1pPr>
    </p:titleStyle>
    <p:bodyStyle>
      <a:lvl1pPr marL="225000" indent="-225000" algn="l" defTabSz="457200" rtl="0" eaLnBrk="1" latinLnBrk="0" hangingPunct="1">
        <a:lnSpc>
          <a:spcPct val="100000"/>
        </a:lnSpc>
        <a:spcBef>
          <a:spcPts val="0"/>
        </a:spcBef>
        <a:spcAft>
          <a:spcPts val="900"/>
        </a:spcAft>
        <a:buFont typeface="Avenir Next LT Pro" panose="020B0504020202020204" pitchFamily="34" charset="0"/>
        <a:buChar char="•"/>
        <a:defRPr sz="2100" b="0" kern="1200" spc="50" baseline="0">
          <a:solidFill>
            <a:schemeClr val="tx1"/>
          </a:solidFill>
          <a:latin typeface="+mn-lt"/>
          <a:ea typeface="+mn-ea"/>
          <a:cs typeface="+mn-cs"/>
        </a:defRPr>
      </a:lvl1pPr>
      <a:lvl2pPr marL="720000" indent="-225000" algn="l" defTabSz="457200" rtl="0" eaLnBrk="1" latinLnBrk="0" hangingPunct="1">
        <a:lnSpc>
          <a:spcPct val="100000"/>
        </a:lnSpc>
        <a:spcBef>
          <a:spcPts val="0"/>
        </a:spcBef>
        <a:spcAft>
          <a:spcPts val="1200"/>
        </a:spcAft>
        <a:buFont typeface="Avenir Next LT Pro" panose="020B0504020202020204" pitchFamily="34" charset="0"/>
        <a:buChar char="–"/>
        <a:defRPr sz="1800" b="0" i="0" kern="1200" baseline="0">
          <a:solidFill>
            <a:schemeClr val="tx1"/>
          </a:solidFill>
          <a:latin typeface="Avenir Next LT Pro" panose="020B0504020202020204" pitchFamily="34" charset="77"/>
          <a:ea typeface="+mn-ea"/>
          <a:cs typeface="+mn-cs"/>
        </a:defRPr>
      </a:lvl2pPr>
      <a:lvl3pPr marL="1170000" indent="-144000" algn="l" defTabSz="457200" rtl="0" eaLnBrk="1" latinLnBrk="0" hangingPunct="1">
        <a:lnSpc>
          <a:spcPct val="100000"/>
        </a:lnSpc>
        <a:spcBef>
          <a:spcPts val="0"/>
        </a:spcBef>
        <a:spcAft>
          <a:spcPts val="450"/>
        </a:spcAft>
        <a:buFont typeface="Avenir Next LT Pro" panose="020B0504020202020204" pitchFamily="34" charset="0"/>
        <a:buChar char="&gt;"/>
        <a:defRPr sz="1200" b="0" i="0" kern="1200" baseline="0">
          <a:solidFill>
            <a:schemeClr val="tx1"/>
          </a:solidFill>
          <a:latin typeface="Avenir Next LT Pro" panose="020B0504020202020204" pitchFamily="34" charset="77"/>
          <a:ea typeface="+mn-ea"/>
          <a:cs typeface="+mn-cs"/>
        </a:defRPr>
      </a:lvl3pPr>
      <a:lvl4pPr marL="1656000" indent="-180000" algn="l" defTabSz="457200" rtl="0" eaLnBrk="1" latinLnBrk="0" hangingPunct="1">
        <a:lnSpc>
          <a:spcPct val="100000"/>
        </a:lnSpc>
        <a:spcBef>
          <a:spcPts val="0"/>
        </a:spcBef>
        <a:spcAft>
          <a:spcPts val="450"/>
        </a:spcAft>
        <a:buFont typeface="Avenir Next LT Pro" panose="020B0504020202020204" pitchFamily="34" charset="0"/>
        <a:buChar char="–"/>
        <a:defRPr sz="1200" b="0" i="0" kern="1200" baseline="0">
          <a:solidFill>
            <a:schemeClr val="tx1"/>
          </a:solidFill>
          <a:latin typeface="Avenir Next LT Pro" panose="020B0504020202020204" pitchFamily="34" charset="77"/>
          <a:ea typeface="+mn-ea"/>
          <a:cs typeface="+mn-cs"/>
        </a:defRPr>
      </a:lvl4pPr>
      <a:lvl5pPr marL="2106000" indent="-180000" algn="l" defTabSz="457200" rtl="0" eaLnBrk="1" latinLnBrk="0" hangingPunct="1">
        <a:lnSpc>
          <a:spcPct val="100000"/>
        </a:lnSpc>
        <a:spcBef>
          <a:spcPts val="0"/>
        </a:spcBef>
        <a:spcAft>
          <a:spcPts val="450"/>
        </a:spcAft>
        <a:buFont typeface="Avenir Next LT Pro" panose="020B0504020202020204" pitchFamily="34" charset="0"/>
        <a:buChar char="&gt;"/>
        <a:defRPr sz="1200" b="0" i="0" kern="1200" baseline="0">
          <a:solidFill>
            <a:schemeClr val="tx1"/>
          </a:solidFill>
          <a:latin typeface="Avenir Next LT Pro" panose="020B0504020202020204" pitchFamily="34" charset="77"/>
          <a:ea typeface="+mn-ea"/>
          <a:cs typeface="+mn-cs"/>
        </a:defRPr>
      </a:lvl5pPr>
      <a:lvl6pPr marL="12573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85">
          <p15:clr>
            <a:srgbClr val="F26B43"/>
          </p15:clr>
        </p15:guide>
        <p15:guide id="2" pos="1466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1" descr="Picture 11"/>
          <p:cNvPicPr>
            <a:picLocks noChangeAspect="1"/>
          </p:cNvPicPr>
          <p:nvPr/>
        </p:nvPicPr>
        <p:blipFill>
          <a:blip r:embed="rId118">
            <a:alphaModFix amt="52999"/>
          </a:blip>
          <a:stretch>
            <a:fillRect/>
          </a:stretch>
        </p:blipFill>
        <p:spPr>
          <a:xfrm rot="10800000">
            <a:off x="11413524" y="4351694"/>
            <a:ext cx="778476" cy="1490699"/>
          </a:xfrm>
          <a:prstGeom prst="rect">
            <a:avLst/>
          </a:prstGeom>
          <a:ln w="12700">
            <a:miter lim="400000"/>
          </a:ln>
        </p:spPr>
      </p:pic>
      <p:sp>
        <p:nvSpPr>
          <p:cNvPr id="3" name="Freeform 9"/>
          <p:cNvSpPr/>
          <p:nvPr/>
        </p:nvSpPr>
        <p:spPr>
          <a:xfrm rot="10800000" flipH="1">
            <a:off x="-1" y="-1"/>
            <a:ext cx="12192002" cy="6858000"/>
          </a:xfrm>
          <a:prstGeom prst="rect">
            <a:avLst/>
          </a:prstGeom>
          <a:gradFill>
            <a:gsLst>
              <a:gs pos="0">
                <a:schemeClr val="accent6">
                  <a:alpha val="41227"/>
                </a:schemeClr>
              </a:gs>
              <a:gs pos="28000">
                <a:schemeClr val="accent1">
                  <a:alpha val="36742"/>
                </a:schemeClr>
              </a:gs>
              <a:gs pos="70000">
                <a:schemeClr val="accent2">
                  <a:alpha val="0"/>
                </a:schemeClr>
              </a:gs>
              <a:gs pos="100000">
                <a:schemeClr val="accent1">
                  <a:alpha val="27311"/>
                </a:schemeClr>
              </a:gs>
            </a:gsLst>
            <a:path path="circle">
              <a:fillToRect l="62278" t="119636" r="37721" b="-19636"/>
            </a:path>
          </a:gradFill>
          <a:ln w="12700">
            <a:miter lim="400000"/>
          </a:ln>
        </p:spPr>
        <p:txBody>
          <a:bodyPr lIns="0" tIns="0" rIns="0" bIns="0" anchor="b"/>
          <a:lstStyle/>
          <a:p>
            <a:pPr>
              <a:defRPr sz="4000"/>
            </a:pPr>
            <a:endParaRPr sz="2000"/>
          </a:p>
        </p:txBody>
      </p:sp>
      <p:pic>
        <p:nvPicPr>
          <p:cNvPr id="4" name="Picture 13" descr="Picture 13"/>
          <p:cNvPicPr>
            <a:picLocks noChangeAspect="1"/>
          </p:cNvPicPr>
          <p:nvPr/>
        </p:nvPicPr>
        <p:blipFill>
          <a:blip r:embed="rId119"/>
          <a:stretch>
            <a:fillRect/>
          </a:stretch>
        </p:blipFill>
        <p:spPr>
          <a:xfrm rot="16200000">
            <a:off x="1369302" y="-305684"/>
            <a:ext cx="744273" cy="1355640"/>
          </a:xfrm>
          <a:prstGeom prst="rect">
            <a:avLst/>
          </a:prstGeom>
          <a:ln w="12700">
            <a:miter lim="400000"/>
          </a:ln>
        </p:spPr>
      </p:pic>
      <p:pic>
        <p:nvPicPr>
          <p:cNvPr id="5" name="Picture 6" descr="Picture 6"/>
          <p:cNvPicPr>
            <a:picLocks noChangeAspect="1"/>
          </p:cNvPicPr>
          <p:nvPr/>
        </p:nvPicPr>
        <p:blipFill>
          <a:blip r:embed="rId120"/>
          <a:stretch>
            <a:fillRect/>
          </a:stretch>
        </p:blipFill>
        <p:spPr>
          <a:xfrm>
            <a:off x="406450" y="6399000"/>
            <a:ext cx="1053280" cy="205451"/>
          </a:xfrm>
          <a:prstGeom prst="rect">
            <a:avLst/>
          </a:prstGeom>
          <a:ln w="12700">
            <a:miter lim="400000"/>
          </a:ln>
        </p:spPr>
      </p:pic>
      <p:sp>
        <p:nvSpPr>
          <p:cNvPr id="6" name="Body Level One…"/>
          <p:cNvSpPr txBox="1">
            <a:spLocks noGrp="1"/>
          </p:cNvSpPr>
          <p:nvPr>
            <p:ph type="body" idx="1" hasCustomPrompt="1"/>
          </p:nvPr>
        </p:nvSpPr>
        <p:spPr>
          <a:xfrm>
            <a:off x="406450" y="1098940"/>
            <a:ext cx="11408596" cy="4941643"/>
          </a:xfrm>
          <a:prstGeom prst="rect">
            <a:avLst/>
          </a:prstGeom>
          <a:gradFill>
            <a:gsLst>
              <a:gs pos="0">
                <a:srgbClr val="000000">
                  <a:alpha val="52000"/>
                </a:srgbClr>
              </a:gs>
              <a:gs pos="100000">
                <a:srgbClr val="000000">
                  <a:alpha val="44000"/>
                </a:srgbClr>
              </a:gs>
            </a:gsLst>
            <a:path path="circle">
              <a:fillToRect l="37721" t="-19636" r="62278" b="119636"/>
            </a:path>
          </a:gradFill>
          <a:ln w="25400">
            <a:solidFill>
              <a:srgbClr val="FFFFFF">
                <a:alpha val="30333"/>
              </a:srgbClr>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5" tIns="45715" rIns="45715" bIns="45715" anchor="ctr">
            <a:normAutofit/>
          </a:bodyPr>
          <a:lstStyle/>
          <a:p>
            <a:r>
              <a:t>.</a:t>
            </a:r>
          </a:p>
          <a:p>
            <a:pPr lvl="1"/>
            <a:endParaRPr/>
          </a:p>
          <a:p>
            <a:pPr lvl="2"/>
            <a:endParaRPr/>
          </a:p>
          <a:p>
            <a:pPr lvl="3"/>
            <a:endParaRPr/>
          </a:p>
          <a:p>
            <a:pPr lvl="4"/>
            <a:endParaRPr/>
          </a:p>
        </p:txBody>
      </p:sp>
      <p:sp>
        <p:nvSpPr>
          <p:cNvPr id="7" name="Slide Number"/>
          <p:cNvSpPr txBox="1">
            <a:spLocks noGrp="1"/>
          </p:cNvSpPr>
          <p:nvPr>
            <p:ph type="sldNum" sz="quarter" idx="2"/>
          </p:nvPr>
        </p:nvSpPr>
        <p:spPr>
          <a:xfrm>
            <a:off x="11664364" y="6448839"/>
            <a:ext cx="150682" cy="153888"/>
          </a:xfrm>
          <a:prstGeom prst="rect">
            <a:avLst/>
          </a:prstGeom>
          <a:ln w="12700">
            <a:miter lim="400000"/>
          </a:ln>
        </p:spPr>
        <p:txBody>
          <a:bodyPr wrap="none" lIns="0" tIns="0" rIns="0" bIns="0" anchor="b">
            <a:spAutoFit/>
          </a:bodyPr>
          <a:lstStyle>
            <a:lvl1pPr algn="r">
              <a:defRPr sz="1000">
                <a:solidFill>
                  <a:srgbClr val="FFFFFF"/>
                </a:solidFill>
              </a:defRPr>
            </a:lvl1pPr>
          </a:lstStyle>
          <a:p>
            <a:fld id="{86CB4B4D-7CA3-9044-876B-883B54F8677D}" type="slidenum">
              <a:t>‹#›</a:t>
            </a:fld>
            <a:endParaRPr/>
          </a:p>
        </p:txBody>
      </p:sp>
      <p:sp>
        <p:nvSpPr>
          <p:cNvPr id="8" name="Title Text"/>
          <p:cNvSpPr txBox="1">
            <a:spLocks noGrp="1"/>
          </p:cNvSpPr>
          <p:nvPr>
            <p:ph type="title"/>
          </p:nvPr>
        </p:nvSpPr>
        <p:spPr>
          <a:xfrm>
            <a:off x="380085" y="354667"/>
            <a:ext cx="11422185" cy="3922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Tree>
    <p:extLst>
      <p:ext uri="{BB962C8B-B14F-4D97-AF65-F5344CB8AC3E}">
        <p14:creationId xmlns:p14="http://schemas.microsoft.com/office/powerpoint/2010/main" val="388111064"/>
      </p:ext>
    </p:extLst>
  </p:cSld>
  <p:clrMap bg1="lt1" tx1="dk1" bg2="lt2" tx2="dk2" accent1="accent1" accent2="accent2" accent3="accent3" accent4="accent4" accent5="accent5" accent6="accent6" hlink="hlink" folHlink="folHlink"/>
  <p:sldLayoutIdLst>
    <p:sldLayoutId id="2147483732"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 id="2147483790" r:id="rId30"/>
    <p:sldLayoutId id="2147483791" r:id="rId31"/>
    <p:sldLayoutId id="2147483792" r:id="rId32"/>
    <p:sldLayoutId id="2147483793" r:id="rId33"/>
    <p:sldLayoutId id="2147483794" r:id="rId34"/>
    <p:sldLayoutId id="2147483795" r:id="rId35"/>
    <p:sldLayoutId id="2147483796" r:id="rId36"/>
    <p:sldLayoutId id="2147483797" r:id="rId37"/>
    <p:sldLayoutId id="2147483798" r:id="rId38"/>
    <p:sldLayoutId id="2147483799" r:id="rId39"/>
    <p:sldLayoutId id="2147483800" r:id="rId40"/>
    <p:sldLayoutId id="2147483801" r:id="rId41"/>
    <p:sldLayoutId id="2147483802" r:id="rId42"/>
    <p:sldLayoutId id="2147483803" r:id="rId43"/>
    <p:sldLayoutId id="2147483804" r:id="rId44"/>
    <p:sldLayoutId id="2147483805" r:id="rId45"/>
    <p:sldLayoutId id="2147483806" r:id="rId46"/>
    <p:sldLayoutId id="2147483807" r:id="rId47"/>
    <p:sldLayoutId id="2147483808" r:id="rId48"/>
    <p:sldLayoutId id="2147483809" r:id="rId49"/>
    <p:sldLayoutId id="2147483810" r:id="rId50"/>
    <p:sldLayoutId id="2147483811" r:id="rId51"/>
    <p:sldLayoutId id="2147483812" r:id="rId52"/>
    <p:sldLayoutId id="2147483813" r:id="rId53"/>
    <p:sldLayoutId id="2147483814" r:id="rId54"/>
    <p:sldLayoutId id="2147483815" r:id="rId55"/>
    <p:sldLayoutId id="2147483816" r:id="rId56"/>
    <p:sldLayoutId id="2147483817" r:id="rId57"/>
    <p:sldLayoutId id="2147483818" r:id="rId58"/>
    <p:sldLayoutId id="2147483819" r:id="rId59"/>
    <p:sldLayoutId id="2147483820" r:id="rId60"/>
    <p:sldLayoutId id="2147483821" r:id="rId61"/>
    <p:sldLayoutId id="2147483822" r:id="rId62"/>
    <p:sldLayoutId id="2147483823" r:id="rId63"/>
    <p:sldLayoutId id="2147483824" r:id="rId64"/>
    <p:sldLayoutId id="2147483825" r:id="rId65"/>
    <p:sldLayoutId id="2147483826" r:id="rId66"/>
    <p:sldLayoutId id="2147483827" r:id="rId67"/>
    <p:sldLayoutId id="2147483828" r:id="rId68"/>
    <p:sldLayoutId id="2147483829" r:id="rId69"/>
    <p:sldLayoutId id="2147483830" r:id="rId70"/>
    <p:sldLayoutId id="2147483831" r:id="rId71"/>
    <p:sldLayoutId id="2147483832" r:id="rId72"/>
    <p:sldLayoutId id="2147483833" r:id="rId73"/>
    <p:sldLayoutId id="2147483834" r:id="rId74"/>
    <p:sldLayoutId id="2147483835" r:id="rId75"/>
    <p:sldLayoutId id="2147483836" r:id="rId76"/>
    <p:sldLayoutId id="2147483837" r:id="rId77"/>
    <p:sldLayoutId id="2147483838" r:id="rId78"/>
    <p:sldLayoutId id="2147483839" r:id="rId79"/>
    <p:sldLayoutId id="2147483840" r:id="rId80"/>
    <p:sldLayoutId id="2147483841" r:id="rId81"/>
    <p:sldLayoutId id="2147483842" r:id="rId82"/>
    <p:sldLayoutId id="2147483843" r:id="rId83"/>
    <p:sldLayoutId id="2147483844" r:id="rId84"/>
    <p:sldLayoutId id="2147483845" r:id="rId85"/>
    <p:sldLayoutId id="2147483846" r:id="rId86"/>
    <p:sldLayoutId id="2147483847" r:id="rId87"/>
    <p:sldLayoutId id="2147483848" r:id="rId88"/>
    <p:sldLayoutId id="2147483849" r:id="rId89"/>
    <p:sldLayoutId id="2147483850" r:id="rId90"/>
    <p:sldLayoutId id="2147483851" r:id="rId91"/>
    <p:sldLayoutId id="2147483852" r:id="rId92"/>
    <p:sldLayoutId id="2147483853" r:id="rId93"/>
    <p:sldLayoutId id="2147483854" r:id="rId94"/>
    <p:sldLayoutId id="2147483855" r:id="rId95"/>
    <p:sldLayoutId id="2147483856" r:id="rId96"/>
    <p:sldLayoutId id="2147483857" r:id="rId97"/>
    <p:sldLayoutId id="2147483858" r:id="rId98"/>
    <p:sldLayoutId id="2147483859" r:id="rId99"/>
    <p:sldLayoutId id="2147483860" r:id="rId100"/>
    <p:sldLayoutId id="2147483861" r:id="rId101"/>
    <p:sldLayoutId id="2147483862" r:id="rId102"/>
    <p:sldLayoutId id="2147483863" r:id="rId103"/>
    <p:sldLayoutId id="2147483864" r:id="rId104"/>
    <p:sldLayoutId id="2147483865" r:id="rId105"/>
    <p:sldLayoutId id="2147483866" r:id="rId106"/>
    <p:sldLayoutId id="2147483867" r:id="rId107"/>
    <p:sldLayoutId id="2147483868" r:id="rId108"/>
    <p:sldLayoutId id="2147483869" r:id="rId109"/>
    <p:sldLayoutId id="2147483870" r:id="rId110"/>
    <p:sldLayoutId id="2147483871" r:id="rId111"/>
    <p:sldLayoutId id="2147483872" r:id="rId112"/>
    <p:sldLayoutId id="2147483873" r:id="rId113"/>
    <p:sldLayoutId id="2147483874" r:id="rId114"/>
    <p:sldLayoutId id="2147483875" r:id="rId115"/>
    <p:sldLayoutId id="2147483876" r:id="rId116"/>
  </p:sldLayoutIdLst>
  <p:transition spd="med"/>
  <p:txStyles>
    <p:titleStyle>
      <a:lvl1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1pPr>
      <a:lvl2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2pPr>
      <a:lvl3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3pPr>
      <a:lvl4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4pPr>
      <a:lvl5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5pPr>
      <a:lvl6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6pPr>
      <a:lvl7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7pPr>
      <a:lvl8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8pPr>
      <a:lvl9pPr marL="0" marR="0" indent="0" algn="l" defTabSz="457200" rtl="0" latinLnBrk="0">
        <a:lnSpc>
          <a:spcPct val="100000"/>
        </a:lnSpc>
        <a:spcBef>
          <a:spcPts val="0"/>
        </a:spcBef>
        <a:spcAft>
          <a:spcPts val="0"/>
        </a:spcAft>
        <a:buClrTx/>
        <a:buSzTx/>
        <a:buFontTx/>
        <a:buNone/>
        <a:tabLst/>
        <a:defRPr sz="3250" b="0" i="0" u="none" strike="noStrike" cap="none" spc="-75" baseline="0">
          <a:solidFill>
            <a:srgbClr val="FFFFFF"/>
          </a:solidFill>
          <a:uFillTx/>
          <a:latin typeface="Avenir Next LT Pro Demi"/>
          <a:ea typeface="Avenir Next LT Pro Demi"/>
          <a:cs typeface="Avenir Next LT Pro Demi"/>
          <a:sym typeface="Avenir Next LT Pro Demi"/>
        </a:defRPr>
      </a:lvl9pPr>
    </p:titleStyle>
    <p:bodyStyle>
      <a:lvl1pPr marL="0" marR="0" indent="0" algn="l" defTabSz="457143" rtl="0" latinLnBrk="0">
        <a:lnSpc>
          <a:spcPct val="100000"/>
        </a:lnSpc>
        <a:spcBef>
          <a:spcPts val="0"/>
        </a:spcBef>
        <a:spcAft>
          <a:spcPts val="0"/>
        </a:spcAft>
        <a:buClrTx/>
        <a:buSzTx/>
        <a:buFontTx/>
        <a:buNone/>
        <a:tabLst/>
        <a:defRPr sz="100" b="0" i="0" u="none" strike="noStrike" cap="none" spc="0" baseline="0">
          <a:noFill/>
          <a:uFillTx/>
          <a:latin typeface="Avenir Next LT Pro"/>
          <a:ea typeface="Avenir Next LT Pro"/>
          <a:cs typeface="Avenir Next LT Pro"/>
          <a:sym typeface="Avenir Next LT Pro"/>
        </a:defRPr>
      </a:lvl1pPr>
      <a:lvl2pPr marL="502500" marR="0" indent="-7500" algn="l" defTabSz="457143" rtl="0" latinLnBrk="0">
        <a:lnSpc>
          <a:spcPct val="100000"/>
        </a:lnSpc>
        <a:spcBef>
          <a:spcPts val="0"/>
        </a:spcBef>
        <a:spcAft>
          <a:spcPts val="0"/>
        </a:spcAft>
        <a:buClrTx/>
        <a:buSzPct val="100000"/>
        <a:buFontTx/>
        <a:buChar char="–"/>
        <a:tabLst/>
        <a:defRPr sz="100" b="0" i="0" u="none" strike="noStrike" cap="none" spc="0" baseline="0">
          <a:noFill/>
          <a:uFillTx/>
          <a:latin typeface="Avenir Next LT Pro"/>
          <a:ea typeface="Avenir Next LT Pro"/>
          <a:cs typeface="Avenir Next LT Pro"/>
          <a:sym typeface="Avenir Next LT Pro"/>
        </a:defRPr>
      </a:lvl2pPr>
      <a:lvl3pPr marL="1032000" marR="0" indent="-6000" algn="l" defTabSz="457143" rtl="0" latinLnBrk="0">
        <a:lnSpc>
          <a:spcPct val="100000"/>
        </a:lnSpc>
        <a:spcBef>
          <a:spcPts val="0"/>
        </a:spcBef>
        <a:spcAft>
          <a:spcPts val="0"/>
        </a:spcAft>
        <a:buClrTx/>
        <a:buSzPct val="100000"/>
        <a:buFontTx/>
        <a:buChar char="&gt;"/>
        <a:tabLst/>
        <a:defRPr sz="100" b="0" i="0" u="none" strike="noStrike" cap="none" spc="0" baseline="0">
          <a:noFill/>
          <a:uFillTx/>
          <a:latin typeface="Avenir Next LT Pro"/>
          <a:ea typeface="Avenir Next LT Pro"/>
          <a:cs typeface="Avenir Next LT Pro"/>
          <a:sym typeface="Avenir Next LT Pro"/>
        </a:defRPr>
      </a:lvl3pPr>
      <a:lvl4pPr marL="1483500" marR="0" indent="-7500" algn="l" defTabSz="457143" rtl="0" latinLnBrk="0">
        <a:lnSpc>
          <a:spcPct val="100000"/>
        </a:lnSpc>
        <a:spcBef>
          <a:spcPts val="0"/>
        </a:spcBef>
        <a:spcAft>
          <a:spcPts val="0"/>
        </a:spcAft>
        <a:buClrTx/>
        <a:buSzPct val="100000"/>
        <a:buFontTx/>
        <a:buChar char="–"/>
        <a:tabLst/>
        <a:defRPr sz="100" b="0" i="0" u="none" strike="noStrike" cap="none" spc="0" baseline="0">
          <a:noFill/>
          <a:uFillTx/>
          <a:latin typeface="Avenir Next LT Pro"/>
          <a:ea typeface="Avenir Next LT Pro"/>
          <a:cs typeface="Avenir Next LT Pro"/>
          <a:sym typeface="Avenir Next LT Pro"/>
        </a:defRPr>
      </a:lvl4pPr>
      <a:lvl5pPr marL="1933500" marR="0" indent="-7500" algn="l" defTabSz="457143" rtl="0" latinLnBrk="0">
        <a:lnSpc>
          <a:spcPct val="100000"/>
        </a:lnSpc>
        <a:spcBef>
          <a:spcPts val="0"/>
        </a:spcBef>
        <a:spcAft>
          <a:spcPts val="0"/>
        </a:spcAft>
        <a:buClrTx/>
        <a:buSzPct val="100000"/>
        <a:buFontTx/>
        <a:buChar char="&gt;"/>
        <a:tabLst/>
        <a:defRPr sz="100" b="0" i="0" u="none" strike="noStrike" cap="none" spc="0" baseline="0">
          <a:noFill/>
          <a:uFillTx/>
          <a:latin typeface="Avenir Next LT Pro"/>
          <a:ea typeface="Avenir Next LT Pro"/>
          <a:cs typeface="Avenir Next LT Pro"/>
          <a:sym typeface="Avenir Next LT Pro"/>
        </a:defRPr>
      </a:lvl5pPr>
      <a:lvl6pPr marL="1148715" marR="0" indent="-5715" algn="l" defTabSz="457143" rtl="0" latinLnBrk="0">
        <a:lnSpc>
          <a:spcPct val="100000"/>
        </a:lnSpc>
        <a:spcBef>
          <a:spcPts val="0"/>
        </a:spcBef>
        <a:spcAft>
          <a:spcPts val="0"/>
        </a:spcAft>
        <a:buClrTx/>
        <a:buSzPct val="100000"/>
        <a:buFontTx/>
        <a:buChar char="•"/>
        <a:tabLst/>
        <a:defRPr sz="100" b="0" i="0" u="none" strike="noStrike" cap="none" spc="0" baseline="0">
          <a:noFill/>
          <a:uFillTx/>
          <a:latin typeface="Avenir Next LT Pro"/>
          <a:ea typeface="Avenir Next LT Pro"/>
          <a:cs typeface="Avenir Next LT Pro"/>
          <a:sym typeface="Avenir Next LT Pro"/>
        </a:defRPr>
      </a:lvl6pPr>
      <a:lvl7pPr marL="1377315" marR="0" indent="-5715" algn="l" defTabSz="457143" rtl="0" latinLnBrk="0">
        <a:lnSpc>
          <a:spcPct val="100000"/>
        </a:lnSpc>
        <a:spcBef>
          <a:spcPts val="0"/>
        </a:spcBef>
        <a:spcAft>
          <a:spcPts val="0"/>
        </a:spcAft>
        <a:buClrTx/>
        <a:buSzPct val="100000"/>
        <a:buFontTx/>
        <a:buChar char="•"/>
        <a:tabLst/>
        <a:defRPr sz="100" b="0" i="0" u="none" strike="noStrike" cap="none" spc="0" baseline="0">
          <a:noFill/>
          <a:uFillTx/>
          <a:latin typeface="Avenir Next LT Pro"/>
          <a:ea typeface="Avenir Next LT Pro"/>
          <a:cs typeface="Avenir Next LT Pro"/>
          <a:sym typeface="Avenir Next LT Pro"/>
        </a:defRPr>
      </a:lvl7pPr>
      <a:lvl8pPr marL="1605915" marR="0" indent="-5715" algn="l" defTabSz="457143" rtl="0" latinLnBrk="0">
        <a:lnSpc>
          <a:spcPct val="100000"/>
        </a:lnSpc>
        <a:spcBef>
          <a:spcPts val="0"/>
        </a:spcBef>
        <a:spcAft>
          <a:spcPts val="0"/>
        </a:spcAft>
        <a:buClrTx/>
        <a:buSzPct val="100000"/>
        <a:buFontTx/>
        <a:buChar char="•"/>
        <a:tabLst/>
        <a:defRPr sz="100" b="0" i="0" u="none" strike="noStrike" cap="none" spc="0" baseline="0">
          <a:noFill/>
          <a:uFillTx/>
          <a:latin typeface="Avenir Next LT Pro"/>
          <a:ea typeface="Avenir Next LT Pro"/>
          <a:cs typeface="Avenir Next LT Pro"/>
          <a:sym typeface="Avenir Next LT Pro"/>
        </a:defRPr>
      </a:lvl8pPr>
      <a:lvl9pPr marL="1834515" marR="0" indent="-5715" algn="l" defTabSz="457143" rtl="0" latinLnBrk="0">
        <a:lnSpc>
          <a:spcPct val="100000"/>
        </a:lnSpc>
        <a:spcBef>
          <a:spcPts val="0"/>
        </a:spcBef>
        <a:spcAft>
          <a:spcPts val="0"/>
        </a:spcAft>
        <a:buClrTx/>
        <a:buSzPct val="100000"/>
        <a:buFontTx/>
        <a:buChar char="•"/>
        <a:tabLst/>
        <a:defRPr sz="100" b="0" i="0" u="none" strike="noStrike" cap="none" spc="0" baseline="0">
          <a:noFill/>
          <a:uFillTx/>
          <a:latin typeface="Avenir Next LT Pro"/>
          <a:ea typeface="Avenir Next LT Pro"/>
          <a:cs typeface="Avenir Next LT Pro"/>
          <a:sym typeface="Avenir Next LT Pro"/>
        </a:defRPr>
      </a:lvl9pPr>
    </p:bodyStyle>
    <p:otherStyle>
      <a:lvl1pPr marL="0" marR="0" indent="0"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1pPr>
      <a:lvl2pPr marL="0" marR="0" indent="448651"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2pPr>
      <a:lvl3pPr marL="0" marR="0" indent="897300"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3pPr>
      <a:lvl4pPr marL="0" marR="0" indent="1345951"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4pPr>
      <a:lvl5pPr marL="0" marR="0" indent="1794602"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5pPr>
      <a:lvl6pPr marL="0" marR="0" indent="2243252"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6pPr>
      <a:lvl7pPr marL="0" marR="0" indent="2691902"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7pPr>
      <a:lvl8pPr marL="0" marR="0" indent="3140552"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8pPr>
      <a:lvl9pPr marL="0" marR="0" indent="3589203" algn="r" defTabSz="8973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venir Next LT Pro"/>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7E58B9D2-D847-BD03-CF79-BEC9A4B2EB9C}"/>
              </a:ext>
            </a:extLst>
          </p:cNvPr>
          <p:cNvSpPr>
            <a:spLocks noGrp="1"/>
          </p:cNvSpPr>
          <p:nvPr>
            <p:ph type="title"/>
          </p:nvPr>
        </p:nvSpPr>
        <p:spPr>
          <a:xfrm>
            <a:off x="1366837" y="1519038"/>
            <a:ext cx="9483725" cy="802322"/>
          </a:xfrm>
        </p:spPr>
        <p:txBody>
          <a:bodyPr/>
          <a:lstStyle/>
          <a:p>
            <a:r>
              <a:rPr lang="en-US" dirty="0"/>
              <a:t>People Metrics</a:t>
            </a:r>
          </a:p>
        </p:txBody>
      </p:sp>
      <p:sp>
        <p:nvSpPr>
          <p:cNvPr id="42" name="Text Placeholder 41">
            <a:extLst>
              <a:ext uri="{FF2B5EF4-FFF2-40B4-BE49-F238E27FC236}">
                <a16:creationId xmlns:a16="http://schemas.microsoft.com/office/drawing/2014/main" id="{A04B01BD-1249-96BB-73FB-53DEC01E4F4E}"/>
              </a:ext>
            </a:extLst>
          </p:cNvPr>
          <p:cNvSpPr>
            <a:spLocks noGrp="1"/>
          </p:cNvSpPr>
          <p:nvPr>
            <p:ph type="body" sz="quarter" idx="1"/>
          </p:nvPr>
        </p:nvSpPr>
        <p:spPr>
          <a:xfrm>
            <a:off x="2325686" y="2575222"/>
            <a:ext cx="7566025" cy="1226216"/>
          </a:xfrm>
        </p:spPr>
        <p:txBody>
          <a:bodyPr>
            <a:normAutofit/>
          </a:bodyPr>
          <a:lstStyle/>
          <a:p>
            <a:r>
              <a:rPr lang="en-US" sz="2600" dirty="0"/>
              <a:t>People Metrics dashboard presents headcount summary and distribution across various demographics including attrition analysis</a:t>
            </a:r>
          </a:p>
        </p:txBody>
      </p:sp>
      <p:sp>
        <p:nvSpPr>
          <p:cNvPr id="2" name="Slide Number Placeholder 1">
            <a:extLst>
              <a:ext uri="{FF2B5EF4-FFF2-40B4-BE49-F238E27FC236}">
                <a16:creationId xmlns:a16="http://schemas.microsoft.com/office/drawing/2014/main" id="{944CE8AF-CFC0-59C1-0643-19F886DFFBA6}"/>
              </a:ext>
            </a:extLst>
          </p:cNvPr>
          <p:cNvSpPr>
            <a:spLocks noGrp="1"/>
          </p:cNvSpPr>
          <p:nvPr>
            <p:ph type="sldNum" sz="quarter" idx="2"/>
          </p:nvPr>
        </p:nvSpPr>
        <p:spPr/>
        <p:txBody>
          <a:bodyPr/>
          <a:lstStyle/>
          <a:p>
            <a:fld id="{0B868178-02AE-42FC-958D-6B8F13B60175}" type="slidenum">
              <a:rPr lang="en-GB" smtClean="0"/>
              <a:pPr/>
              <a:t>1</a:t>
            </a:fld>
            <a:endParaRPr lang="en-GB"/>
          </a:p>
        </p:txBody>
      </p:sp>
      <p:sp>
        <p:nvSpPr>
          <p:cNvPr id="43" name="Text Placeholder 42">
            <a:extLst>
              <a:ext uri="{FF2B5EF4-FFF2-40B4-BE49-F238E27FC236}">
                <a16:creationId xmlns:a16="http://schemas.microsoft.com/office/drawing/2014/main" id="{AF6FF400-4840-5A74-63F3-1424EC5F021F}"/>
              </a:ext>
            </a:extLst>
          </p:cNvPr>
          <p:cNvSpPr>
            <a:spLocks noGrp="1"/>
          </p:cNvSpPr>
          <p:nvPr>
            <p:ph type="body" sz="quarter" idx="21"/>
          </p:nvPr>
        </p:nvSpPr>
        <p:spPr/>
        <p:txBody>
          <a:bodyPr/>
          <a:lstStyle/>
          <a:p>
            <a:endParaRPr lang="en-US"/>
          </a:p>
        </p:txBody>
      </p:sp>
      <p:sp>
        <p:nvSpPr>
          <p:cNvPr id="44" name="Text Placeholder 43">
            <a:extLst>
              <a:ext uri="{FF2B5EF4-FFF2-40B4-BE49-F238E27FC236}">
                <a16:creationId xmlns:a16="http://schemas.microsoft.com/office/drawing/2014/main" id="{CF4CB244-1EEA-82CE-B18E-98BB5D676887}"/>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396235547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94AA7-A933-9A3C-0B46-7D13A93A1CE6}"/>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ECCB769F-F76E-4DE0-4DB7-9306361EB856}"/>
              </a:ext>
            </a:extLst>
          </p:cNvPr>
          <p:cNvSpPr>
            <a:spLocks noGrp="1"/>
          </p:cNvSpPr>
          <p:nvPr>
            <p:ph type="title"/>
          </p:nvPr>
        </p:nvSpPr>
        <p:spPr>
          <a:xfrm>
            <a:off x="1366837" y="1519038"/>
            <a:ext cx="9483725" cy="802322"/>
          </a:xfrm>
        </p:spPr>
        <p:txBody>
          <a:bodyPr/>
          <a:lstStyle/>
          <a:p>
            <a:r>
              <a:rPr lang="en-US" dirty="0"/>
              <a:t>Recruitment</a:t>
            </a:r>
          </a:p>
        </p:txBody>
      </p:sp>
      <p:sp>
        <p:nvSpPr>
          <p:cNvPr id="42" name="Text Placeholder 41">
            <a:extLst>
              <a:ext uri="{FF2B5EF4-FFF2-40B4-BE49-F238E27FC236}">
                <a16:creationId xmlns:a16="http://schemas.microsoft.com/office/drawing/2014/main" id="{5FCEEF3C-91C1-0FF1-9042-332631CB41B3}"/>
              </a:ext>
            </a:extLst>
          </p:cNvPr>
          <p:cNvSpPr>
            <a:spLocks noGrp="1"/>
          </p:cNvSpPr>
          <p:nvPr>
            <p:ph type="body" sz="quarter" idx="1"/>
          </p:nvPr>
        </p:nvSpPr>
        <p:spPr>
          <a:xfrm>
            <a:off x="2325686" y="2527444"/>
            <a:ext cx="7566025" cy="1253446"/>
          </a:xfrm>
        </p:spPr>
        <p:txBody>
          <a:bodyPr>
            <a:noAutofit/>
          </a:bodyPr>
          <a:lstStyle/>
          <a:p>
            <a:r>
              <a:rPr lang="en-US" sz="2600" dirty="0"/>
              <a:t>Recruitment dashboard presents KPIs and metrics around open / closed Jobs, Time to Fill / Hire, Source of hiring &amp; other demographics</a:t>
            </a:r>
          </a:p>
        </p:txBody>
      </p:sp>
      <p:sp>
        <p:nvSpPr>
          <p:cNvPr id="2" name="Slide Number Placeholder 1">
            <a:extLst>
              <a:ext uri="{FF2B5EF4-FFF2-40B4-BE49-F238E27FC236}">
                <a16:creationId xmlns:a16="http://schemas.microsoft.com/office/drawing/2014/main" id="{E3EE87A4-1F50-46FA-8105-25A4DE130504}"/>
              </a:ext>
            </a:extLst>
          </p:cNvPr>
          <p:cNvSpPr>
            <a:spLocks noGrp="1"/>
          </p:cNvSpPr>
          <p:nvPr>
            <p:ph type="sldNum" sz="quarter" idx="2"/>
          </p:nvPr>
        </p:nvSpPr>
        <p:spPr/>
        <p:txBody>
          <a:bodyPr/>
          <a:lstStyle/>
          <a:p>
            <a:fld id="{0B868178-02AE-42FC-958D-6B8F13B60175}" type="slidenum">
              <a:rPr lang="en-GB" smtClean="0"/>
              <a:pPr/>
              <a:t>2</a:t>
            </a:fld>
            <a:endParaRPr lang="en-GB"/>
          </a:p>
        </p:txBody>
      </p:sp>
      <p:sp>
        <p:nvSpPr>
          <p:cNvPr id="43" name="Text Placeholder 42">
            <a:extLst>
              <a:ext uri="{FF2B5EF4-FFF2-40B4-BE49-F238E27FC236}">
                <a16:creationId xmlns:a16="http://schemas.microsoft.com/office/drawing/2014/main" id="{4830493F-A801-33FA-E781-5D60F77524D2}"/>
              </a:ext>
            </a:extLst>
          </p:cNvPr>
          <p:cNvSpPr>
            <a:spLocks noGrp="1"/>
          </p:cNvSpPr>
          <p:nvPr>
            <p:ph type="body" sz="quarter" idx="21"/>
          </p:nvPr>
        </p:nvSpPr>
        <p:spPr/>
        <p:txBody>
          <a:bodyPr/>
          <a:lstStyle/>
          <a:p>
            <a:endParaRPr lang="en-US"/>
          </a:p>
        </p:txBody>
      </p:sp>
      <p:sp>
        <p:nvSpPr>
          <p:cNvPr id="44" name="Text Placeholder 43">
            <a:extLst>
              <a:ext uri="{FF2B5EF4-FFF2-40B4-BE49-F238E27FC236}">
                <a16:creationId xmlns:a16="http://schemas.microsoft.com/office/drawing/2014/main" id="{E9318F7A-CAC6-DD10-5E74-7DB54DC5C236}"/>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343322086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BE79A-2FA9-233C-BAA6-0B1A339C2642}"/>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3DFB6C7F-4E00-F79D-5233-C736DF2B73C7}"/>
              </a:ext>
            </a:extLst>
          </p:cNvPr>
          <p:cNvSpPr>
            <a:spLocks noGrp="1"/>
          </p:cNvSpPr>
          <p:nvPr>
            <p:ph type="title"/>
          </p:nvPr>
        </p:nvSpPr>
        <p:spPr>
          <a:xfrm>
            <a:off x="1366837" y="1519038"/>
            <a:ext cx="9483725" cy="802322"/>
          </a:xfrm>
        </p:spPr>
        <p:txBody>
          <a:bodyPr/>
          <a:lstStyle/>
          <a:p>
            <a:r>
              <a:rPr lang="en-US" dirty="0"/>
              <a:t>Performance Management</a:t>
            </a:r>
          </a:p>
        </p:txBody>
      </p:sp>
      <p:sp>
        <p:nvSpPr>
          <p:cNvPr id="42" name="Text Placeholder 41">
            <a:extLst>
              <a:ext uri="{FF2B5EF4-FFF2-40B4-BE49-F238E27FC236}">
                <a16:creationId xmlns:a16="http://schemas.microsoft.com/office/drawing/2014/main" id="{5A9EDC77-7921-8049-B286-972F33C94876}"/>
              </a:ext>
            </a:extLst>
          </p:cNvPr>
          <p:cNvSpPr>
            <a:spLocks noGrp="1"/>
          </p:cNvSpPr>
          <p:nvPr>
            <p:ph type="body" sz="quarter" idx="1"/>
          </p:nvPr>
        </p:nvSpPr>
        <p:spPr>
          <a:xfrm>
            <a:off x="2312987" y="2595771"/>
            <a:ext cx="7566025" cy="1082377"/>
          </a:xfrm>
        </p:spPr>
        <p:txBody>
          <a:bodyPr>
            <a:noAutofit/>
          </a:bodyPr>
          <a:lstStyle/>
          <a:p>
            <a:r>
              <a:rPr lang="en-US" sz="2600" dirty="0"/>
              <a:t>Performance Management dashboard provides distribution of performance ratings and ability to analyze the data</a:t>
            </a:r>
          </a:p>
        </p:txBody>
      </p:sp>
      <p:sp>
        <p:nvSpPr>
          <p:cNvPr id="2" name="Slide Number Placeholder 1">
            <a:extLst>
              <a:ext uri="{FF2B5EF4-FFF2-40B4-BE49-F238E27FC236}">
                <a16:creationId xmlns:a16="http://schemas.microsoft.com/office/drawing/2014/main" id="{5EE05CF7-4594-8241-9BF8-401745BC58AA}"/>
              </a:ext>
            </a:extLst>
          </p:cNvPr>
          <p:cNvSpPr>
            <a:spLocks noGrp="1"/>
          </p:cNvSpPr>
          <p:nvPr>
            <p:ph type="sldNum" sz="quarter" idx="2"/>
          </p:nvPr>
        </p:nvSpPr>
        <p:spPr/>
        <p:txBody>
          <a:bodyPr/>
          <a:lstStyle/>
          <a:p>
            <a:fld id="{0B868178-02AE-42FC-958D-6B8F13B60175}" type="slidenum">
              <a:rPr lang="en-GB" smtClean="0"/>
              <a:pPr/>
              <a:t>3</a:t>
            </a:fld>
            <a:endParaRPr lang="en-GB"/>
          </a:p>
        </p:txBody>
      </p:sp>
      <p:sp>
        <p:nvSpPr>
          <p:cNvPr id="43" name="Text Placeholder 42">
            <a:extLst>
              <a:ext uri="{FF2B5EF4-FFF2-40B4-BE49-F238E27FC236}">
                <a16:creationId xmlns:a16="http://schemas.microsoft.com/office/drawing/2014/main" id="{02ABFA2A-BA8A-6EFA-F8A6-DC3ABD924D53}"/>
              </a:ext>
            </a:extLst>
          </p:cNvPr>
          <p:cNvSpPr>
            <a:spLocks noGrp="1"/>
          </p:cNvSpPr>
          <p:nvPr>
            <p:ph type="body" sz="quarter" idx="21"/>
          </p:nvPr>
        </p:nvSpPr>
        <p:spPr/>
        <p:txBody>
          <a:bodyPr/>
          <a:lstStyle/>
          <a:p>
            <a:endParaRPr lang="en-US"/>
          </a:p>
        </p:txBody>
      </p:sp>
      <p:sp>
        <p:nvSpPr>
          <p:cNvPr id="44" name="Text Placeholder 43">
            <a:extLst>
              <a:ext uri="{FF2B5EF4-FFF2-40B4-BE49-F238E27FC236}">
                <a16:creationId xmlns:a16="http://schemas.microsoft.com/office/drawing/2014/main" id="{F621C1D1-9DB5-2762-139D-660E20EE13C2}"/>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41582132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46E4070-FB35-C89F-4584-837ADDF5AC34}"/>
              </a:ext>
            </a:extLst>
          </p:cNvPr>
          <p:cNvSpPr>
            <a:spLocks noGrp="1"/>
          </p:cNvSpPr>
          <p:nvPr>
            <p:ph type="title"/>
          </p:nvPr>
        </p:nvSpPr>
        <p:spPr>
          <a:xfrm>
            <a:off x="1354135" y="409165"/>
            <a:ext cx="9483725" cy="802322"/>
          </a:xfrm>
        </p:spPr>
        <p:txBody>
          <a:bodyPr/>
          <a:lstStyle/>
          <a:p>
            <a:r>
              <a:rPr lang="en-US" dirty="0"/>
              <a:t>People Analytics</a:t>
            </a:r>
          </a:p>
        </p:txBody>
      </p:sp>
      <p:sp>
        <p:nvSpPr>
          <p:cNvPr id="11" name="Text Placeholder 10">
            <a:extLst>
              <a:ext uri="{FF2B5EF4-FFF2-40B4-BE49-F238E27FC236}">
                <a16:creationId xmlns:a16="http://schemas.microsoft.com/office/drawing/2014/main" id="{4980DCB0-68C0-588A-B853-9DE0133E9945}"/>
              </a:ext>
            </a:extLst>
          </p:cNvPr>
          <p:cNvSpPr>
            <a:spLocks noGrp="1"/>
          </p:cNvSpPr>
          <p:nvPr>
            <p:ph type="body" sz="quarter" idx="1"/>
          </p:nvPr>
        </p:nvSpPr>
        <p:spPr>
          <a:xfrm>
            <a:off x="2072637" y="1460133"/>
            <a:ext cx="8046720" cy="2495418"/>
          </a:xfrm>
        </p:spPr>
        <p:txBody>
          <a:bodyPr>
            <a:normAutofit/>
          </a:bodyPr>
          <a:lstStyle/>
          <a:p>
            <a:r>
              <a:rPr lang="en-US" sz="2200" b="1" dirty="0"/>
              <a:t>People Analytics</a:t>
            </a:r>
            <a:r>
              <a:rPr lang="en-US" sz="2200" dirty="0"/>
              <a:t> also known as </a:t>
            </a:r>
            <a:r>
              <a:rPr lang="en-US" sz="2200" b="1" dirty="0"/>
              <a:t>HR analytics </a:t>
            </a:r>
            <a:r>
              <a:rPr lang="en-US" sz="2200" dirty="0"/>
              <a:t>or </a:t>
            </a:r>
            <a:r>
              <a:rPr lang="en-US" sz="2200" b="1" dirty="0"/>
              <a:t>workforce analytics, </a:t>
            </a:r>
            <a:r>
              <a:rPr lang="en-US" sz="2200" dirty="0"/>
              <a:t>is the practice of using data and analytical techniques to understand, improve, and optimize the people side of business. It involves collecting and analyzing data related to employees and organizational processes to make informed decisions about hiring, performance, engagement, retention, and more.</a:t>
            </a:r>
          </a:p>
        </p:txBody>
      </p:sp>
      <p:sp>
        <p:nvSpPr>
          <p:cNvPr id="12" name="Text Placeholder 11">
            <a:extLst>
              <a:ext uri="{FF2B5EF4-FFF2-40B4-BE49-F238E27FC236}">
                <a16:creationId xmlns:a16="http://schemas.microsoft.com/office/drawing/2014/main" id="{7709AD55-2FD6-422F-63F6-6704C456ACEE}"/>
              </a:ext>
            </a:extLst>
          </p:cNvPr>
          <p:cNvSpPr>
            <a:spLocks noGrp="1"/>
          </p:cNvSpPr>
          <p:nvPr>
            <p:ph type="body" sz="quarter" idx="21"/>
          </p:nvPr>
        </p:nvSpPr>
        <p:spPr/>
        <p:txBody>
          <a:bodyPr/>
          <a:lstStyle/>
          <a:p>
            <a:endParaRPr lang="en-US"/>
          </a:p>
        </p:txBody>
      </p:sp>
      <p:sp>
        <p:nvSpPr>
          <p:cNvPr id="13" name="Text Placeholder 12">
            <a:extLst>
              <a:ext uri="{FF2B5EF4-FFF2-40B4-BE49-F238E27FC236}">
                <a16:creationId xmlns:a16="http://schemas.microsoft.com/office/drawing/2014/main" id="{2E78BD75-EB30-2850-0C93-FF3AA54C0F4A}"/>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3348083354"/>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Office Theme">
  <a:themeElements>
    <a:clrScheme name="venturethree - Payoneer">
      <a:dk1>
        <a:sysClr val="windowText" lastClr="000000"/>
      </a:dk1>
      <a:lt1>
        <a:sysClr val="window" lastClr="FFFFFF"/>
      </a:lt1>
      <a:dk2>
        <a:srgbClr val="000000"/>
      </a:dk2>
      <a:lt2>
        <a:srgbClr val="3C3C3B"/>
      </a:lt2>
      <a:accent1>
        <a:srgbClr val="0092F4"/>
      </a:accent1>
      <a:accent2>
        <a:srgbClr val="20DC86"/>
      </a:accent2>
      <a:accent3>
        <a:srgbClr val="DFD902"/>
      </a:accent3>
      <a:accent4>
        <a:srgbClr val="F7931E"/>
      </a:accent4>
      <a:accent5>
        <a:srgbClr val="FF4800"/>
      </a:accent5>
      <a:accent6>
        <a:srgbClr val="DA54D8"/>
      </a:accent6>
      <a:hlink>
        <a:srgbClr val="0563C1"/>
      </a:hlink>
      <a:folHlink>
        <a:srgbClr val="954F72"/>
      </a:folHlink>
    </a:clrScheme>
    <a:fontScheme name="venturethree - Payoneer">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1"/>
          </a:solidFill>
        </a:ln>
      </a:spPr>
      <a:bodyPr lIns="0" tIns="0" rIns="0" bIns="0" rtlCol="0" anchor="b" anchorCtr="0"/>
      <a:lstStyle>
        <a:defPPr algn="l">
          <a:defRPr sz="40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2400" dirty="0" smtClean="0"/>
        </a:defPPr>
      </a:lstStyle>
    </a:txDef>
  </a:objectDefaults>
  <a:extraClrSchemeLst/>
  <a:extLst>
    <a:ext uri="{05A4C25C-085E-4340-85A3-A5531E510DB2}">
      <thm15:themeFamily xmlns:thm15="http://schemas.microsoft.com/office/thememl/2012/main" name="Payoneer_Standard template_embedded opt 2" id="{23F562F4-F2AA-43B4-A258-03FA235EFF21}" vid="{0D211C76-E85E-4752-BDEC-FC7ABF5C5301}"/>
    </a:ext>
  </a:extLst>
</a:theme>
</file>

<file path=ppt/theme/theme2.xml><?xml version="1.0" encoding="utf-8"?>
<a:theme xmlns:a="http://schemas.openxmlformats.org/drawingml/2006/main" name="5_Payoneer Theme">
  <a:themeElements>
    <a:clrScheme name="3_Payoneer Theme">
      <a:dk1>
        <a:srgbClr val="000000"/>
      </a:dk1>
      <a:lt1>
        <a:srgbClr val="000000"/>
      </a:lt1>
      <a:dk2>
        <a:srgbClr val="A7A7A7"/>
      </a:dk2>
      <a:lt2>
        <a:srgbClr val="535353"/>
      </a:lt2>
      <a:accent1>
        <a:srgbClr val="0092F4"/>
      </a:accent1>
      <a:accent2>
        <a:srgbClr val="20DC86"/>
      </a:accent2>
      <a:accent3>
        <a:srgbClr val="DFD902"/>
      </a:accent3>
      <a:accent4>
        <a:srgbClr val="F7931E"/>
      </a:accent4>
      <a:accent5>
        <a:srgbClr val="FF4800"/>
      </a:accent5>
      <a:accent6>
        <a:srgbClr val="DA54D8"/>
      </a:accent6>
      <a:hlink>
        <a:srgbClr val="0000FF"/>
      </a:hlink>
      <a:folHlink>
        <a:srgbClr val="FF00FF"/>
      </a:folHlink>
    </a:clrScheme>
    <a:fontScheme name="3_Payoneer Theme">
      <a:majorFont>
        <a:latin typeface="Helvetica"/>
        <a:ea typeface="Helvetica"/>
        <a:cs typeface="Helvetica"/>
      </a:majorFont>
      <a:minorFont>
        <a:latin typeface="Calibri"/>
        <a:ea typeface="Calibri"/>
        <a:cs typeface="Calibri"/>
      </a:minorFont>
    </a:fontScheme>
    <a:fmtScheme name="3_Payoneer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b">
        <a:spAutoFit/>
      </a:bodyPr>
      <a:lstStyle>
        <a:defPPr marL="0" marR="0" indent="0" algn="l" defTabSz="1794600" rtl="0" fontAlgn="auto" latinLnBrk="0" hangingPunct="0">
          <a:lnSpc>
            <a:spcPct val="10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Avenir Next LT Pro"/>
            <a:ea typeface="Avenir Next LT Pro"/>
            <a:cs typeface="Avenir Next LT Pro"/>
            <a:sym typeface="Avenir Next LT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1794600" rtl="0" fontAlgn="auto" latinLnBrk="0" hangingPunct="0">
          <a:lnSpc>
            <a:spcPct val="100000"/>
          </a:lnSpc>
          <a:spcBef>
            <a:spcPts val="0"/>
          </a:spcBef>
          <a:spcAft>
            <a:spcPts val="0"/>
          </a:spcAft>
          <a:buClrTx/>
          <a:buSzTx/>
          <a:buFontTx/>
          <a:buNone/>
          <a:tabLst/>
          <a:defRPr kumimoji="0" sz="3500" b="0" i="0" u="none" strike="noStrike" cap="none" spc="0" normalizeH="0" baseline="0">
            <a:ln>
              <a:noFill/>
            </a:ln>
            <a:solidFill>
              <a:srgbClr val="000000"/>
            </a:solidFill>
            <a:effectLst/>
            <a:uFillTx/>
            <a:latin typeface="Avenir Next LT Pro"/>
            <a:ea typeface="Avenir Next LT Pro"/>
            <a:cs typeface="Avenir Next LT Pro"/>
            <a:sym typeface="Avenir Next LT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cee90c-ce03-461e-8c21-dd538e181c75}" enabled="0" method="" siteId="{decee90c-ce03-461e-8c21-dd538e181c75}" removed="1"/>
</clbl:labelList>
</file>

<file path=docProps/app.xml><?xml version="1.0" encoding="utf-8"?>
<Properties xmlns="http://schemas.openxmlformats.org/officeDocument/2006/extended-properties" xmlns:vt="http://schemas.openxmlformats.org/officeDocument/2006/docPropsVTypes">
  <TotalTime>55700</TotalTime>
  <Words>123</Words>
  <Application>Microsoft Office PowerPoint</Application>
  <PresentationFormat>Widescreen</PresentationFormat>
  <Paragraphs>11</Paragraphs>
  <Slides>4</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4</vt:i4>
      </vt:variant>
    </vt:vector>
  </HeadingPairs>
  <TitlesOfParts>
    <vt:vector size="14" baseType="lpstr">
      <vt:lpstr>Aptos</vt:lpstr>
      <vt:lpstr>Arial</vt:lpstr>
      <vt:lpstr>Avenir Next LT Pro</vt:lpstr>
      <vt:lpstr>Avenir Next LT Pro Demi</vt:lpstr>
      <vt:lpstr>Avenir Roman</vt:lpstr>
      <vt:lpstr>Calibri</vt:lpstr>
      <vt:lpstr>Helvetica</vt:lpstr>
      <vt:lpstr>2_Office Theme</vt:lpstr>
      <vt:lpstr>5_Payoneer Theme</vt:lpstr>
      <vt:lpstr>think-cell Slide</vt:lpstr>
      <vt:lpstr>People Metrics</vt:lpstr>
      <vt:lpstr>Recruitment</vt:lpstr>
      <vt:lpstr>Performance Management</vt:lpstr>
      <vt:lpstr>People Analytics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Alon Markowitz</dc:creator>
  <cp:lastModifiedBy>Anup Kumar Jana</cp:lastModifiedBy>
  <cp:revision>11</cp:revision>
  <dcterms:created xsi:type="dcterms:W3CDTF">2025-01-16T21:13:51Z</dcterms:created>
  <dcterms:modified xsi:type="dcterms:W3CDTF">2025-06-26T12:23:59Z</dcterms:modified>
</cp:coreProperties>
</file>